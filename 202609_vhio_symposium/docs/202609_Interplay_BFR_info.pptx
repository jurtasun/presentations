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256" r:id="rId2"/>
    <p:sldId id="305" r:id="rId3"/>
    <p:sldId id="829" r:id="rId4"/>
    <p:sldId id="832" r:id="rId5"/>
    <p:sldId id="833" r:id="rId6"/>
    <p:sldId id="787" r:id="rId7"/>
    <p:sldId id="789" r:id="rId8"/>
    <p:sldId id="790" r:id="rId9"/>
    <p:sldId id="791" r:id="rId10"/>
    <p:sldId id="795" r:id="rId11"/>
    <p:sldId id="796" r:id="rId12"/>
    <p:sldId id="799" r:id="rId13"/>
    <p:sldId id="798" r:id="rId14"/>
    <p:sldId id="805" r:id="rId15"/>
    <p:sldId id="801" r:id="rId16"/>
    <p:sldId id="257" r:id="rId17"/>
    <p:sldId id="263" r:id="rId18"/>
    <p:sldId id="802" r:id="rId19"/>
    <p:sldId id="803" r:id="rId20"/>
    <p:sldId id="804" r:id="rId21"/>
    <p:sldId id="807" r:id="rId22"/>
    <p:sldId id="806" r:id="rId23"/>
    <p:sldId id="837" r:id="rId24"/>
    <p:sldId id="840" r:id="rId25"/>
    <p:sldId id="838" r:id="rId26"/>
    <p:sldId id="839" r:id="rId27"/>
    <p:sldId id="276" r:id="rId28"/>
    <p:sldId id="277" r:id="rId29"/>
    <p:sldId id="841" r:id="rId30"/>
    <p:sldId id="817" r:id="rId31"/>
    <p:sldId id="842" r:id="rId32"/>
    <p:sldId id="843" r:id="rId33"/>
    <p:sldId id="846" r:id="rId34"/>
    <p:sldId id="844" r:id="rId35"/>
    <p:sldId id="845" r:id="rId36"/>
    <p:sldId id="847" r:id="rId37"/>
    <p:sldId id="848" r:id="rId38"/>
    <p:sldId id="849" r:id="rId39"/>
    <p:sldId id="850" r:id="rId40"/>
    <p:sldId id="853" r:id="rId41"/>
    <p:sldId id="311" r:id="rId42"/>
    <p:sldId id="851" r:id="rId43"/>
    <p:sldId id="852" r:id="rId44"/>
    <p:sldId id="808" r:id="rId45"/>
    <p:sldId id="810" r:id="rId46"/>
    <p:sldId id="811" r:id="rId47"/>
    <p:sldId id="812" r:id="rId48"/>
    <p:sldId id="813" r:id="rId49"/>
    <p:sldId id="814" r:id="rId50"/>
    <p:sldId id="815" r:id="rId51"/>
    <p:sldId id="816" r:id="rId52"/>
    <p:sldId id="272" r:id="rId53"/>
    <p:sldId id="268" r:id="rId54"/>
    <p:sldId id="271" r:id="rId55"/>
    <p:sldId id="818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99"/>
    <a:srgbClr val="FF0000"/>
    <a:srgbClr val="FFF2CC"/>
    <a:srgbClr val="99FFCC"/>
    <a:srgbClr val="8D1140"/>
    <a:srgbClr val="FFFFFF"/>
    <a:srgbClr val="588098"/>
    <a:srgbClr val="00DA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91" autoAdjust="0"/>
    <p:restoredTop sz="95033" autoAdjust="0"/>
  </p:normalViewPr>
  <p:slideViewPr>
    <p:cSldViewPr snapToGrid="0" showGuides="1">
      <p:cViewPr varScale="1">
        <p:scale>
          <a:sx n="111" d="100"/>
          <a:sy n="111" d="100"/>
        </p:scale>
        <p:origin x="732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ez Ruiz, Beatriz" userId="c17f1ae3-fcbb-4e0c-a100-96fa69ccc7c1" providerId="ADAL" clId="{F716C55A-FD1F-4A47-B5E2-A5D3393A2C56}"/>
    <pc:docChg chg="custSel addSld modSld">
      <pc:chgData name="Fernandez Ruiz, Beatriz" userId="c17f1ae3-fcbb-4e0c-a100-96fa69ccc7c1" providerId="ADAL" clId="{F716C55A-FD1F-4A47-B5E2-A5D3393A2C56}" dt="2026-03-16T12:08:35.305" v="451"/>
      <pc:docMkLst>
        <pc:docMk/>
      </pc:docMkLst>
      <pc:sldChg chg="addSp delSp modSp new mod">
        <pc:chgData name="Fernandez Ruiz, Beatriz" userId="c17f1ae3-fcbb-4e0c-a100-96fa69ccc7c1" providerId="ADAL" clId="{F716C55A-FD1F-4A47-B5E2-A5D3393A2C56}" dt="2026-03-16T12:08:35.305" v="451"/>
        <pc:sldMkLst>
          <pc:docMk/>
          <pc:sldMk cId="1706851392" sldId="794"/>
        </pc:sldMkLst>
        <pc:spChg chg="del">
          <ac:chgData name="Fernandez Ruiz, Beatriz" userId="c17f1ae3-fcbb-4e0c-a100-96fa69ccc7c1" providerId="ADAL" clId="{F716C55A-FD1F-4A47-B5E2-A5D3393A2C56}" dt="2026-03-16T10:49:17.855" v="1" actId="478"/>
          <ac:spMkLst>
            <pc:docMk/>
            <pc:sldMk cId="1706851392" sldId="794"/>
            <ac:spMk id="2" creationId="{6F50339D-F7BB-71CD-005D-B1FDB9DA9570}"/>
          </ac:spMkLst>
        </pc:spChg>
        <pc:spChg chg="del">
          <ac:chgData name="Fernandez Ruiz, Beatriz" userId="c17f1ae3-fcbb-4e0c-a100-96fa69ccc7c1" providerId="ADAL" clId="{F716C55A-FD1F-4A47-B5E2-A5D3393A2C56}" dt="2026-03-16T10:49:17.855" v="1" actId="478"/>
          <ac:spMkLst>
            <pc:docMk/>
            <pc:sldMk cId="1706851392" sldId="794"/>
            <ac:spMk id="3" creationId="{54C330B3-7E7C-62AC-5E1B-A94683CD2F1D}"/>
          </ac:spMkLst>
        </pc:spChg>
        <pc:spChg chg="add mod">
          <ac:chgData name="Fernandez Ruiz, Beatriz" userId="c17f1ae3-fcbb-4e0c-a100-96fa69ccc7c1" providerId="ADAL" clId="{F716C55A-FD1F-4A47-B5E2-A5D3393A2C56}" dt="2026-03-16T10:49:45.513" v="93" actId="1076"/>
          <ac:spMkLst>
            <pc:docMk/>
            <pc:sldMk cId="1706851392" sldId="794"/>
            <ac:spMk id="4" creationId="{15BC44D1-3FF9-12E7-08A2-400147E8292F}"/>
          </ac:spMkLst>
        </pc:spChg>
        <pc:spChg chg="add mod">
          <ac:chgData name="Fernandez Ruiz, Beatriz" userId="c17f1ae3-fcbb-4e0c-a100-96fa69ccc7c1" providerId="ADAL" clId="{F716C55A-FD1F-4A47-B5E2-A5D3393A2C56}" dt="2026-03-16T10:51:21.105" v="206" actId="1076"/>
          <ac:spMkLst>
            <pc:docMk/>
            <pc:sldMk cId="1706851392" sldId="794"/>
            <ac:spMk id="5" creationId="{5345CB80-2825-BBE0-54F9-E73D01D7C7CA}"/>
          </ac:spMkLst>
        </pc:spChg>
        <pc:spChg chg="add mod">
          <ac:chgData name="Fernandez Ruiz, Beatriz" userId="c17f1ae3-fcbb-4e0c-a100-96fa69ccc7c1" providerId="ADAL" clId="{F716C55A-FD1F-4A47-B5E2-A5D3393A2C56}" dt="2026-03-16T10:51:21.105" v="206" actId="1076"/>
          <ac:spMkLst>
            <pc:docMk/>
            <pc:sldMk cId="1706851392" sldId="794"/>
            <ac:spMk id="6" creationId="{BC547E34-143F-B861-9110-F53DA5B9FAAD}"/>
          </ac:spMkLst>
        </pc:spChg>
        <pc:spChg chg="add mod">
          <ac:chgData name="Fernandez Ruiz, Beatriz" userId="c17f1ae3-fcbb-4e0c-a100-96fa69ccc7c1" providerId="ADAL" clId="{F716C55A-FD1F-4A47-B5E2-A5D3393A2C56}" dt="2026-03-16T10:51:21.105" v="206" actId="1076"/>
          <ac:spMkLst>
            <pc:docMk/>
            <pc:sldMk cId="1706851392" sldId="794"/>
            <ac:spMk id="7" creationId="{F6C5ABCC-FD8A-D397-FE84-EAA815364051}"/>
          </ac:spMkLst>
        </pc:spChg>
        <pc:spChg chg="add mod">
          <ac:chgData name="Fernandez Ruiz, Beatriz" userId="c17f1ae3-fcbb-4e0c-a100-96fa69ccc7c1" providerId="ADAL" clId="{F716C55A-FD1F-4A47-B5E2-A5D3393A2C56}" dt="2026-03-16T10:51:21.105" v="206" actId="1076"/>
          <ac:spMkLst>
            <pc:docMk/>
            <pc:sldMk cId="1706851392" sldId="794"/>
            <ac:spMk id="8" creationId="{D4D5A7EA-D5FC-35C3-C33B-8E87820BC97F}"/>
          </ac:spMkLst>
        </pc:spChg>
        <pc:spChg chg="add mod">
          <ac:chgData name="Fernandez Ruiz, Beatriz" userId="c17f1ae3-fcbb-4e0c-a100-96fa69ccc7c1" providerId="ADAL" clId="{F716C55A-FD1F-4A47-B5E2-A5D3393A2C56}" dt="2026-03-16T10:51:38.080" v="224" actId="1076"/>
          <ac:spMkLst>
            <pc:docMk/>
            <pc:sldMk cId="1706851392" sldId="794"/>
            <ac:spMk id="9" creationId="{15F834F7-3E0A-E5DE-E501-60640A5E0954}"/>
          </ac:spMkLst>
        </pc:spChg>
        <pc:spChg chg="add mod">
          <ac:chgData name="Fernandez Ruiz, Beatriz" userId="c17f1ae3-fcbb-4e0c-a100-96fa69ccc7c1" providerId="ADAL" clId="{F716C55A-FD1F-4A47-B5E2-A5D3393A2C56}" dt="2026-03-16T10:53:03.107" v="448" actId="1076"/>
          <ac:spMkLst>
            <pc:docMk/>
            <pc:sldMk cId="1706851392" sldId="794"/>
            <ac:spMk id="10" creationId="{AE737689-25D5-39F8-7F38-E39245F6277D}"/>
          </ac:spMkLst>
        </pc:spChg>
        <pc:spChg chg="add del mod">
          <ac:chgData name="Fernandez Ruiz, Beatriz" userId="c17f1ae3-fcbb-4e0c-a100-96fa69ccc7c1" providerId="ADAL" clId="{F716C55A-FD1F-4A47-B5E2-A5D3393A2C56}" dt="2026-03-16T12:08:35.305" v="451"/>
          <ac:spMkLst>
            <pc:docMk/>
            <pc:sldMk cId="1706851392" sldId="794"/>
            <ac:spMk id="11" creationId="{3AC7ED53-3862-7423-CF59-29DB52D7A8A5}"/>
          </ac:spMkLst>
        </pc:spChg>
      </pc:sldChg>
    </pc:docChg>
  </pc:docChgLst>
  <pc:docChgLst>
    <pc:chgData name="Fernandez Ruiz, Beatriz" userId="c17f1ae3-fcbb-4e0c-a100-96fa69ccc7c1" providerId="ADAL" clId="{7508BE03-3346-4B10-A79F-0D78C3723A5A}"/>
    <pc:docChg chg="undo custSel addSld delSld modSld">
      <pc:chgData name="Fernandez Ruiz, Beatriz" userId="c17f1ae3-fcbb-4e0c-a100-96fa69ccc7c1" providerId="ADAL" clId="{7508BE03-3346-4B10-A79F-0D78C3723A5A}" dt="2026-09-01T10:22:15.579" v="68" actId="20577"/>
      <pc:docMkLst>
        <pc:docMk/>
      </pc:docMkLst>
      <pc:sldChg chg="add del">
        <pc:chgData name="Fernandez Ruiz, Beatriz" userId="c17f1ae3-fcbb-4e0c-a100-96fa69ccc7c1" providerId="ADAL" clId="{7508BE03-3346-4B10-A79F-0D78C3723A5A}" dt="2026-09-01T10:21:41.602" v="57" actId="47"/>
        <pc:sldMkLst>
          <pc:docMk/>
          <pc:sldMk cId="80605838" sldId="257"/>
        </pc:sldMkLst>
      </pc:sldChg>
      <pc:sldChg chg="del">
        <pc:chgData name="Fernandez Ruiz, Beatriz" userId="c17f1ae3-fcbb-4e0c-a100-96fa69ccc7c1" providerId="ADAL" clId="{7508BE03-3346-4B10-A79F-0D78C3723A5A}" dt="2026-09-01T10:21:15.651" v="2" actId="47"/>
        <pc:sldMkLst>
          <pc:docMk/>
          <pc:sldMk cId="1149389291" sldId="258"/>
        </pc:sldMkLst>
      </pc:sldChg>
      <pc:sldChg chg="del">
        <pc:chgData name="Fernandez Ruiz, Beatriz" userId="c17f1ae3-fcbb-4e0c-a100-96fa69ccc7c1" providerId="ADAL" clId="{7508BE03-3346-4B10-A79F-0D78C3723A5A}" dt="2026-09-01T10:21:15.824" v="3" actId="47"/>
        <pc:sldMkLst>
          <pc:docMk/>
          <pc:sldMk cId="43866066" sldId="259"/>
        </pc:sldMkLst>
      </pc:sldChg>
      <pc:sldChg chg="add del">
        <pc:chgData name="Fernandez Ruiz, Beatriz" userId="c17f1ae3-fcbb-4e0c-a100-96fa69ccc7c1" providerId="ADAL" clId="{7508BE03-3346-4B10-A79F-0D78C3723A5A}" dt="2026-09-01T10:21:22.859" v="12" actId="47"/>
        <pc:sldMkLst>
          <pc:docMk/>
          <pc:sldMk cId="3390696531" sldId="260"/>
        </pc:sldMkLst>
      </pc:sldChg>
      <pc:sldChg chg="del">
        <pc:chgData name="Fernandez Ruiz, Beatriz" userId="c17f1ae3-fcbb-4e0c-a100-96fa69ccc7c1" providerId="ADAL" clId="{7508BE03-3346-4B10-A79F-0D78C3723A5A}" dt="2026-09-01T10:21:15.469" v="1" actId="47"/>
        <pc:sldMkLst>
          <pc:docMk/>
          <pc:sldMk cId="356202802" sldId="261"/>
        </pc:sldMkLst>
      </pc:sldChg>
      <pc:sldChg chg="del">
        <pc:chgData name="Fernandez Ruiz, Beatriz" userId="c17f1ae3-fcbb-4e0c-a100-96fa69ccc7c1" providerId="ADAL" clId="{7508BE03-3346-4B10-A79F-0D78C3723A5A}" dt="2026-09-01T10:21:15.278" v="0" actId="47"/>
        <pc:sldMkLst>
          <pc:docMk/>
          <pc:sldMk cId="2118241259" sldId="262"/>
        </pc:sldMkLst>
      </pc:sldChg>
      <pc:sldChg chg="add del">
        <pc:chgData name="Fernandez Ruiz, Beatriz" userId="c17f1ae3-fcbb-4e0c-a100-96fa69ccc7c1" providerId="ADAL" clId="{7508BE03-3346-4B10-A79F-0D78C3723A5A}" dt="2026-09-01T10:21:41.029" v="56" actId="47"/>
        <pc:sldMkLst>
          <pc:docMk/>
          <pc:sldMk cId="51216389" sldId="263"/>
        </pc:sldMkLst>
      </pc:sldChg>
      <pc:sldChg chg="del">
        <pc:chgData name="Fernandez Ruiz, Beatriz" userId="c17f1ae3-fcbb-4e0c-a100-96fa69ccc7c1" providerId="ADAL" clId="{7508BE03-3346-4B10-A79F-0D78C3723A5A}" dt="2026-09-01T10:21:23.719" v="17" actId="47"/>
        <pc:sldMkLst>
          <pc:docMk/>
          <pc:sldMk cId="3503025964" sldId="264"/>
        </pc:sldMkLst>
      </pc:sldChg>
      <pc:sldChg chg="del">
        <pc:chgData name="Fernandez Ruiz, Beatriz" userId="c17f1ae3-fcbb-4e0c-a100-96fa69ccc7c1" providerId="ADAL" clId="{7508BE03-3346-4B10-A79F-0D78C3723A5A}" dt="2026-09-01T10:21:23.549" v="16" actId="47"/>
        <pc:sldMkLst>
          <pc:docMk/>
          <pc:sldMk cId="3375953361" sldId="266"/>
        </pc:sldMkLst>
      </pc:sldChg>
      <pc:sldChg chg="modSp mod">
        <pc:chgData name="Fernandez Ruiz, Beatriz" userId="c17f1ae3-fcbb-4e0c-a100-96fa69ccc7c1" providerId="ADAL" clId="{7508BE03-3346-4B10-A79F-0D78C3723A5A}" dt="2026-09-01T10:22:15.579" v="68" actId="20577"/>
        <pc:sldMkLst>
          <pc:docMk/>
          <pc:sldMk cId="2597502055" sldId="271"/>
        </pc:sldMkLst>
        <pc:spChg chg="mod">
          <ac:chgData name="Fernandez Ruiz, Beatriz" userId="c17f1ae3-fcbb-4e0c-a100-96fa69ccc7c1" providerId="ADAL" clId="{7508BE03-3346-4B10-A79F-0D78C3723A5A}" dt="2026-09-01T10:22:15.579" v="68" actId="20577"/>
          <ac:spMkLst>
            <pc:docMk/>
            <pc:sldMk cId="2597502055" sldId="271"/>
            <ac:spMk id="5" creationId="{EAC30BCE-1AB1-D4BA-D5FA-BA976F1C9C6C}"/>
          </ac:spMkLst>
        </pc:spChg>
      </pc:sldChg>
      <pc:sldChg chg="add del">
        <pc:chgData name="Fernandez Ruiz, Beatriz" userId="c17f1ae3-fcbb-4e0c-a100-96fa69ccc7c1" providerId="ADAL" clId="{7508BE03-3346-4B10-A79F-0D78C3723A5A}" dt="2026-09-01T10:21:36.970" v="46" actId="47"/>
        <pc:sldMkLst>
          <pc:docMk/>
          <pc:sldMk cId="4012983447" sldId="276"/>
        </pc:sldMkLst>
      </pc:sldChg>
      <pc:sldChg chg="add del">
        <pc:chgData name="Fernandez Ruiz, Beatriz" userId="c17f1ae3-fcbb-4e0c-a100-96fa69ccc7c1" providerId="ADAL" clId="{7508BE03-3346-4B10-A79F-0D78C3723A5A}" dt="2026-09-01T10:21:36.498" v="45" actId="47"/>
        <pc:sldMkLst>
          <pc:docMk/>
          <pc:sldMk cId="4256512240" sldId="277"/>
        </pc:sldMkLst>
      </pc:sldChg>
      <pc:sldChg chg="del">
        <pc:chgData name="Fernandez Ruiz, Beatriz" userId="c17f1ae3-fcbb-4e0c-a100-96fa69ccc7c1" providerId="ADAL" clId="{7508BE03-3346-4B10-A79F-0D78C3723A5A}" dt="2026-09-01T10:21:23.911" v="18" actId="47"/>
        <pc:sldMkLst>
          <pc:docMk/>
          <pc:sldMk cId="1385986375" sldId="743"/>
        </pc:sldMkLst>
      </pc:sldChg>
      <pc:sldChg chg="del">
        <pc:chgData name="Fernandez Ruiz, Beatriz" userId="c17f1ae3-fcbb-4e0c-a100-96fa69ccc7c1" providerId="ADAL" clId="{7508BE03-3346-4B10-A79F-0D78C3723A5A}" dt="2026-09-01T10:21:23.189" v="14" actId="47"/>
        <pc:sldMkLst>
          <pc:docMk/>
          <pc:sldMk cId="1276376794" sldId="792"/>
        </pc:sldMkLst>
      </pc:sldChg>
      <pc:sldChg chg="del">
        <pc:chgData name="Fernandez Ruiz, Beatriz" userId="c17f1ae3-fcbb-4e0c-a100-96fa69ccc7c1" providerId="ADAL" clId="{7508BE03-3346-4B10-A79F-0D78C3723A5A}" dt="2026-09-01T10:21:23.365" v="15" actId="47"/>
        <pc:sldMkLst>
          <pc:docMk/>
          <pc:sldMk cId="3645237078" sldId="793"/>
        </pc:sldMkLst>
      </pc:sldChg>
      <pc:sldChg chg="add del">
        <pc:chgData name="Fernandez Ruiz, Beatriz" userId="c17f1ae3-fcbb-4e0c-a100-96fa69ccc7c1" providerId="ADAL" clId="{7508BE03-3346-4B10-A79F-0D78C3723A5A}" dt="2026-09-01T10:21:19.494" v="11" actId="47"/>
        <pc:sldMkLst>
          <pc:docMk/>
          <pc:sldMk cId="1039574733" sldId="796"/>
        </pc:sldMkLst>
      </pc:sldChg>
      <pc:sldChg chg="del">
        <pc:chgData name="Fernandez Ruiz, Beatriz" userId="c17f1ae3-fcbb-4e0c-a100-96fa69ccc7c1" providerId="ADAL" clId="{7508BE03-3346-4B10-A79F-0D78C3723A5A}" dt="2026-09-01T10:21:27.016" v="21" actId="47"/>
        <pc:sldMkLst>
          <pc:docMk/>
          <pc:sldMk cId="888988666" sldId="797"/>
        </pc:sldMkLst>
      </pc:sldChg>
      <pc:sldChg chg="add del">
        <pc:chgData name="Fernandez Ruiz, Beatriz" userId="c17f1ae3-fcbb-4e0c-a100-96fa69ccc7c1" providerId="ADAL" clId="{7508BE03-3346-4B10-A79F-0D78C3723A5A}" dt="2026-09-01T10:21:43.343" v="60" actId="47"/>
        <pc:sldMkLst>
          <pc:docMk/>
          <pc:sldMk cId="1571919436" sldId="798"/>
        </pc:sldMkLst>
      </pc:sldChg>
      <pc:sldChg chg="add del">
        <pc:chgData name="Fernandez Ruiz, Beatriz" userId="c17f1ae3-fcbb-4e0c-a100-96fa69ccc7c1" providerId="ADAL" clId="{7508BE03-3346-4B10-A79F-0D78C3723A5A}" dt="2026-09-01T10:21:43.560" v="61" actId="47"/>
        <pc:sldMkLst>
          <pc:docMk/>
          <pc:sldMk cId="3535340795" sldId="799"/>
        </pc:sldMkLst>
      </pc:sldChg>
      <pc:sldChg chg="add del">
        <pc:chgData name="Fernandez Ruiz, Beatriz" userId="c17f1ae3-fcbb-4e0c-a100-96fa69ccc7c1" providerId="ADAL" clId="{7508BE03-3346-4B10-A79F-0D78C3723A5A}" dt="2026-09-01T10:21:42.420" v="58" actId="47"/>
        <pc:sldMkLst>
          <pc:docMk/>
          <pc:sldMk cId="920175903" sldId="801"/>
        </pc:sldMkLst>
      </pc:sldChg>
      <pc:sldChg chg="add del">
        <pc:chgData name="Fernandez Ruiz, Beatriz" userId="c17f1ae3-fcbb-4e0c-a100-96fa69ccc7c1" providerId="ADAL" clId="{7508BE03-3346-4B10-A79F-0D78C3723A5A}" dt="2026-09-01T10:21:40.534" v="55" actId="47"/>
        <pc:sldMkLst>
          <pc:docMk/>
          <pc:sldMk cId="505763154" sldId="802"/>
        </pc:sldMkLst>
      </pc:sldChg>
      <pc:sldChg chg="add del">
        <pc:chgData name="Fernandez Ruiz, Beatriz" userId="c17f1ae3-fcbb-4e0c-a100-96fa69ccc7c1" providerId="ADAL" clId="{7508BE03-3346-4B10-A79F-0D78C3723A5A}" dt="2026-09-01T10:21:40.325" v="54" actId="47"/>
        <pc:sldMkLst>
          <pc:docMk/>
          <pc:sldMk cId="1639068026" sldId="803"/>
        </pc:sldMkLst>
      </pc:sldChg>
      <pc:sldChg chg="add del">
        <pc:chgData name="Fernandez Ruiz, Beatriz" userId="c17f1ae3-fcbb-4e0c-a100-96fa69ccc7c1" providerId="ADAL" clId="{7508BE03-3346-4B10-A79F-0D78C3723A5A}" dt="2026-09-01T10:21:39.591" v="53" actId="47"/>
        <pc:sldMkLst>
          <pc:docMk/>
          <pc:sldMk cId="2092962849" sldId="804"/>
        </pc:sldMkLst>
      </pc:sldChg>
      <pc:sldChg chg="add del">
        <pc:chgData name="Fernandez Ruiz, Beatriz" userId="c17f1ae3-fcbb-4e0c-a100-96fa69ccc7c1" providerId="ADAL" clId="{7508BE03-3346-4B10-A79F-0D78C3723A5A}" dt="2026-09-01T10:21:42.608" v="59" actId="47"/>
        <pc:sldMkLst>
          <pc:docMk/>
          <pc:sldMk cId="1184058801" sldId="805"/>
        </pc:sldMkLst>
      </pc:sldChg>
      <pc:sldChg chg="add del">
        <pc:chgData name="Fernandez Ruiz, Beatriz" userId="c17f1ae3-fcbb-4e0c-a100-96fa69ccc7c1" providerId="ADAL" clId="{7508BE03-3346-4B10-A79F-0D78C3723A5A}" dt="2026-09-01T10:21:38.751" v="51" actId="47"/>
        <pc:sldMkLst>
          <pc:docMk/>
          <pc:sldMk cId="3456005550" sldId="806"/>
        </pc:sldMkLst>
      </pc:sldChg>
      <pc:sldChg chg="add del">
        <pc:chgData name="Fernandez Ruiz, Beatriz" userId="c17f1ae3-fcbb-4e0c-a100-96fa69ccc7c1" providerId="ADAL" clId="{7508BE03-3346-4B10-A79F-0D78C3723A5A}" dt="2026-09-01T10:21:39.392" v="52" actId="47"/>
        <pc:sldMkLst>
          <pc:docMk/>
          <pc:sldMk cId="1184669770" sldId="807"/>
        </pc:sldMkLst>
      </pc:sldChg>
      <pc:sldChg chg="add del">
        <pc:chgData name="Fernandez Ruiz, Beatriz" userId="c17f1ae3-fcbb-4e0c-a100-96fa69ccc7c1" providerId="ADAL" clId="{7508BE03-3346-4B10-A79F-0D78C3723A5A}" dt="2026-09-01T10:21:35.718" v="43" actId="47"/>
        <pc:sldMkLst>
          <pc:docMk/>
          <pc:sldMk cId="1523829947" sldId="817"/>
        </pc:sldMkLst>
      </pc:sldChg>
      <pc:sldChg chg="del">
        <pc:chgData name="Fernandez Ruiz, Beatriz" userId="c17f1ae3-fcbb-4e0c-a100-96fa69ccc7c1" providerId="ADAL" clId="{7508BE03-3346-4B10-A79F-0D78C3723A5A}" dt="2026-09-01T10:21:24.288" v="20" actId="47"/>
        <pc:sldMkLst>
          <pc:docMk/>
          <pc:sldMk cId="2111326910" sldId="821"/>
        </pc:sldMkLst>
      </pc:sldChg>
      <pc:sldChg chg="del">
        <pc:chgData name="Fernandez Ruiz, Beatriz" userId="c17f1ae3-fcbb-4e0c-a100-96fa69ccc7c1" providerId="ADAL" clId="{7508BE03-3346-4B10-A79F-0D78C3723A5A}" dt="2026-09-01T10:21:16.209" v="5" actId="47"/>
        <pc:sldMkLst>
          <pc:docMk/>
          <pc:sldMk cId="619796253" sldId="826"/>
        </pc:sldMkLst>
      </pc:sldChg>
      <pc:sldChg chg="del">
        <pc:chgData name="Fernandez Ruiz, Beatriz" userId="c17f1ae3-fcbb-4e0c-a100-96fa69ccc7c1" providerId="ADAL" clId="{7508BE03-3346-4B10-A79F-0D78C3723A5A}" dt="2026-09-01T10:21:16.007" v="4" actId="47"/>
        <pc:sldMkLst>
          <pc:docMk/>
          <pc:sldMk cId="3268835224" sldId="827"/>
        </pc:sldMkLst>
      </pc:sldChg>
      <pc:sldChg chg="del">
        <pc:chgData name="Fernandez Ruiz, Beatriz" userId="c17f1ae3-fcbb-4e0c-a100-96fa69ccc7c1" providerId="ADAL" clId="{7508BE03-3346-4B10-A79F-0D78C3723A5A}" dt="2026-09-01T10:21:55.936" v="62" actId="47"/>
        <pc:sldMkLst>
          <pc:docMk/>
          <pc:sldMk cId="377003692" sldId="828"/>
        </pc:sldMkLst>
      </pc:sldChg>
      <pc:sldChg chg="add del">
        <pc:chgData name="Fernandez Ruiz, Beatriz" userId="c17f1ae3-fcbb-4e0c-a100-96fa69ccc7c1" providerId="ADAL" clId="{7508BE03-3346-4B10-A79F-0D78C3723A5A}" dt="2026-09-01T10:21:23.015" v="13" actId="47"/>
        <pc:sldMkLst>
          <pc:docMk/>
          <pc:sldMk cId="3906698296" sldId="834"/>
        </pc:sldMkLst>
      </pc:sldChg>
      <pc:sldChg chg="del">
        <pc:chgData name="Fernandez Ruiz, Beatriz" userId="c17f1ae3-fcbb-4e0c-a100-96fa69ccc7c1" providerId="ADAL" clId="{7508BE03-3346-4B10-A79F-0D78C3723A5A}" dt="2026-09-01T10:21:24.123" v="19" actId="47"/>
        <pc:sldMkLst>
          <pc:docMk/>
          <pc:sldMk cId="717849635" sldId="835"/>
        </pc:sldMkLst>
      </pc:sldChg>
      <pc:sldChg chg="add del">
        <pc:chgData name="Fernandez Ruiz, Beatriz" userId="c17f1ae3-fcbb-4e0c-a100-96fa69ccc7c1" providerId="ADAL" clId="{7508BE03-3346-4B10-A79F-0D78C3723A5A}" dt="2026-09-01T10:21:38.530" v="50" actId="47"/>
        <pc:sldMkLst>
          <pc:docMk/>
          <pc:sldMk cId="1405858034" sldId="837"/>
        </pc:sldMkLst>
      </pc:sldChg>
      <pc:sldChg chg="add del">
        <pc:chgData name="Fernandez Ruiz, Beatriz" userId="c17f1ae3-fcbb-4e0c-a100-96fa69ccc7c1" providerId="ADAL" clId="{7508BE03-3346-4B10-A79F-0D78C3723A5A}" dt="2026-09-01T10:21:37.915" v="48" actId="47"/>
        <pc:sldMkLst>
          <pc:docMk/>
          <pc:sldMk cId="1980602256" sldId="838"/>
        </pc:sldMkLst>
      </pc:sldChg>
      <pc:sldChg chg="add del">
        <pc:chgData name="Fernandez Ruiz, Beatriz" userId="c17f1ae3-fcbb-4e0c-a100-96fa69ccc7c1" providerId="ADAL" clId="{7508BE03-3346-4B10-A79F-0D78C3723A5A}" dt="2026-09-01T10:21:37.436" v="47" actId="47"/>
        <pc:sldMkLst>
          <pc:docMk/>
          <pc:sldMk cId="1093095546" sldId="839"/>
        </pc:sldMkLst>
      </pc:sldChg>
      <pc:sldChg chg="add del">
        <pc:chgData name="Fernandez Ruiz, Beatriz" userId="c17f1ae3-fcbb-4e0c-a100-96fa69ccc7c1" providerId="ADAL" clId="{7508BE03-3346-4B10-A79F-0D78C3723A5A}" dt="2026-09-01T10:21:38.302" v="49" actId="47"/>
        <pc:sldMkLst>
          <pc:docMk/>
          <pc:sldMk cId="3299268497" sldId="840"/>
        </pc:sldMkLst>
      </pc:sldChg>
      <pc:sldChg chg="add del">
        <pc:chgData name="Fernandez Ruiz, Beatriz" userId="c17f1ae3-fcbb-4e0c-a100-96fa69ccc7c1" providerId="ADAL" clId="{7508BE03-3346-4B10-A79F-0D78C3723A5A}" dt="2026-09-01T10:21:36.093" v="44" actId="47"/>
        <pc:sldMkLst>
          <pc:docMk/>
          <pc:sldMk cId="1400926646" sldId="841"/>
        </pc:sldMkLst>
      </pc:sldChg>
      <pc:sldChg chg="add del">
        <pc:chgData name="Fernandez Ruiz, Beatriz" userId="c17f1ae3-fcbb-4e0c-a100-96fa69ccc7c1" providerId="ADAL" clId="{7508BE03-3346-4B10-A79F-0D78C3723A5A}" dt="2026-09-01T10:21:35.490" v="42" actId="47"/>
        <pc:sldMkLst>
          <pc:docMk/>
          <pc:sldMk cId="257909999" sldId="842"/>
        </pc:sldMkLst>
      </pc:sldChg>
    </pc:docChg>
  </pc:docChgLst>
  <pc:docChgLst>
    <pc:chgData name="Fernandez Ruiz, Beatriz" userId="c17f1ae3-fcbb-4e0c-a100-96fa69ccc7c1" providerId="ADAL" clId="{F333056E-48AA-4232-8694-7E568351CEFC}"/>
    <pc:docChg chg="undo custSel addSld delSld modSld sldOrd">
      <pc:chgData name="Fernandez Ruiz, Beatriz" userId="c17f1ae3-fcbb-4e0c-a100-96fa69ccc7c1" providerId="ADAL" clId="{F333056E-48AA-4232-8694-7E568351CEFC}" dt="2026-07-21T13:57:55.277" v="10487" actId="1076"/>
      <pc:docMkLst>
        <pc:docMk/>
      </pc:docMkLst>
      <pc:sldChg chg="modSp mod">
        <pc:chgData name="Fernandez Ruiz, Beatriz" userId="c17f1ae3-fcbb-4e0c-a100-96fa69ccc7c1" providerId="ADAL" clId="{F333056E-48AA-4232-8694-7E568351CEFC}" dt="2026-07-16T10:05:11.215" v="32" actId="20577"/>
        <pc:sldMkLst>
          <pc:docMk/>
          <pc:sldMk cId="2003285513" sldId="256"/>
        </pc:sldMkLst>
        <pc:spChg chg="mod">
          <ac:chgData name="Fernandez Ruiz, Beatriz" userId="c17f1ae3-fcbb-4e0c-a100-96fa69ccc7c1" providerId="ADAL" clId="{F333056E-48AA-4232-8694-7E568351CEFC}" dt="2026-07-16T10:05:11.215" v="32" actId="20577"/>
          <ac:spMkLst>
            <pc:docMk/>
            <pc:sldMk cId="2003285513" sldId="256"/>
            <ac:spMk id="3" creationId="{B0AA5775-ECB2-4397-A924-C290F5043010}"/>
          </ac:spMkLst>
        </pc:spChg>
      </pc:sldChg>
      <pc:sldChg chg="addSp modSp add mod">
        <pc:chgData name="Fernandez Ruiz, Beatriz" userId="c17f1ae3-fcbb-4e0c-a100-96fa69ccc7c1" providerId="ADAL" clId="{F333056E-48AA-4232-8694-7E568351CEFC}" dt="2026-07-16T18:09:02.881" v="5969" actId="1076"/>
        <pc:sldMkLst>
          <pc:docMk/>
          <pc:sldMk cId="1149389291" sldId="258"/>
        </pc:sldMkLst>
        <pc:spChg chg="mod">
          <ac:chgData name="Fernandez Ruiz, Beatriz" userId="c17f1ae3-fcbb-4e0c-a100-96fa69ccc7c1" providerId="ADAL" clId="{F333056E-48AA-4232-8694-7E568351CEFC}" dt="2026-07-16T18:08:24.539" v="5866" actId="20577"/>
          <ac:spMkLst>
            <pc:docMk/>
            <pc:sldMk cId="1149389291" sldId="258"/>
            <ac:spMk id="3" creationId="{99D795F6-C561-9CF3-FB89-653F6F868F52}"/>
          </ac:spMkLst>
        </pc:spChg>
        <pc:spChg chg="add mod">
          <ac:chgData name="Fernandez Ruiz, Beatriz" userId="c17f1ae3-fcbb-4e0c-a100-96fa69ccc7c1" providerId="ADAL" clId="{F333056E-48AA-4232-8694-7E568351CEFC}" dt="2026-07-16T18:09:02.881" v="5969" actId="1076"/>
          <ac:spMkLst>
            <pc:docMk/>
            <pc:sldMk cId="1149389291" sldId="258"/>
            <ac:spMk id="5" creationId="{F1EE5AE5-3FC6-9A59-99B6-EA421B8FF330}"/>
          </ac:spMkLst>
        </pc:spChg>
      </pc:sldChg>
      <pc:sldChg chg="del">
        <pc:chgData name="Fernandez Ruiz, Beatriz" userId="c17f1ae3-fcbb-4e0c-a100-96fa69ccc7c1" providerId="ADAL" clId="{F333056E-48AA-4232-8694-7E568351CEFC}" dt="2026-07-16T17:00:40.761" v="3930" actId="2696"/>
        <pc:sldMkLst>
          <pc:docMk/>
          <pc:sldMk cId="3609287146" sldId="258"/>
        </pc:sldMkLst>
      </pc:sldChg>
      <pc:sldChg chg="add">
        <pc:chgData name="Fernandez Ruiz, Beatriz" userId="c17f1ae3-fcbb-4e0c-a100-96fa69ccc7c1" providerId="ADAL" clId="{F333056E-48AA-4232-8694-7E568351CEFC}" dt="2026-07-16T18:09:23.047" v="5971"/>
        <pc:sldMkLst>
          <pc:docMk/>
          <pc:sldMk cId="43866066" sldId="259"/>
        </pc:sldMkLst>
      </pc:sldChg>
      <pc:sldChg chg="modSp add del mod ord">
        <pc:chgData name="Fernandez Ruiz, Beatriz" userId="c17f1ae3-fcbb-4e0c-a100-96fa69ccc7c1" providerId="ADAL" clId="{F333056E-48AA-4232-8694-7E568351CEFC}" dt="2026-07-16T18:09:20.150" v="5970" actId="2696"/>
        <pc:sldMkLst>
          <pc:docMk/>
          <pc:sldMk cId="2580842313" sldId="259"/>
        </pc:sldMkLst>
        <pc:spChg chg="mod">
          <ac:chgData name="Fernandez Ruiz, Beatriz" userId="c17f1ae3-fcbb-4e0c-a100-96fa69ccc7c1" providerId="ADAL" clId="{F333056E-48AA-4232-8694-7E568351CEFC}" dt="2026-07-16T17:11:05.429" v="4221" actId="113"/>
          <ac:spMkLst>
            <pc:docMk/>
            <pc:sldMk cId="2580842313" sldId="259"/>
            <ac:spMk id="2" creationId="{8B4183A8-3418-9762-2D12-FF121239A880}"/>
          </ac:spMkLst>
        </pc:spChg>
        <pc:spChg chg="mod">
          <ac:chgData name="Fernandez Ruiz, Beatriz" userId="c17f1ae3-fcbb-4e0c-a100-96fa69ccc7c1" providerId="ADAL" clId="{F333056E-48AA-4232-8694-7E568351CEFC}" dt="2026-07-16T17:05:55.271" v="4158" actId="113"/>
          <ac:spMkLst>
            <pc:docMk/>
            <pc:sldMk cId="2580842313" sldId="259"/>
            <ac:spMk id="4" creationId="{C7A49446-4DF0-678D-4727-423B061096EA}"/>
          </ac:spMkLst>
        </pc:spChg>
        <pc:spChg chg="mod">
          <ac:chgData name="Fernandez Ruiz, Beatriz" userId="c17f1ae3-fcbb-4e0c-a100-96fa69ccc7c1" providerId="ADAL" clId="{F333056E-48AA-4232-8694-7E568351CEFC}" dt="2026-07-16T17:05:26.789" v="4154" actId="1076"/>
          <ac:spMkLst>
            <pc:docMk/>
            <pc:sldMk cId="2580842313" sldId="259"/>
            <ac:spMk id="7" creationId="{90DA21EE-C144-B13E-9FEC-78130AFF7991}"/>
          </ac:spMkLst>
        </pc:spChg>
        <pc:picChg chg="mod">
          <ac:chgData name="Fernandez Ruiz, Beatriz" userId="c17f1ae3-fcbb-4e0c-a100-96fa69ccc7c1" providerId="ADAL" clId="{F333056E-48AA-4232-8694-7E568351CEFC}" dt="2026-07-16T17:05:29.165" v="4155" actId="1076"/>
          <ac:picMkLst>
            <pc:docMk/>
            <pc:sldMk cId="2580842313" sldId="259"/>
            <ac:picMk id="3" creationId="{C22A3301-DE66-65C7-034E-F8F5C1E680B8}"/>
          </ac:picMkLst>
        </pc:picChg>
      </pc:sldChg>
      <pc:sldChg chg="del">
        <pc:chgData name="Fernandez Ruiz, Beatriz" userId="c17f1ae3-fcbb-4e0c-a100-96fa69ccc7c1" providerId="ADAL" clId="{F333056E-48AA-4232-8694-7E568351CEFC}" dt="2026-07-16T17:00:40.761" v="3930" actId="2696"/>
        <pc:sldMkLst>
          <pc:docMk/>
          <pc:sldMk cId="2774535957" sldId="259"/>
        </pc:sldMkLst>
      </pc:sldChg>
      <pc:sldChg chg="addSp delSp modSp mod">
        <pc:chgData name="Fernandez Ruiz, Beatriz" userId="c17f1ae3-fcbb-4e0c-a100-96fa69ccc7c1" providerId="ADAL" clId="{F333056E-48AA-4232-8694-7E568351CEFC}" dt="2026-07-16T20:54:04.467" v="10232" actId="1076"/>
        <pc:sldMkLst>
          <pc:docMk/>
          <pc:sldMk cId="3390696531" sldId="260"/>
        </pc:sldMkLst>
        <pc:spChg chg="mod">
          <ac:chgData name="Fernandez Ruiz, Beatriz" userId="c17f1ae3-fcbb-4e0c-a100-96fa69ccc7c1" providerId="ADAL" clId="{F333056E-48AA-4232-8694-7E568351CEFC}" dt="2026-07-16T17:31:51.764" v="4307" actId="1076"/>
          <ac:spMkLst>
            <pc:docMk/>
            <pc:sldMk cId="3390696531" sldId="260"/>
            <ac:spMk id="4" creationId="{F7822C8B-48CB-D9FC-23D2-DF0DEC5AC30F}"/>
          </ac:spMkLst>
        </pc:spChg>
        <pc:spChg chg="add del mod">
          <ac:chgData name="Fernandez Ruiz, Beatriz" userId="c17f1ae3-fcbb-4e0c-a100-96fa69ccc7c1" providerId="ADAL" clId="{F333056E-48AA-4232-8694-7E568351CEFC}" dt="2026-07-16T17:31:57.436" v="4310"/>
          <ac:spMkLst>
            <pc:docMk/>
            <pc:sldMk cId="3390696531" sldId="260"/>
            <ac:spMk id="7" creationId="{B5368B21-F631-5BAE-1A7E-C26024CA6AC0}"/>
          </ac:spMkLst>
        </pc:spChg>
        <pc:spChg chg="add mod">
          <ac:chgData name="Fernandez Ruiz, Beatriz" userId="c17f1ae3-fcbb-4e0c-a100-96fa69ccc7c1" providerId="ADAL" clId="{F333056E-48AA-4232-8694-7E568351CEFC}" dt="2026-07-16T20:54:04.467" v="10232" actId="1076"/>
          <ac:spMkLst>
            <pc:docMk/>
            <pc:sldMk cId="3390696531" sldId="260"/>
            <ac:spMk id="8" creationId="{CB36F500-997F-4C62-28B6-EC2AD02D78DA}"/>
          </ac:spMkLst>
        </pc:spChg>
        <pc:picChg chg="add mod">
          <ac:chgData name="Fernandez Ruiz, Beatriz" userId="c17f1ae3-fcbb-4e0c-a100-96fa69ccc7c1" providerId="ADAL" clId="{F333056E-48AA-4232-8694-7E568351CEFC}" dt="2026-07-16T17:30:43.775" v="4224"/>
          <ac:picMkLst>
            <pc:docMk/>
            <pc:sldMk cId="3390696531" sldId="260"/>
            <ac:picMk id="2" creationId="{9798D7C0-B608-4CDE-E435-2B6882615C6B}"/>
          </ac:picMkLst>
        </pc:picChg>
        <pc:picChg chg="mod modCrop">
          <ac:chgData name="Fernandez Ruiz, Beatriz" userId="c17f1ae3-fcbb-4e0c-a100-96fa69ccc7c1" providerId="ADAL" clId="{F333056E-48AA-4232-8694-7E568351CEFC}" dt="2026-07-16T17:31:48.413" v="4306" actId="1076"/>
          <ac:picMkLst>
            <pc:docMk/>
            <pc:sldMk cId="3390696531" sldId="260"/>
            <ac:picMk id="3" creationId="{A5F394DF-09A7-0286-5C41-5549145750B8}"/>
          </ac:picMkLst>
        </pc:picChg>
      </pc:sldChg>
      <pc:sldChg chg="addSp modSp add mod">
        <pc:chgData name="Fernandez Ruiz, Beatriz" userId="c17f1ae3-fcbb-4e0c-a100-96fa69ccc7c1" providerId="ADAL" clId="{F333056E-48AA-4232-8694-7E568351CEFC}" dt="2026-07-16T18:09:40.163" v="5975" actId="1076"/>
        <pc:sldMkLst>
          <pc:docMk/>
          <pc:sldMk cId="356202802" sldId="261"/>
        </pc:sldMkLst>
        <pc:spChg chg="add mod">
          <ac:chgData name="Fernandez Ruiz, Beatriz" userId="c17f1ae3-fcbb-4e0c-a100-96fa69ccc7c1" providerId="ADAL" clId="{F333056E-48AA-4232-8694-7E568351CEFC}" dt="2026-07-16T17:02:09.392" v="4126" actId="1076"/>
          <ac:spMkLst>
            <pc:docMk/>
            <pc:sldMk cId="356202802" sldId="261"/>
            <ac:spMk id="2" creationId="{744099BE-02BE-0241-69B4-7C1FD4898D8E}"/>
          </ac:spMkLst>
        </pc:spChg>
        <pc:spChg chg="mod">
          <ac:chgData name="Fernandez Ruiz, Beatriz" userId="c17f1ae3-fcbb-4e0c-a100-96fa69ccc7c1" providerId="ADAL" clId="{F333056E-48AA-4232-8694-7E568351CEFC}" dt="2026-07-16T18:09:40.163" v="5975" actId="1076"/>
          <ac:spMkLst>
            <pc:docMk/>
            <pc:sldMk cId="356202802" sldId="261"/>
            <ac:spMk id="4" creationId="{1E34E195-2A73-9E7A-CA7D-F3D04035DECD}"/>
          </ac:spMkLst>
        </pc:spChg>
        <pc:picChg chg="mod">
          <ac:chgData name="Fernandez Ruiz, Beatriz" userId="c17f1ae3-fcbb-4e0c-a100-96fa69ccc7c1" providerId="ADAL" clId="{F333056E-48AA-4232-8694-7E568351CEFC}" dt="2026-07-16T17:01:05.758" v="3933" actId="1076"/>
          <ac:picMkLst>
            <pc:docMk/>
            <pc:sldMk cId="356202802" sldId="261"/>
            <ac:picMk id="3" creationId="{1C593405-0BBA-50EF-6EC7-991BF3EB7342}"/>
          </ac:picMkLst>
        </pc:picChg>
      </pc:sldChg>
      <pc:sldChg chg="del">
        <pc:chgData name="Fernandez Ruiz, Beatriz" userId="c17f1ae3-fcbb-4e0c-a100-96fa69ccc7c1" providerId="ADAL" clId="{F333056E-48AA-4232-8694-7E568351CEFC}" dt="2026-07-16T17:00:40.761" v="3930" actId="2696"/>
        <pc:sldMkLst>
          <pc:docMk/>
          <pc:sldMk cId="592706774" sldId="261"/>
        </pc:sldMkLst>
      </pc:sldChg>
      <pc:sldChg chg="addSp modSp mod">
        <pc:chgData name="Fernandez Ruiz, Beatriz" userId="c17f1ae3-fcbb-4e0c-a100-96fa69ccc7c1" providerId="ADAL" clId="{F333056E-48AA-4232-8694-7E568351CEFC}" dt="2026-07-16T16:59:53.449" v="3909" actId="20577"/>
        <pc:sldMkLst>
          <pc:docMk/>
          <pc:sldMk cId="2118241259" sldId="262"/>
        </pc:sldMkLst>
        <pc:spChg chg="add mod">
          <ac:chgData name="Fernandez Ruiz, Beatriz" userId="c17f1ae3-fcbb-4e0c-a100-96fa69ccc7c1" providerId="ADAL" clId="{F333056E-48AA-4232-8694-7E568351CEFC}" dt="2026-07-16T16:59:53.449" v="3909" actId="20577"/>
          <ac:spMkLst>
            <pc:docMk/>
            <pc:sldMk cId="2118241259" sldId="262"/>
            <ac:spMk id="5" creationId="{4DF8117F-67A0-7866-BFE8-062312716C84}"/>
          </ac:spMkLst>
        </pc:spChg>
      </pc:sldChg>
      <pc:sldChg chg="addSp delSp modSp mod">
        <pc:chgData name="Fernandez Ruiz, Beatriz" userId="c17f1ae3-fcbb-4e0c-a100-96fa69ccc7c1" providerId="ADAL" clId="{F333056E-48AA-4232-8694-7E568351CEFC}" dt="2026-07-16T18:04:24.252" v="5853" actId="1076"/>
        <pc:sldMkLst>
          <pc:docMk/>
          <pc:sldMk cId="3503025964" sldId="264"/>
        </pc:sldMkLst>
        <pc:spChg chg="add mod">
          <ac:chgData name="Fernandez Ruiz, Beatriz" userId="c17f1ae3-fcbb-4e0c-a100-96fa69ccc7c1" providerId="ADAL" clId="{F333056E-48AA-4232-8694-7E568351CEFC}" dt="2026-07-16T18:03:40.304" v="5851" actId="20577"/>
          <ac:spMkLst>
            <pc:docMk/>
            <pc:sldMk cId="3503025964" sldId="264"/>
            <ac:spMk id="2" creationId="{0D00D56D-7F15-3EDF-60F3-7D9F3FA15D09}"/>
          </ac:spMkLst>
        </pc:spChg>
        <pc:spChg chg="mod">
          <ac:chgData name="Fernandez Ruiz, Beatriz" userId="c17f1ae3-fcbb-4e0c-a100-96fa69ccc7c1" providerId="ADAL" clId="{F333056E-48AA-4232-8694-7E568351CEFC}" dt="2026-07-16T18:02:17.442" v="5774" actId="20577"/>
          <ac:spMkLst>
            <pc:docMk/>
            <pc:sldMk cId="3503025964" sldId="264"/>
            <ac:spMk id="4" creationId="{1F06797E-AA3B-2383-5F8D-5074B61AB65F}"/>
          </ac:spMkLst>
        </pc:spChg>
        <pc:spChg chg="del">
          <ac:chgData name="Fernandez Ruiz, Beatriz" userId="c17f1ae3-fcbb-4e0c-a100-96fa69ccc7c1" providerId="ADAL" clId="{F333056E-48AA-4232-8694-7E568351CEFC}" dt="2026-07-16T18:02:19.837" v="5775" actId="478"/>
          <ac:spMkLst>
            <pc:docMk/>
            <pc:sldMk cId="3503025964" sldId="264"/>
            <ac:spMk id="5" creationId="{7B8AD611-3360-4131-9F65-598E78A21DBF}"/>
          </ac:spMkLst>
        </pc:spChg>
        <pc:picChg chg="mod">
          <ac:chgData name="Fernandez Ruiz, Beatriz" userId="c17f1ae3-fcbb-4e0c-a100-96fa69ccc7c1" providerId="ADAL" clId="{F333056E-48AA-4232-8694-7E568351CEFC}" dt="2026-07-16T18:04:24.252" v="5853" actId="1076"/>
          <ac:picMkLst>
            <pc:docMk/>
            <pc:sldMk cId="3503025964" sldId="264"/>
            <ac:picMk id="3" creationId="{8D9896F6-75DC-B2E0-BE59-1FB01F355918}"/>
          </ac:picMkLst>
        </pc:picChg>
      </pc:sldChg>
      <pc:sldChg chg="addSp delSp modSp mod">
        <pc:chgData name="Fernandez Ruiz, Beatriz" userId="c17f1ae3-fcbb-4e0c-a100-96fa69ccc7c1" providerId="ADAL" clId="{F333056E-48AA-4232-8694-7E568351CEFC}" dt="2026-07-16T18:05:00.949" v="5864" actId="1076"/>
        <pc:sldMkLst>
          <pc:docMk/>
          <pc:sldMk cId="3375953361" sldId="266"/>
        </pc:sldMkLst>
        <pc:spChg chg="add mod">
          <ac:chgData name="Fernandez Ruiz, Beatriz" userId="c17f1ae3-fcbb-4e0c-a100-96fa69ccc7c1" providerId="ADAL" clId="{F333056E-48AA-4232-8694-7E568351CEFC}" dt="2026-07-16T18:04:57.441" v="5863" actId="1076"/>
          <ac:spMkLst>
            <pc:docMk/>
            <pc:sldMk cId="3375953361" sldId="266"/>
            <ac:spMk id="2" creationId="{B58ABAC4-A48B-3F72-F78D-0FB179F3C424}"/>
          </ac:spMkLst>
        </pc:spChg>
        <pc:spChg chg="mod">
          <ac:chgData name="Fernandez Ruiz, Beatriz" userId="c17f1ae3-fcbb-4e0c-a100-96fa69ccc7c1" providerId="ADAL" clId="{F333056E-48AA-4232-8694-7E568351CEFC}" dt="2026-07-16T17:57:28.616" v="5638" actId="20577"/>
          <ac:spMkLst>
            <pc:docMk/>
            <pc:sldMk cId="3375953361" sldId="266"/>
            <ac:spMk id="4" creationId="{08477684-827F-715A-9D56-190DEC5F0084}"/>
          </ac:spMkLst>
        </pc:spChg>
        <pc:spChg chg="del">
          <ac:chgData name="Fernandez Ruiz, Beatriz" userId="c17f1ae3-fcbb-4e0c-a100-96fa69ccc7c1" providerId="ADAL" clId="{F333056E-48AA-4232-8694-7E568351CEFC}" dt="2026-07-16T17:57:31.937" v="5639" actId="478"/>
          <ac:spMkLst>
            <pc:docMk/>
            <pc:sldMk cId="3375953361" sldId="266"/>
            <ac:spMk id="5" creationId="{E7844BFA-B70C-4455-A378-95C93FEB7177}"/>
          </ac:spMkLst>
        </pc:spChg>
        <pc:spChg chg="add mod">
          <ac:chgData name="Fernandez Ruiz, Beatriz" userId="c17f1ae3-fcbb-4e0c-a100-96fa69ccc7c1" providerId="ADAL" clId="{F333056E-48AA-4232-8694-7E568351CEFC}" dt="2026-07-16T18:04:50.977" v="5861" actId="164"/>
          <ac:spMkLst>
            <pc:docMk/>
            <pc:sldMk cId="3375953361" sldId="266"/>
            <ac:spMk id="6" creationId="{D5BA88EC-F6E7-C013-BFB9-CCB1515C53A2}"/>
          </ac:spMkLst>
        </pc:spChg>
        <pc:spChg chg="add mod">
          <ac:chgData name="Fernandez Ruiz, Beatriz" userId="c17f1ae3-fcbb-4e0c-a100-96fa69ccc7c1" providerId="ADAL" clId="{F333056E-48AA-4232-8694-7E568351CEFC}" dt="2026-07-16T18:04:50.977" v="5861" actId="164"/>
          <ac:spMkLst>
            <pc:docMk/>
            <pc:sldMk cId="3375953361" sldId="266"/>
            <ac:spMk id="7" creationId="{CBE39718-F681-6BD3-C499-6DFFDCB44A6B}"/>
          </ac:spMkLst>
        </pc:spChg>
        <pc:spChg chg="add mod">
          <ac:chgData name="Fernandez Ruiz, Beatriz" userId="c17f1ae3-fcbb-4e0c-a100-96fa69ccc7c1" providerId="ADAL" clId="{F333056E-48AA-4232-8694-7E568351CEFC}" dt="2026-07-16T18:04:50.977" v="5861" actId="164"/>
          <ac:spMkLst>
            <pc:docMk/>
            <pc:sldMk cId="3375953361" sldId="266"/>
            <ac:spMk id="8" creationId="{4E4D01A7-0051-06C3-B2B7-043D4CD94BDA}"/>
          </ac:spMkLst>
        </pc:spChg>
        <pc:grpChg chg="add mod">
          <ac:chgData name="Fernandez Ruiz, Beatriz" userId="c17f1ae3-fcbb-4e0c-a100-96fa69ccc7c1" providerId="ADAL" clId="{F333056E-48AA-4232-8694-7E568351CEFC}" dt="2026-07-16T18:05:00.949" v="5864" actId="1076"/>
          <ac:grpSpMkLst>
            <pc:docMk/>
            <pc:sldMk cId="3375953361" sldId="266"/>
            <ac:grpSpMk id="9" creationId="{5FCB8801-31E3-DC5A-5E61-2C7140CF854F}"/>
          </ac:grpSpMkLst>
        </pc:grpChg>
        <pc:picChg chg="mod">
          <ac:chgData name="Fernandez Ruiz, Beatriz" userId="c17f1ae3-fcbb-4e0c-a100-96fa69ccc7c1" providerId="ADAL" clId="{F333056E-48AA-4232-8694-7E568351CEFC}" dt="2026-07-16T18:04:50.977" v="5861" actId="164"/>
          <ac:picMkLst>
            <pc:docMk/>
            <pc:sldMk cId="3375953361" sldId="266"/>
            <ac:picMk id="3" creationId="{3B5CAF8E-E412-B6B9-A57A-DDBA3C50CB79}"/>
          </ac:picMkLst>
        </pc:picChg>
      </pc:sldChg>
      <pc:sldChg chg="modSp add mod">
        <pc:chgData name="Fernandez Ruiz, Beatriz" userId="c17f1ae3-fcbb-4e0c-a100-96fa69ccc7c1" providerId="ADAL" clId="{F333056E-48AA-4232-8694-7E568351CEFC}" dt="2026-07-16T19:06:07.679" v="7398" actId="20577"/>
        <pc:sldMkLst>
          <pc:docMk/>
          <pc:sldMk cId="4012983447" sldId="276"/>
        </pc:sldMkLst>
        <pc:spChg chg="mod">
          <ac:chgData name="Fernandez Ruiz, Beatriz" userId="c17f1ae3-fcbb-4e0c-a100-96fa69ccc7c1" providerId="ADAL" clId="{F333056E-48AA-4232-8694-7E568351CEFC}" dt="2026-07-16T19:06:07.679" v="7398" actId="20577"/>
          <ac:spMkLst>
            <pc:docMk/>
            <pc:sldMk cId="4012983447" sldId="276"/>
            <ac:spMk id="20" creationId="{CE68750D-5A2E-2E1B-B451-72F4D1BE91FE}"/>
          </ac:spMkLst>
        </pc:spChg>
      </pc:sldChg>
      <pc:sldChg chg="modSp add mod modAnim">
        <pc:chgData name="Fernandez Ruiz, Beatriz" userId="c17f1ae3-fcbb-4e0c-a100-96fa69ccc7c1" providerId="ADAL" clId="{F333056E-48AA-4232-8694-7E568351CEFC}" dt="2026-07-16T19:07:58.823" v="7402"/>
        <pc:sldMkLst>
          <pc:docMk/>
          <pc:sldMk cId="4256512240" sldId="277"/>
        </pc:sldMkLst>
        <pc:spChg chg="mod">
          <ac:chgData name="Fernandez Ruiz, Beatriz" userId="c17f1ae3-fcbb-4e0c-a100-96fa69ccc7c1" providerId="ADAL" clId="{F333056E-48AA-4232-8694-7E568351CEFC}" dt="2026-07-16T19:07:13.642" v="7400" actId="403"/>
          <ac:spMkLst>
            <pc:docMk/>
            <pc:sldMk cId="4256512240" sldId="277"/>
            <ac:spMk id="37" creationId="{9942EEE1-BD9E-9992-BBE3-FC2FBADCC4AE}"/>
          </ac:spMkLst>
        </pc:spChg>
        <pc:spChg chg="mod">
          <ac:chgData name="Fernandez Ruiz, Beatriz" userId="c17f1ae3-fcbb-4e0c-a100-96fa69ccc7c1" providerId="ADAL" clId="{F333056E-48AA-4232-8694-7E568351CEFC}" dt="2026-07-16T19:07:17.060" v="7401" actId="1076"/>
          <ac:spMkLst>
            <pc:docMk/>
            <pc:sldMk cId="4256512240" sldId="277"/>
            <ac:spMk id="38" creationId="{66B668FB-6EA3-C245-7749-E0867DFF5B1F}"/>
          </ac:spMkLst>
        </pc:spChg>
      </pc:sldChg>
      <pc:sldChg chg="add del">
        <pc:chgData name="Fernandez Ruiz, Beatriz" userId="c17f1ae3-fcbb-4e0c-a100-96fa69ccc7c1" providerId="ADAL" clId="{F333056E-48AA-4232-8694-7E568351CEFC}" dt="2026-07-16T10:05:13.211" v="33" actId="47"/>
        <pc:sldMkLst>
          <pc:docMk/>
          <pc:sldMk cId="3156651713" sldId="298"/>
        </pc:sldMkLst>
      </pc:sldChg>
      <pc:sldChg chg="addSp modSp add mod">
        <pc:chgData name="Fernandez Ruiz, Beatriz" userId="c17f1ae3-fcbb-4e0c-a100-96fa69ccc7c1" providerId="ADAL" clId="{F333056E-48AA-4232-8694-7E568351CEFC}" dt="2026-07-21T13:47:49.765" v="10484" actId="1076"/>
        <pc:sldMkLst>
          <pc:docMk/>
          <pc:sldMk cId="3087974928" sldId="305"/>
        </pc:sldMkLst>
        <pc:spChg chg="add mod">
          <ac:chgData name="Fernandez Ruiz, Beatriz" userId="c17f1ae3-fcbb-4e0c-a100-96fa69ccc7c1" providerId="ADAL" clId="{F333056E-48AA-4232-8694-7E568351CEFC}" dt="2026-07-21T13:47:49.765" v="10484" actId="1076"/>
          <ac:spMkLst>
            <pc:docMk/>
            <pc:sldMk cId="3087974928" sldId="305"/>
            <ac:spMk id="3" creationId="{818F073B-7696-A760-5862-295D43FB9F74}"/>
          </ac:spMkLst>
        </pc:spChg>
      </pc:sldChg>
      <pc:sldChg chg="del ord">
        <pc:chgData name="Fernandez Ruiz, Beatriz" userId="c17f1ae3-fcbb-4e0c-a100-96fa69ccc7c1" providerId="ADAL" clId="{F333056E-48AA-4232-8694-7E568351CEFC}" dt="2026-07-16T15:28:06.159" v="1889" actId="47"/>
        <pc:sldMkLst>
          <pc:docMk/>
          <pc:sldMk cId="3349458299" sldId="309"/>
        </pc:sldMkLst>
      </pc:sldChg>
      <pc:sldChg chg="add del">
        <pc:chgData name="Fernandez Ruiz, Beatriz" userId="c17f1ae3-fcbb-4e0c-a100-96fa69ccc7c1" providerId="ADAL" clId="{F333056E-48AA-4232-8694-7E568351CEFC}" dt="2026-07-16T20:34:13.040" v="8598" actId="2696"/>
        <pc:sldMkLst>
          <pc:docMk/>
          <pc:sldMk cId="1519594927" sldId="311"/>
        </pc:sldMkLst>
      </pc:sldChg>
      <pc:sldChg chg="add">
        <pc:chgData name="Fernandez Ruiz, Beatriz" userId="c17f1ae3-fcbb-4e0c-a100-96fa69ccc7c1" providerId="ADAL" clId="{F333056E-48AA-4232-8694-7E568351CEFC}" dt="2026-07-16T20:34:18.535" v="8599"/>
        <pc:sldMkLst>
          <pc:docMk/>
          <pc:sldMk cId="4080026303" sldId="311"/>
        </pc:sldMkLst>
      </pc:sldChg>
      <pc:sldChg chg="addSp delSp modSp add del mod">
        <pc:chgData name="Fernandez Ruiz, Beatriz" userId="c17f1ae3-fcbb-4e0c-a100-96fa69ccc7c1" providerId="ADAL" clId="{F333056E-48AA-4232-8694-7E568351CEFC}" dt="2026-07-16T20:34:04.093" v="8597" actId="47"/>
        <pc:sldMkLst>
          <pc:docMk/>
          <pc:sldMk cId="1229458274" sldId="443"/>
        </pc:sldMkLst>
        <pc:spChg chg="mod">
          <ac:chgData name="Fernandez Ruiz, Beatriz" userId="c17f1ae3-fcbb-4e0c-a100-96fa69ccc7c1" providerId="ADAL" clId="{F333056E-48AA-4232-8694-7E568351CEFC}" dt="2026-07-16T15:39:39.003" v="2220" actId="14100"/>
          <ac:spMkLst>
            <pc:docMk/>
            <pc:sldMk cId="1229458274" sldId="443"/>
            <ac:spMk id="2" creationId="{FF71C24D-F48E-4AAB-9AEF-9CCF3B4FE627}"/>
          </ac:spMkLst>
        </pc:spChg>
        <pc:spChg chg="add mod">
          <ac:chgData name="Fernandez Ruiz, Beatriz" userId="c17f1ae3-fcbb-4e0c-a100-96fa69ccc7c1" providerId="ADAL" clId="{F333056E-48AA-4232-8694-7E568351CEFC}" dt="2026-07-16T15:40:41.198" v="2343" actId="20577"/>
          <ac:spMkLst>
            <pc:docMk/>
            <pc:sldMk cId="1229458274" sldId="443"/>
            <ac:spMk id="3" creationId="{AB79553E-1627-20AE-25BE-9CD8E2E0A20F}"/>
          </ac:spMkLst>
        </pc:spChg>
        <pc:spChg chg="mod">
          <ac:chgData name="Fernandez Ruiz, Beatriz" userId="c17f1ae3-fcbb-4e0c-a100-96fa69ccc7c1" providerId="ADAL" clId="{F333056E-48AA-4232-8694-7E568351CEFC}" dt="2026-07-16T15:39:47.096" v="2222" actId="1076"/>
          <ac:spMkLst>
            <pc:docMk/>
            <pc:sldMk cId="1229458274" sldId="443"/>
            <ac:spMk id="9" creationId="{7F69F291-02AB-4727-A95B-1252158496BD}"/>
          </ac:spMkLst>
        </pc:spChg>
        <pc:spChg chg="del mod">
          <ac:chgData name="Fernandez Ruiz, Beatriz" userId="c17f1ae3-fcbb-4e0c-a100-96fa69ccc7c1" providerId="ADAL" clId="{F333056E-48AA-4232-8694-7E568351CEFC}" dt="2026-07-16T15:39:55.721" v="2224" actId="478"/>
          <ac:spMkLst>
            <pc:docMk/>
            <pc:sldMk cId="1229458274" sldId="443"/>
            <ac:spMk id="10" creationId="{244AD9C9-CCB6-4213-9CB3-23C3351E8C11}"/>
          </ac:spMkLst>
        </pc:spChg>
        <pc:spChg chg="del mod">
          <ac:chgData name="Fernandez Ruiz, Beatriz" userId="c17f1ae3-fcbb-4e0c-a100-96fa69ccc7c1" providerId="ADAL" clId="{F333056E-48AA-4232-8694-7E568351CEFC}" dt="2026-07-16T15:39:55.721" v="2224" actId="478"/>
          <ac:spMkLst>
            <pc:docMk/>
            <pc:sldMk cId="1229458274" sldId="443"/>
            <ac:spMk id="11" creationId="{9A57C760-A51A-437F-B839-85922A007CE3}"/>
          </ac:spMkLst>
        </pc:spChg>
        <pc:spChg chg="del">
          <ac:chgData name="Fernandez Ruiz, Beatriz" userId="c17f1ae3-fcbb-4e0c-a100-96fa69ccc7c1" providerId="ADAL" clId="{F333056E-48AA-4232-8694-7E568351CEFC}" dt="2026-07-16T15:39:28.790" v="2180" actId="478"/>
          <ac:spMkLst>
            <pc:docMk/>
            <pc:sldMk cId="1229458274" sldId="443"/>
            <ac:spMk id="23" creationId="{0ADF4DAF-670F-41AC-B0E9-06721DD7321F}"/>
          </ac:spMkLst>
        </pc:spChg>
        <pc:spChg chg="del">
          <ac:chgData name="Fernandez Ruiz, Beatriz" userId="c17f1ae3-fcbb-4e0c-a100-96fa69ccc7c1" providerId="ADAL" clId="{F333056E-48AA-4232-8694-7E568351CEFC}" dt="2026-07-16T15:39:28.790" v="2180" actId="478"/>
          <ac:spMkLst>
            <pc:docMk/>
            <pc:sldMk cId="1229458274" sldId="443"/>
            <ac:spMk id="24" creationId="{DE0A2DFA-D60C-4E51-BC01-3AF748D9207A}"/>
          </ac:spMkLst>
        </pc:spChg>
        <pc:spChg chg="mod">
          <ac:chgData name="Fernandez Ruiz, Beatriz" userId="c17f1ae3-fcbb-4e0c-a100-96fa69ccc7c1" providerId="ADAL" clId="{F333056E-48AA-4232-8694-7E568351CEFC}" dt="2026-07-16T15:39:47.096" v="2222" actId="1076"/>
          <ac:spMkLst>
            <pc:docMk/>
            <pc:sldMk cId="1229458274" sldId="443"/>
            <ac:spMk id="47" creationId="{09D43C97-EF03-4250-AA49-492F2D838BF5}"/>
          </ac:spMkLst>
        </pc:spChg>
        <pc:spChg chg="del mod">
          <ac:chgData name="Fernandez Ruiz, Beatriz" userId="c17f1ae3-fcbb-4e0c-a100-96fa69ccc7c1" providerId="ADAL" clId="{F333056E-48AA-4232-8694-7E568351CEFC}" dt="2026-07-16T15:39:55.721" v="2224" actId="478"/>
          <ac:spMkLst>
            <pc:docMk/>
            <pc:sldMk cId="1229458274" sldId="443"/>
            <ac:spMk id="53" creationId="{9CCA41DF-0215-4926-9C3F-F3671A324728}"/>
          </ac:spMkLst>
        </pc:spChg>
        <pc:spChg chg="del mod">
          <ac:chgData name="Fernandez Ruiz, Beatriz" userId="c17f1ae3-fcbb-4e0c-a100-96fa69ccc7c1" providerId="ADAL" clId="{F333056E-48AA-4232-8694-7E568351CEFC}" dt="2026-07-16T15:39:55.721" v="2224" actId="478"/>
          <ac:spMkLst>
            <pc:docMk/>
            <pc:sldMk cId="1229458274" sldId="443"/>
            <ac:spMk id="55" creationId="{F34A0C28-28FF-4883-BDBB-0ECF94400717}"/>
          </ac:spMkLst>
        </pc:spChg>
        <pc:spChg chg="del">
          <ac:chgData name="Fernandez Ruiz, Beatriz" userId="c17f1ae3-fcbb-4e0c-a100-96fa69ccc7c1" providerId="ADAL" clId="{F333056E-48AA-4232-8694-7E568351CEFC}" dt="2026-07-16T15:39:41.637" v="2221" actId="478"/>
          <ac:spMkLst>
            <pc:docMk/>
            <pc:sldMk cId="1229458274" sldId="443"/>
            <ac:spMk id="72" creationId="{D9C03757-11DE-47CA-82E1-5EF7D1EB80BD}"/>
          </ac:spMkLst>
        </pc:spChg>
        <pc:picChg chg="del">
          <ac:chgData name="Fernandez Ruiz, Beatriz" userId="c17f1ae3-fcbb-4e0c-a100-96fa69ccc7c1" providerId="ADAL" clId="{F333056E-48AA-4232-8694-7E568351CEFC}" dt="2026-07-16T15:39:28.790" v="2180" actId="478"/>
          <ac:picMkLst>
            <pc:docMk/>
            <pc:sldMk cId="1229458274" sldId="443"/>
            <ac:picMk id="25" creationId="{B7471E61-3467-47B7-8125-3A7F083165CE}"/>
          </ac:picMkLst>
        </pc:picChg>
        <pc:picChg chg="mod">
          <ac:chgData name="Fernandez Ruiz, Beatriz" userId="c17f1ae3-fcbb-4e0c-a100-96fa69ccc7c1" providerId="ADAL" clId="{F333056E-48AA-4232-8694-7E568351CEFC}" dt="2026-07-16T15:39:47.096" v="2222" actId="1076"/>
          <ac:picMkLst>
            <pc:docMk/>
            <pc:sldMk cId="1229458274" sldId="443"/>
            <ac:picMk id="16386" creationId="{23C2A5AB-FBA6-40AA-82E5-7D86290A5B30}"/>
          </ac:picMkLst>
        </pc:picChg>
      </pc:sldChg>
      <pc:sldChg chg="addSp delSp modSp add del mod">
        <pc:chgData name="Fernandez Ruiz, Beatriz" userId="c17f1ae3-fcbb-4e0c-a100-96fa69ccc7c1" providerId="ADAL" clId="{F333056E-48AA-4232-8694-7E568351CEFC}" dt="2026-07-16T21:08:08.476" v="10343" actId="47"/>
        <pc:sldMkLst>
          <pc:docMk/>
          <pc:sldMk cId="1536884343" sldId="484"/>
        </pc:sldMkLst>
        <pc:spChg chg="add del mod">
          <ac:chgData name="Fernandez Ruiz, Beatriz" userId="c17f1ae3-fcbb-4e0c-a100-96fa69ccc7c1" providerId="ADAL" clId="{F333056E-48AA-4232-8694-7E568351CEFC}" dt="2026-07-16T16:47:00.406" v="3518"/>
          <ac:spMkLst>
            <pc:docMk/>
            <pc:sldMk cId="1536884343" sldId="484"/>
            <ac:spMk id="2" creationId="{287F1766-297E-D594-422C-39B845C0F858}"/>
          </ac:spMkLst>
        </pc:spChg>
        <pc:spChg chg="add mod">
          <ac:chgData name="Fernandez Ruiz, Beatriz" userId="c17f1ae3-fcbb-4e0c-a100-96fa69ccc7c1" providerId="ADAL" clId="{F333056E-48AA-4232-8694-7E568351CEFC}" dt="2026-07-16T20:51:58.646" v="10209" actId="20577"/>
          <ac:spMkLst>
            <pc:docMk/>
            <pc:sldMk cId="1536884343" sldId="484"/>
            <ac:spMk id="3" creationId="{701F12DB-D7F6-459E-6540-DC5E6DAA557D}"/>
          </ac:spMkLst>
        </pc:spChg>
        <pc:spChg chg="del mod">
          <ac:chgData name="Fernandez Ruiz, Beatriz" userId="c17f1ae3-fcbb-4e0c-a100-96fa69ccc7c1" providerId="ADAL" clId="{F333056E-48AA-4232-8694-7E568351CEFC}" dt="2026-07-16T20:51:28.434" v="10194" actId="478"/>
          <ac:spMkLst>
            <pc:docMk/>
            <pc:sldMk cId="1536884343" sldId="484"/>
            <ac:spMk id="4" creationId="{3D60AA47-A83B-4A9D-A0B5-AE58FBCB0418}"/>
          </ac:spMkLst>
        </pc:spChg>
        <pc:spChg chg="mod">
          <ac:chgData name="Fernandez Ruiz, Beatriz" userId="c17f1ae3-fcbb-4e0c-a100-96fa69ccc7c1" providerId="ADAL" clId="{F333056E-48AA-4232-8694-7E568351CEFC}" dt="2026-07-16T20:51:31.775" v="10195" actId="1076"/>
          <ac:spMkLst>
            <pc:docMk/>
            <pc:sldMk cId="1536884343" sldId="484"/>
            <ac:spMk id="5" creationId="{2D229076-E385-4248-9921-94BD3EBB4E28}"/>
          </ac:spMkLst>
        </pc:spChg>
      </pc:sldChg>
      <pc:sldChg chg="addSp modSp mod ord modAnim">
        <pc:chgData name="Fernandez Ruiz, Beatriz" userId="c17f1ae3-fcbb-4e0c-a100-96fa69ccc7c1" providerId="ADAL" clId="{F333056E-48AA-4232-8694-7E568351CEFC}" dt="2026-07-16T20:48:47.131" v="10177"/>
        <pc:sldMkLst>
          <pc:docMk/>
          <pc:sldMk cId="388563015" sldId="787"/>
        </pc:sldMkLst>
        <pc:spChg chg="mod">
          <ac:chgData name="Fernandez Ruiz, Beatriz" userId="c17f1ae3-fcbb-4e0c-a100-96fa69ccc7c1" providerId="ADAL" clId="{F333056E-48AA-4232-8694-7E568351CEFC}" dt="2026-07-16T20:32:37.594" v="8588" actId="1076"/>
          <ac:spMkLst>
            <pc:docMk/>
            <pc:sldMk cId="388563015" sldId="787"/>
            <ac:spMk id="4" creationId="{0C3A4EFE-4AF1-4A27-8736-A490E58A5B6F}"/>
          </ac:spMkLst>
        </pc:spChg>
        <pc:spChg chg="add mod">
          <ac:chgData name="Fernandez Ruiz, Beatriz" userId="c17f1ae3-fcbb-4e0c-a100-96fa69ccc7c1" providerId="ADAL" clId="{F333056E-48AA-4232-8694-7E568351CEFC}" dt="2026-07-16T20:33:41.884" v="8594" actId="1076"/>
          <ac:spMkLst>
            <pc:docMk/>
            <pc:sldMk cId="388563015" sldId="787"/>
            <ac:spMk id="5" creationId="{B01B6EF5-FFC1-69BD-7CCD-41E4EA9C9ADC}"/>
          </ac:spMkLst>
        </pc:spChg>
        <pc:spChg chg="mod">
          <ac:chgData name="Fernandez Ruiz, Beatriz" userId="c17f1ae3-fcbb-4e0c-a100-96fa69ccc7c1" providerId="ADAL" clId="{F333056E-48AA-4232-8694-7E568351CEFC}" dt="2026-07-16T20:33:36.358" v="8593" actId="1076"/>
          <ac:spMkLst>
            <pc:docMk/>
            <pc:sldMk cId="388563015" sldId="787"/>
            <ac:spMk id="7" creationId="{272A07D3-F32D-4FA1-8F5D-E480D3E47B77}"/>
          </ac:spMkLst>
        </pc:spChg>
        <pc:spChg chg="mod">
          <ac:chgData name="Fernandez Ruiz, Beatriz" userId="c17f1ae3-fcbb-4e0c-a100-96fa69ccc7c1" providerId="ADAL" clId="{F333056E-48AA-4232-8694-7E568351CEFC}" dt="2026-07-16T20:33:48.325" v="8595" actId="20577"/>
          <ac:spMkLst>
            <pc:docMk/>
            <pc:sldMk cId="388563015" sldId="787"/>
            <ac:spMk id="10" creationId="{87D3FBF1-873C-4148-AE0A-349F75ECACA0}"/>
          </ac:spMkLst>
        </pc:spChg>
        <pc:spChg chg="mod">
          <ac:chgData name="Fernandez Ruiz, Beatriz" userId="c17f1ae3-fcbb-4e0c-a100-96fa69ccc7c1" providerId="ADAL" clId="{F333056E-48AA-4232-8694-7E568351CEFC}" dt="2026-07-16T16:00:35.644" v="2739" actId="1076"/>
          <ac:spMkLst>
            <pc:docMk/>
            <pc:sldMk cId="388563015" sldId="787"/>
            <ac:spMk id="11" creationId="{31B2D52F-ABE2-45BC-9D27-C11C78B7C044}"/>
          </ac:spMkLst>
        </pc:spChg>
        <pc:picChg chg="add mod">
          <ac:chgData name="Fernandez Ruiz, Beatriz" userId="c17f1ae3-fcbb-4e0c-a100-96fa69ccc7c1" providerId="ADAL" clId="{F333056E-48AA-4232-8694-7E568351CEFC}" dt="2026-07-16T20:33:30.505" v="8592" actId="1076"/>
          <ac:picMkLst>
            <pc:docMk/>
            <pc:sldMk cId="388563015" sldId="787"/>
            <ac:picMk id="3" creationId="{EDA34B5D-8051-4E1D-39F9-925529F89D9B}"/>
          </ac:picMkLst>
        </pc:picChg>
        <pc:picChg chg="mod">
          <ac:chgData name="Fernandez Ruiz, Beatriz" userId="c17f1ae3-fcbb-4e0c-a100-96fa69ccc7c1" providerId="ADAL" clId="{F333056E-48AA-4232-8694-7E568351CEFC}" dt="2026-07-16T20:33:36.358" v="8593" actId="1076"/>
          <ac:picMkLst>
            <pc:docMk/>
            <pc:sldMk cId="388563015" sldId="787"/>
            <ac:picMk id="6" creationId="{7583F4E1-92AF-4EDA-A539-98849C7FF708}"/>
          </ac:picMkLst>
        </pc:picChg>
        <pc:picChg chg="mod">
          <ac:chgData name="Fernandez Ruiz, Beatriz" userId="c17f1ae3-fcbb-4e0c-a100-96fa69ccc7c1" providerId="ADAL" clId="{F333056E-48AA-4232-8694-7E568351CEFC}" dt="2026-07-16T16:00:32.269" v="2738" actId="1076"/>
          <ac:picMkLst>
            <pc:docMk/>
            <pc:sldMk cId="388563015" sldId="787"/>
            <ac:picMk id="9" creationId="{9E765E6D-B296-40ED-84FD-117436F7FB33}"/>
          </ac:picMkLst>
        </pc:picChg>
      </pc:sldChg>
      <pc:sldChg chg="modSp mod ord modAnim">
        <pc:chgData name="Fernandez Ruiz, Beatriz" userId="c17f1ae3-fcbb-4e0c-a100-96fa69ccc7c1" providerId="ADAL" clId="{F333056E-48AA-4232-8694-7E568351CEFC}" dt="2026-07-16T20:49:07.702" v="10179"/>
        <pc:sldMkLst>
          <pc:docMk/>
          <pc:sldMk cId="833676759" sldId="789"/>
        </pc:sldMkLst>
        <pc:spChg chg="mod">
          <ac:chgData name="Fernandez Ruiz, Beatriz" userId="c17f1ae3-fcbb-4e0c-a100-96fa69ccc7c1" providerId="ADAL" clId="{F333056E-48AA-4232-8694-7E568351CEFC}" dt="2026-07-16T15:59:46.813" v="2736" actId="108"/>
          <ac:spMkLst>
            <pc:docMk/>
            <pc:sldMk cId="833676759" sldId="789"/>
            <ac:spMk id="8" creationId="{E5A15797-F2A8-48C0-AF47-E5512B1AAE80}"/>
          </ac:spMkLst>
        </pc:spChg>
        <pc:spChg chg="mod">
          <ac:chgData name="Fernandez Ruiz, Beatriz" userId="c17f1ae3-fcbb-4e0c-a100-96fa69ccc7c1" providerId="ADAL" clId="{F333056E-48AA-4232-8694-7E568351CEFC}" dt="2026-07-16T15:50:31.397" v="2602" actId="20577"/>
          <ac:spMkLst>
            <pc:docMk/>
            <pc:sldMk cId="833676759" sldId="789"/>
            <ac:spMk id="9" creationId="{5C66674F-BCF2-4A1A-A0E6-20F305FDFD1E}"/>
          </ac:spMkLst>
        </pc:spChg>
        <pc:spChg chg="mod">
          <ac:chgData name="Fernandez Ruiz, Beatriz" userId="c17f1ae3-fcbb-4e0c-a100-96fa69ccc7c1" providerId="ADAL" clId="{F333056E-48AA-4232-8694-7E568351CEFC}" dt="2026-07-16T20:33:59.006" v="8596" actId="1076"/>
          <ac:spMkLst>
            <pc:docMk/>
            <pc:sldMk cId="833676759" sldId="789"/>
            <ac:spMk id="13" creationId="{F1F6018F-6339-4E68-85B0-8237BF0BAB02}"/>
          </ac:spMkLst>
        </pc:spChg>
      </pc:sldChg>
      <pc:sldChg chg="delSp modSp mod">
        <pc:chgData name="Fernandez Ruiz, Beatriz" userId="c17f1ae3-fcbb-4e0c-a100-96fa69ccc7c1" providerId="ADAL" clId="{F333056E-48AA-4232-8694-7E568351CEFC}" dt="2026-07-16T20:52:32.305" v="10210" actId="1076"/>
        <pc:sldMkLst>
          <pc:docMk/>
          <pc:sldMk cId="2882225463" sldId="790"/>
        </pc:sldMkLst>
        <pc:spChg chg="mod">
          <ac:chgData name="Fernandez Ruiz, Beatriz" userId="c17f1ae3-fcbb-4e0c-a100-96fa69ccc7c1" providerId="ADAL" clId="{F333056E-48AA-4232-8694-7E568351CEFC}" dt="2026-07-16T20:52:32.305" v="10210" actId="1076"/>
          <ac:spMkLst>
            <pc:docMk/>
            <pc:sldMk cId="2882225463" sldId="790"/>
            <ac:spMk id="18" creationId="{EB436CC9-F63F-47B3-A4D0-7A4C36150DBC}"/>
          </ac:spMkLst>
        </pc:spChg>
        <pc:spChg chg="mod">
          <ac:chgData name="Fernandez Ruiz, Beatriz" userId="c17f1ae3-fcbb-4e0c-a100-96fa69ccc7c1" providerId="ADAL" clId="{F333056E-48AA-4232-8694-7E568351CEFC}" dt="2026-07-16T20:52:32.305" v="10210" actId="1076"/>
          <ac:spMkLst>
            <pc:docMk/>
            <pc:sldMk cId="2882225463" sldId="790"/>
            <ac:spMk id="19" creationId="{093E5EC8-DB21-4FD2-AE09-32C611A97685}"/>
          </ac:spMkLst>
        </pc:spChg>
        <pc:spChg chg="del">
          <ac:chgData name="Fernandez Ruiz, Beatriz" userId="c17f1ae3-fcbb-4e0c-a100-96fa69ccc7c1" providerId="ADAL" clId="{F333056E-48AA-4232-8694-7E568351CEFC}" dt="2026-07-16T16:02:59.363" v="3071" actId="478"/>
          <ac:spMkLst>
            <pc:docMk/>
            <pc:sldMk cId="2882225463" sldId="790"/>
            <ac:spMk id="20" creationId="{37956501-5922-43FD-9522-59596EF833C9}"/>
          </ac:spMkLst>
        </pc:spChg>
        <pc:spChg chg="del">
          <ac:chgData name="Fernandez Ruiz, Beatriz" userId="c17f1ae3-fcbb-4e0c-a100-96fa69ccc7c1" providerId="ADAL" clId="{F333056E-48AA-4232-8694-7E568351CEFC}" dt="2026-07-16T16:02:59.363" v="3071" actId="478"/>
          <ac:spMkLst>
            <pc:docMk/>
            <pc:sldMk cId="2882225463" sldId="790"/>
            <ac:spMk id="21" creationId="{5B3561F6-602B-4505-8D47-BD3F91269460}"/>
          </ac:spMkLst>
        </pc:spChg>
        <pc:spChg chg="del">
          <ac:chgData name="Fernandez Ruiz, Beatriz" userId="c17f1ae3-fcbb-4e0c-a100-96fa69ccc7c1" providerId="ADAL" clId="{F333056E-48AA-4232-8694-7E568351CEFC}" dt="2026-07-16T16:02:59.363" v="3071" actId="478"/>
          <ac:spMkLst>
            <pc:docMk/>
            <pc:sldMk cId="2882225463" sldId="790"/>
            <ac:spMk id="22" creationId="{078250D2-717E-4B08-968C-60B897ED204A}"/>
          </ac:spMkLst>
        </pc:spChg>
        <pc:spChg chg="del">
          <ac:chgData name="Fernandez Ruiz, Beatriz" userId="c17f1ae3-fcbb-4e0c-a100-96fa69ccc7c1" providerId="ADAL" clId="{F333056E-48AA-4232-8694-7E568351CEFC}" dt="2026-07-16T16:02:59.363" v="3071" actId="478"/>
          <ac:spMkLst>
            <pc:docMk/>
            <pc:sldMk cId="2882225463" sldId="790"/>
            <ac:spMk id="23" creationId="{03EAFA8A-00DF-4559-BFDC-9D8DF911909D}"/>
          </ac:spMkLst>
        </pc:spChg>
        <pc:spChg chg="mod">
          <ac:chgData name="Fernandez Ruiz, Beatriz" userId="c17f1ae3-fcbb-4e0c-a100-96fa69ccc7c1" providerId="ADAL" clId="{F333056E-48AA-4232-8694-7E568351CEFC}" dt="2026-07-16T16:07:08.938" v="3455" actId="21"/>
          <ac:spMkLst>
            <pc:docMk/>
            <pc:sldMk cId="2882225463" sldId="790"/>
            <ac:spMk id="26" creationId="{4E60BC1C-24AE-4DC0-8ABE-15CE7F3F55A2}"/>
          </ac:spMkLst>
        </pc:spChg>
        <pc:picChg chg="mod">
          <ac:chgData name="Fernandez Ruiz, Beatriz" userId="c17f1ae3-fcbb-4e0c-a100-96fa69ccc7c1" providerId="ADAL" clId="{F333056E-48AA-4232-8694-7E568351CEFC}" dt="2026-07-16T20:52:32.305" v="10210" actId="1076"/>
          <ac:picMkLst>
            <pc:docMk/>
            <pc:sldMk cId="2882225463" sldId="790"/>
            <ac:picMk id="17" creationId="{8DD03056-36B9-4F65-8B00-9CE2FCD6E799}"/>
          </ac:picMkLst>
        </pc:picChg>
      </pc:sldChg>
      <pc:sldChg chg="addSp delSp modSp mod">
        <pc:chgData name="Fernandez Ruiz, Beatriz" userId="c17f1ae3-fcbb-4e0c-a100-96fa69ccc7c1" providerId="ADAL" clId="{F333056E-48AA-4232-8694-7E568351CEFC}" dt="2026-07-16T20:53:05.204" v="10213" actId="1076"/>
        <pc:sldMkLst>
          <pc:docMk/>
          <pc:sldMk cId="2123708844" sldId="791"/>
        </pc:sldMkLst>
        <pc:spChg chg="del">
          <ac:chgData name="Fernandez Ruiz, Beatriz" userId="c17f1ae3-fcbb-4e0c-a100-96fa69ccc7c1" providerId="ADAL" clId="{F333056E-48AA-4232-8694-7E568351CEFC}" dt="2026-07-16T20:52:50.453" v="10211" actId="478"/>
          <ac:spMkLst>
            <pc:docMk/>
            <pc:sldMk cId="2123708844" sldId="791"/>
            <ac:spMk id="2" creationId="{D2468093-7E10-14C3-36CA-8B87E956DB3C}"/>
          </ac:spMkLst>
        </pc:spChg>
        <pc:spChg chg="add del mod">
          <ac:chgData name="Fernandez Ruiz, Beatriz" userId="c17f1ae3-fcbb-4e0c-a100-96fa69ccc7c1" providerId="ADAL" clId="{F333056E-48AA-4232-8694-7E568351CEFC}" dt="2026-07-16T16:46:43.474" v="3511" actId="21"/>
          <ac:spMkLst>
            <pc:docMk/>
            <pc:sldMk cId="2123708844" sldId="791"/>
            <ac:spMk id="3" creationId="{701F12DB-D7F6-459E-6540-DC5E6DAA557D}"/>
          </ac:spMkLst>
        </pc:spChg>
        <pc:spChg chg="mod">
          <ac:chgData name="Fernandez Ruiz, Beatriz" userId="c17f1ae3-fcbb-4e0c-a100-96fa69ccc7c1" providerId="ADAL" clId="{F333056E-48AA-4232-8694-7E568351CEFC}" dt="2026-07-16T20:53:05.204" v="10213" actId="1076"/>
          <ac:spMkLst>
            <pc:docMk/>
            <pc:sldMk cId="2123708844" sldId="791"/>
            <ac:spMk id="4" creationId="{FB5AB16D-F8FE-4251-8174-22ED8B968D1A}"/>
          </ac:spMkLst>
        </pc:spChg>
        <pc:spChg chg="mod">
          <ac:chgData name="Fernandez Ruiz, Beatriz" userId="c17f1ae3-fcbb-4e0c-a100-96fa69ccc7c1" providerId="ADAL" clId="{F333056E-48AA-4232-8694-7E568351CEFC}" dt="2026-07-16T20:53:02.676" v="10212" actId="1076"/>
          <ac:spMkLst>
            <pc:docMk/>
            <pc:sldMk cId="2123708844" sldId="791"/>
            <ac:spMk id="5" creationId="{CDFB4F1B-C485-4A0B-81A4-3348F9456B01}"/>
          </ac:spMkLst>
        </pc:spChg>
      </pc:sldChg>
      <pc:sldChg chg="addSp modSp mod">
        <pc:chgData name="Fernandez Ruiz, Beatriz" userId="c17f1ae3-fcbb-4e0c-a100-96fa69ccc7c1" providerId="ADAL" clId="{F333056E-48AA-4232-8694-7E568351CEFC}" dt="2026-07-16T20:54:15.913" v="10236" actId="1076"/>
        <pc:sldMkLst>
          <pc:docMk/>
          <pc:sldMk cId="1276376794" sldId="792"/>
        </pc:sldMkLst>
        <pc:spChg chg="mod">
          <ac:chgData name="Fernandez Ruiz, Beatriz" userId="c17f1ae3-fcbb-4e0c-a100-96fa69ccc7c1" providerId="ADAL" clId="{F333056E-48AA-4232-8694-7E568351CEFC}" dt="2026-07-16T18:10:29.497" v="6019" actId="164"/>
          <ac:spMkLst>
            <pc:docMk/>
            <pc:sldMk cId="1276376794" sldId="792"/>
            <ac:spMk id="2" creationId="{D4A059DF-C295-4E7C-B130-38B9A86E9038}"/>
          </ac:spMkLst>
        </pc:spChg>
        <pc:spChg chg="mod">
          <ac:chgData name="Fernandez Ruiz, Beatriz" userId="c17f1ae3-fcbb-4e0c-a100-96fa69ccc7c1" providerId="ADAL" clId="{F333056E-48AA-4232-8694-7E568351CEFC}" dt="2026-07-16T18:10:37.678" v="6037" actId="20577"/>
          <ac:spMkLst>
            <pc:docMk/>
            <pc:sldMk cId="1276376794" sldId="792"/>
            <ac:spMk id="4" creationId="{F7822C8B-48CB-D9FC-23D2-DF0DEC5AC30F}"/>
          </ac:spMkLst>
        </pc:spChg>
        <pc:spChg chg="add mod">
          <ac:chgData name="Fernandez Ruiz, Beatriz" userId="c17f1ae3-fcbb-4e0c-a100-96fa69ccc7c1" providerId="ADAL" clId="{F333056E-48AA-4232-8694-7E568351CEFC}" dt="2026-07-16T20:54:15.913" v="10236" actId="1076"/>
          <ac:spMkLst>
            <pc:docMk/>
            <pc:sldMk cId="1276376794" sldId="792"/>
            <ac:spMk id="6" creationId="{50F4C0B4-1103-6434-FE22-5A4F48014234}"/>
          </ac:spMkLst>
        </pc:spChg>
        <pc:spChg chg="mod">
          <ac:chgData name="Fernandez Ruiz, Beatriz" userId="c17f1ae3-fcbb-4e0c-a100-96fa69ccc7c1" providerId="ADAL" clId="{F333056E-48AA-4232-8694-7E568351CEFC}" dt="2026-07-16T18:10:29.497" v="6019" actId="164"/>
          <ac:spMkLst>
            <pc:docMk/>
            <pc:sldMk cId="1276376794" sldId="792"/>
            <ac:spMk id="7" creationId="{36B15BCC-FEF6-4534-B8C8-886C62CABF35}"/>
          </ac:spMkLst>
        </pc:spChg>
        <pc:spChg chg="mod">
          <ac:chgData name="Fernandez Ruiz, Beatriz" userId="c17f1ae3-fcbb-4e0c-a100-96fa69ccc7c1" providerId="ADAL" clId="{F333056E-48AA-4232-8694-7E568351CEFC}" dt="2026-07-16T18:10:29.497" v="6019" actId="164"/>
          <ac:spMkLst>
            <pc:docMk/>
            <pc:sldMk cId="1276376794" sldId="792"/>
            <ac:spMk id="8" creationId="{4AB3FE35-178A-41FB-BD47-5E26A0333D31}"/>
          </ac:spMkLst>
        </pc:spChg>
        <pc:spChg chg="add mod">
          <ac:chgData name="Fernandez Ruiz, Beatriz" userId="c17f1ae3-fcbb-4e0c-a100-96fa69ccc7c1" providerId="ADAL" clId="{F333056E-48AA-4232-8694-7E568351CEFC}" dt="2026-07-16T18:10:29.497" v="6019" actId="164"/>
          <ac:spMkLst>
            <pc:docMk/>
            <pc:sldMk cId="1276376794" sldId="792"/>
            <ac:spMk id="9" creationId="{55AB42DA-C09F-9F4E-61B0-AC6E69EE1EC0}"/>
          </ac:spMkLst>
        </pc:spChg>
        <pc:spChg chg="add mod">
          <ac:chgData name="Fernandez Ruiz, Beatriz" userId="c17f1ae3-fcbb-4e0c-a100-96fa69ccc7c1" providerId="ADAL" clId="{F333056E-48AA-4232-8694-7E568351CEFC}" dt="2026-07-16T18:10:29.497" v="6019" actId="164"/>
          <ac:spMkLst>
            <pc:docMk/>
            <pc:sldMk cId="1276376794" sldId="792"/>
            <ac:spMk id="10" creationId="{097F1329-08B9-1ADA-4474-BCAE50C7F836}"/>
          </ac:spMkLst>
        </pc:spChg>
        <pc:spChg chg="mod">
          <ac:chgData name="Fernandez Ruiz, Beatriz" userId="c17f1ae3-fcbb-4e0c-a100-96fa69ccc7c1" providerId="ADAL" clId="{F333056E-48AA-4232-8694-7E568351CEFC}" dt="2026-07-16T18:10:29.497" v="6019" actId="164"/>
          <ac:spMkLst>
            <pc:docMk/>
            <pc:sldMk cId="1276376794" sldId="792"/>
            <ac:spMk id="11" creationId="{9C19E84D-81EF-4AF7-ADEB-6CE16D8ABB37}"/>
          </ac:spMkLst>
        </pc:spChg>
        <pc:grpChg chg="add mod">
          <ac:chgData name="Fernandez Ruiz, Beatriz" userId="c17f1ae3-fcbb-4e0c-a100-96fa69ccc7c1" providerId="ADAL" clId="{F333056E-48AA-4232-8694-7E568351CEFC}" dt="2026-07-16T18:10:29.497" v="6019" actId="164"/>
          <ac:grpSpMkLst>
            <pc:docMk/>
            <pc:sldMk cId="1276376794" sldId="792"/>
            <ac:grpSpMk id="12" creationId="{7D17BA5C-EC5F-4CCB-497F-986FC188C6F9}"/>
          </ac:grpSpMkLst>
        </pc:grpChg>
        <pc:picChg chg="mod">
          <ac:chgData name="Fernandez Ruiz, Beatriz" userId="c17f1ae3-fcbb-4e0c-a100-96fa69ccc7c1" providerId="ADAL" clId="{F333056E-48AA-4232-8694-7E568351CEFC}" dt="2026-07-16T18:10:29.497" v="6019" actId="164"/>
          <ac:picMkLst>
            <pc:docMk/>
            <pc:sldMk cId="1276376794" sldId="792"/>
            <ac:picMk id="5" creationId="{F0F6CC38-24A6-4F48-91BD-31A66DD5D275}"/>
          </ac:picMkLst>
        </pc:picChg>
      </pc:sldChg>
      <pc:sldChg chg="addSp modSp mod">
        <pc:chgData name="Fernandez Ruiz, Beatriz" userId="c17f1ae3-fcbb-4e0c-a100-96fa69ccc7c1" providerId="ADAL" clId="{F333056E-48AA-4232-8694-7E568351CEFC}" dt="2026-07-16T18:11:18.955" v="6076" actId="1076"/>
        <pc:sldMkLst>
          <pc:docMk/>
          <pc:sldMk cId="3645237078" sldId="793"/>
        </pc:sldMkLst>
        <pc:spChg chg="add mod">
          <ac:chgData name="Fernandez Ruiz, Beatriz" userId="c17f1ae3-fcbb-4e0c-a100-96fa69ccc7c1" providerId="ADAL" clId="{F333056E-48AA-4232-8694-7E568351CEFC}" dt="2026-07-16T18:11:18.955" v="6076" actId="1076"/>
          <ac:spMkLst>
            <pc:docMk/>
            <pc:sldMk cId="3645237078" sldId="793"/>
            <ac:spMk id="3" creationId="{E38CC32D-A5BE-C2D3-A38D-93976AE5219E}"/>
          </ac:spMkLst>
        </pc:spChg>
        <pc:spChg chg="mod">
          <ac:chgData name="Fernandez Ruiz, Beatriz" userId="c17f1ae3-fcbb-4e0c-a100-96fa69ccc7c1" providerId="ADAL" clId="{F333056E-48AA-4232-8694-7E568351CEFC}" dt="2026-07-16T18:10:47.681" v="6063" actId="1076"/>
          <ac:spMkLst>
            <pc:docMk/>
            <pc:sldMk cId="3645237078" sldId="793"/>
            <ac:spMk id="4" creationId="{F7822C8B-48CB-D9FC-23D2-DF0DEC5AC30F}"/>
          </ac:spMkLst>
        </pc:spChg>
        <pc:picChg chg="mod">
          <ac:chgData name="Fernandez Ruiz, Beatriz" userId="c17f1ae3-fcbb-4e0c-a100-96fa69ccc7c1" providerId="ADAL" clId="{F333056E-48AA-4232-8694-7E568351CEFC}" dt="2026-07-16T18:11:13.453" v="6075" actId="1076"/>
          <ac:picMkLst>
            <pc:docMk/>
            <pc:sldMk cId="3645237078" sldId="793"/>
            <ac:picMk id="5" creationId="{F0F6CC38-24A6-4F48-91BD-31A66DD5D275}"/>
          </ac:picMkLst>
        </pc:picChg>
      </pc:sldChg>
      <pc:sldChg chg="addSp modSp mod modAnim">
        <pc:chgData name="Fernandez Ruiz, Beatriz" userId="c17f1ae3-fcbb-4e0c-a100-96fa69ccc7c1" providerId="ADAL" clId="{F333056E-48AA-4232-8694-7E568351CEFC}" dt="2026-07-21T13:57:55.277" v="10487" actId="1076"/>
        <pc:sldMkLst>
          <pc:docMk/>
          <pc:sldMk cId="3618208280" sldId="795"/>
        </pc:sldMkLst>
        <pc:spChg chg="add mod">
          <ac:chgData name="Fernandez Ruiz, Beatriz" userId="c17f1ae3-fcbb-4e0c-a100-96fa69ccc7c1" providerId="ADAL" clId="{F333056E-48AA-4232-8694-7E568351CEFC}" dt="2026-07-21T13:41:16.405" v="10371" actId="1076"/>
          <ac:spMkLst>
            <pc:docMk/>
            <pc:sldMk cId="3618208280" sldId="795"/>
            <ac:spMk id="3" creationId="{B686CF64-2DF9-20DE-7D4C-B38366588BDC}"/>
          </ac:spMkLst>
        </pc:spChg>
        <pc:spChg chg="add mod">
          <ac:chgData name="Fernandez Ruiz, Beatriz" userId="c17f1ae3-fcbb-4e0c-a100-96fa69ccc7c1" providerId="ADAL" clId="{F333056E-48AA-4232-8694-7E568351CEFC}" dt="2026-07-21T13:57:55.277" v="10487" actId="1076"/>
          <ac:spMkLst>
            <pc:docMk/>
            <pc:sldMk cId="3618208280" sldId="795"/>
            <ac:spMk id="4" creationId="{EDEA81BE-DC0E-6C3B-75B1-A36563ED8838}"/>
          </ac:spMkLst>
        </pc:spChg>
        <pc:spChg chg="mod">
          <ac:chgData name="Fernandez Ruiz, Beatriz" userId="c17f1ae3-fcbb-4e0c-a100-96fa69ccc7c1" providerId="ADAL" clId="{F333056E-48AA-4232-8694-7E568351CEFC}" dt="2026-07-21T13:40:43.884" v="10359" actId="1076"/>
          <ac:spMkLst>
            <pc:docMk/>
            <pc:sldMk cId="3618208280" sldId="795"/>
            <ac:spMk id="5" creationId="{C3170491-D203-8DF9-25DB-2B2E5A184213}"/>
          </ac:spMkLst>
        </pc:spChg>
        <pc:spChg chg="add mod">
          <ac:chgData name="Fernandez Ruiz, Beatriz" userId="c17f1ae3-fcbb-4e0c-a100-96fa69ccc7c1" providerId="ADAL" clId="{F333056E-48AA-4232-8694-7E568351CEFC}" dt="2026-07-21T13:41:05.472" v="10364" actId="1076"/>
          <ac:spMkLst>
            <pc:docMk/>
            <pc:sldMk cId="3618208280" sldId="795"/>
            <ac:spMk id="6" creationId="{DC2C84B8-F437-8402-D08B-B47769FDED52}"/>
          </ac:spMkLst>
        </pc:spChg>
        <pc:spChg chg="mod">
          <ac:chgData name="Fernandez Ruiz, Beatriz" userId="c17f1ae3-fcbb-4e0c-a100-96fa69ccc7c1" providerId="ADAL" clId="{F333056E-48AA-4232-8694-7E568351CEFC}" dt="2026-07-21T13:40:43.884" v="10359" actId="1076"/>
          <ac:spMkLst>
            <pc:docMk/>
            <pc:sldMk cId="3618208280" sldId="795"/>
            <ac:spMk id="10" creationId="{244AD9C9-CCB6-4213-9CB3-23C3351E8C11}"/>
          </ac:spMkLst>
        </pc:spChg>
        <pc:spChg chg="mod">
          <ac:chgData name="Fernandez Ruiz, Beatriz" userId="c17f1ae3-fcbb-4e0c-a100-96fa69ccc7c1" providerId="ADAL" clId="{F333056E-48AA-4232-8694-7E568351CEFC}" dt="2026-07-21T13:40:43.884" v="10359" actId="1076"/>
          <ac:spMkLst>
            <pc:docMk/>
            <pc:sldMk cId="3618208280" sldId="795"/>
            <ac:spMk id="12" creationId="{C2730549-7F72-6672-A4C1-DB19265932BA}"/>
          </ac:spMkLst>
        </pc:spChg>
        <pc:spChg chg="mod">
          <ac:chgData name="Fernandez Ruiz, Beatriz" userId="c17f1ae3-fcbb-4e0c-a100-96fa69ccc7c1" providerId="ADAL" clId="{F333056E-48AA-4232-8694-7E568351CEFC}" dt="2026-07-21T13:40:43.884" v="10359" actId="1076"/>
          <ac:spMkLst>
            <pc:docMk/>
            <pc:sldMk cId="3618208280" sldId="795"/>
            <ac:spMk id="13" creationId="{C9100AA5-8215-D3C6-36E8-3CF71AC281FB}"/>
          </ac:spMkLst>
        </pc:spChg>
        <pc:spChg chg="mod">
          <ac:chgData name="Fernandez Ruiz, Beatriz" userId="c17f1ae3-fcbb-4e0c-a100-96fa69ccc7c1" providerId="ADAL" clId="{F333056E-48AA-4232-8694-7E568351CEFC}" dt="2026-07-21T13:40:43.884" v="10359" actId="1076"/>
          <ac:spMkLst>
            <pc:docMk/>
            <pc:sldMk cId="3618208280" sldId="795"/>
            <ac:spMk id="16" creationId="{A3AD7CC8-2A64-C2C2-14E1-EBB5218391A0}"/>
          </ac:spMkLst>
        </pc:spChg>
        <pc:spChg chg="mod">
          <ac:chgData name="Fernandez Ruiz, Beatriz" userId="c17f1ae3-fcbb-4e0c-a100-96fa69ccc7c1" providerId="ADAL" clId="{F333056E-48AA-4232-8694-7E568351CEFC}" dt="2026-07-21T13:40:43.884" v="10359" actId="1076"/>
          <ac:spMkLst>
            <pc:docMk/>
            <pc:sldMk cId="3618208280" sldId="795"/>
            <ac:spMk id="21" creationId="{7966BCE4-C05B-212A-1586-6703F332D4AF}"/>
          </ac:spMkLst>
        </pc:spChg>
        <pc:spChg chg="mod">
          <ac:chgData name="Fernandez Ruiz, Beatriz" userId="c17f1ae3-fcbb-4e0c-a100-96fa69ccc7c1" providerId="ADAL" clId="{F333056E-48AA-4232-8694-7E568351CEFC}" dt="2026-07-21T13:40:43.884" v="10359" actId="1076"/>
          <ac:spMkLst>
            <pc:docMk/>
            <pc:sldMk cId="3618208280" sldId="795"/>
            <ac:spMk id="22" creationId="{12B5A53E-2DF4-CC9D-E8DF-7001A914EBBF}"/>
          </ac:spMkLst>
        </pc:spChg>
        <pc:spChg chg="mod">
          <ac:chgData name="Fernandez Ruiz, Beatriz" userId="c17f1ae3-fcbb-4e0c-a100-96fa69ccc7c1" providerId="ADAL" clId="{F333056E-48AA-4232-8694-7E568351CEFC}" dt="2026-07-21T13:40:43.884" v="10359" actId="1076"/>
          <ac:spMkLst>
            <pc:docMk/>
            <pc:sldMk cId="3618208280" sldId="795"/>
            <ac:spMk id="25" creationId="{FA809DC2-64F9-BB88-2095-7532864A48F9}"/>
          </ac:spMkLst>
        </pc:spChg>
        <pc:spChg chg="mod">
          <ac:chgData name="Fernandez Ruiz, Beatriz" userId="c17f1ae3-fcbb-4e0c-a100-96fa69ccc7c1" providerId="ADAL" clId="{F333056E-48AA-4232-8694-7E568351CEFC}" dt="2026-07-21T13:40:43.884" v="10359" actId="1076"/>
          <ac:spMkLst>
            <pc:docMk/>
            <pc:sldMk cId="3618208280" sldId="795"/>
            <ac:spMk id="26" creationId="{3DCEEB22-0CC0-056C-F9EB-EA7A1F92C0B1}"/>
          </ac:spMkLst>
        </pc:spChg>
        <pc:spChg chg="mod">
          <ac:chgData name="Fernandez Ruiz, Beatriz" userId="c17f1ae3-fcbb-4e0c-a100-96fa69ccc7c1" providerId="ADAL" clId="{F333056E-48AA-4232-8694-7E568351CEFC}" dt="2026-07-21T13:40:43.884" v="10359" actId="1076"/>
          <ac:spMkLst>
            <pc:docMk/>
            <pc:sldMk cId="3618208280" sldId="795"/>
            <ac:spMk id="27" creationId="{600414A0-68D5-D96F-21D1-52D54EE4DF75}"/>
          </ac:spMkLst>
        </pc:spChg>
        <pc:spChg chg="mod">
          <ac:chgData name="Fernandez Ruiz, Beatriz" userId="c17f1ae3-fcbb-4e0c-a100-96fa69ccc7c1" providerId="ADAL" clId="{F333056E-48AA-4232-8694-7E568351CEFC}" dt="2026-07-21T13:40:43.884" v="10359" actId="1076"/>
          <ac:spMkLst>
            <pc:docMk/>
            <pc:sldMk cId="3618208280" sldId="795"/>
            <ac:spMk id="28" creationId="{F10847DC-CF52-68E7-F1BC-B342BD8CCFAC}"/>
          </ac:spMkLst>
        </pc:spChg>
        <pc:spChg chg="mod">
          <ac:chgData name="Fernandez Ruiz, Beatriz" userId="c17f1ae3-fcbb-4e0c-a100-96fa69ccc7c1" providerId="ADAL" clId="{F333056E-48AA-4232-8694-7E568351CEFC}" dt="2026-07-21T13:40:43.884" v="10359" actId="1076"/>
          <ac:spMkLst>
            <pc:docMk/>
            <pc:sldMk cId="3618208280" sldId="795"/>
            <ac:spMk id="31" creationId="{B474ED1C-6E4F-CD1A-E49D-CF24823D41BE}"/>
          </ac:spMkLst>
        </pc:spChg>
        <pc:spChg chg="mod">
          <ac:chgData name="Fernandez Ruiz, Beatriz" userId="c17f1ae3-fcbb-4e0c-a100-96fa69ccc7c1" providerId="ADAL" clId="{F333056E-48AA-4232-8694-7E568351CEFC}" dt="2026-07-21T13:40:43.884" v="10359" actId="1076"/>
          <ac:spMkLst>
            <pc:docMk/>
            <pc:sldMk cId="3618208280" sldId="795"/>
            <ac:spMk id="32" creationId="{0BFEE61F-E891-6938-F482-48DEA1FCEC39}"/>
          </ac:spMkLst>
        </pc:spChg>
        <pc:spChg chg="mod">
          <ac:chgData name="Fernandez Ruiz, Beatriz" userId="c17f1ae3-fcbb-4e0c-a100-96fa69ccc7c1" providerId="ADAL" clId="{F333056E-48AA-4232-8694-7E568351CEFC}" dt="2026-07-21T13:40:43.884" v="10359" actId="1076"/>
          <ac:spMkLst>
            <pc:docMk/>
            <pc:sldMk cId="3618208280" sldId="795"/>
            <ac:spMk id="33" creationId="{B3A0ACC3-39B8-2789-ECF0-E84F6D5DFD1B}"/>
          </ac:spMkLst>
        </pc:spChg>
        <pc:spChg chg="mod">
          <ac:chgData name="Fernandez Ruiz, Beatriz" userId="c17f1ae3-fcbb-4e0c-a100-96fa69ccc7c1" providerId="ADAL" clId="{F333056E-48AA-4232-8694-7E568351CEFC}" dt="2026-07-21T13:40:43.884" v="10359" actId="1076"/>
          <ac:spMkLst>
            <pc:docMk/>
            <pc:sldMk cId="3618208280" sldId="795"/>
            <ac:spMk id="34" creationId="{A3630909-8B2A-B127-139B-D2A1F88DA84E}"/>
          </ac:spMkLst>
        </pc:spChg>
        <pc:spChg chg="mod">
          <ac:chgData name="Fernandez Ruiz, Beatriz" userId="c17f1ae3-fcbb-4e0c-a100-96fa69ccc7c1" providerId="ADAL" clId="{F333056E-48AA-4232-8694-7E568351CEFC}" dt="2026-07-21T13:40:43.884" v="10359" actId="1076"/>
          <ac:spMkLst>
            <pc:docMk/>
            <pc:sldMk cId="3618208280" sldId="795"/>
            <ac:spMk id="35" creationId="{ACCFBA58-A18A-AE2F-9A37-561F31CAA5C9}"/>
          </ac:spMkLst>
        </pc:spChg>
        <pc:spChg chg="mod">
          <ac:chgData name="Fernandez Ruiz, Beatriz" userId="c17f1ae3-fcbb-4e0c-a100-96fa69ccc7c1" providerId="ADAL" clId="{F333056E-48AA-4232-8694-7E568351CEFC}" dt="2026-07-21T13:40:43.884" v="10359" actId="1076"/>
          <ac:spMkLst>
            <pc:docMk/>
            <pc:sldMk cId="3618208280" sldId="795"/>
            <ac:spMk id="36" creationId="{60CEF4F6-7216-8497-FF2D-EEB2D2670B3F}"/>
          </ac:spMkLst>
        </pc:spChg>
        <pc:spChg chg="mod">
          <ac:chgData name="Fernandez Ruiz, Beatriz" userId="c17f1ae3-fcbb-4e0c-a100-96fa69ccc7c1" providerId="ADAL" clId="{F333056E-48AA-4232-8694-7E568351CEFC}" dt="2026-07-21T13:40:43.884" v="10359" actId="1076"/>
          <ac:spMkLst>
            <pc:docMk/>
            <pc:sldMk cId="3618208280" sldId="795"/>
            <ac:spMk id="37" creationId="{EE55545A-8484-77F0-FCF3-C1F809842EC7}"/>
          </ac:spMkLst>
        </pc:spChg>
        <pc:spChg chg="mod">
          <ac:chgData name="Fernandez Ruiz, Beatriz" userId="c17f1ae3-fcbb-4e0c-a100-96fa69ccc7c1" providerId="ADAL" clId="{F333056E-48AA-4232-8694-7E568351CEFC}" dt="2026-07-21T13:40:43.884" v="10359" actId="1076"/>
          <ac:spMkLst>
            <pc:docMk/>
            <pc:sldMk cId="3618208280" sldId="795"/>
            <ac:spMk id="38" creationId="{48FEC4B7-0FCE-89F7-58E2-FD92F13EE422}"/>
          </ac:spMkLst>
        </pc:spChg>
        <pc:spChg chg="mod">
          <ac:chgData name="Fernandez Ruiz, Beatriz" userId="c17f1ae3-fcbb-4e0c-a100-96fa69ccc7c1" providerId="ADAL" clId="{F333056E-48AA-4232-8694-7E568351CEFC}" dt="2026-07-21T13:40:43.884" v="10359" actId="1076"/>
          <ac:spMkLst>
            <pc:docMk/>
            <pc:sldMk cId="3618208280" sldId="795"/>
            <ac:spMk id="39" creationId="{100BBDB5-23F9-C2D8-10EB-CAA972FF8544}"/>
          </ac:spMkLst>
        </pc:spChg>
        <pc:spChg chg="mod">
          <ac:chgData name="Fernandez Ruiz, Beatriz" userId="c17f1ae3-fcbb-4e0c-a100-96fa69ccc7c1" providerId="ADAL" clId="{F333056E-48AA-4232-8694-7E568351CEFC}" dt="2026-07-21T13:40:43.884" v="10359" actId="1076"/>
          <ac:spMkLst>
            <pc:docMk/>
            <pc:sldMk cId="3618208280" sldId="795"/>
            <ac:spMk id="40" creationId="{79E8D746-B8E7-2246-E9A4-193C2FB675FA}"/>
          </ac:spMkLst>
        </pc:spChg>
        <pc:spChg chg="mod">
          <ac:chgData name="Fernandez Ruiz, Beatriz" userId="c17f1ae3-fcbb-4e0c-a100-96fa69ccc7c1" providerId="ADAL" clId="{F333056E-48AA-4232-8694-7E568351CEFC}" dt="2026-07-21T13:40:43.884" v="10359" actId="1076"/>
          <ac:spMkLst>
            <pc:docMk/>
            <pc:sldMk cId="3618208280" sldId="795"/>
            <ac:spMk id="46" creationId="{F096B741-7A33-F347-030C-0315E8E197CE}"/>
          </ac:spMkLst>
        </pc:spChg>
        <pc:spChg chg="mod">
          <ac:chgData name="Fernandez Ruiz, Beatriz" userId="c17f1ae3-fcbb-4e0c-a100-96fa69ccc7c1" providerId="ADAL" clId="{F333056E-48AA-4232-8694-7E568351CEFC}" dt="2026-07-21T13:40:43.884" v="10359" actId="1076"/>
          <ac:spMkLst>
            <pc:docMk/>
            <pc:sldMk cId="3618208280" sldId="795"/>
            <ac:spMk id="48" creationId="{B1E97407-EFF5-67BB-A4C2-9CD6DD6030C6}"/>
          </ac:spMkLst>
        </pc:spChg>
        <pc:spChg chg="mod">
          <ac:chgData name="Fernandez Ruiz, Beatriz" userId="c17f1ae3-fcbb-4e0c-a100-96fa69ccc7c1" providerId="ADAL" clId="{F333056E-48AA-4232-8694-7E568351CEFC}" dt="2026-07-21T13:40:43.884" v="10359" actId="1076"/>
          <ac:spMkLst>
            <pc:docMk/>
            <pc:sldMk cId="3618208280" sldId="795"/>
            <ac:spMk id="50" creationId="{11FD6157-FF31-388D-7910-67C47F3A6B0A}"/>
          </ac:spMkLst>
        </pc:spChg>
        <pc:spChg chg="mod">
          <ac:chgData name="Fernandez Ruiz, Beatriz" userId="c17f1ae3-fcbb-4e0c-a100-96fa69ccc7c1" providerId="ADAL" clId="{F333056E-48AA-4232-8694-7E568351CEFC}" dt="2026-07-21T13:40:43.884" v="10359" actId="1076"/>
          <ac:spMkLst>
            <pc:docMk/>
            <pc:sldMk cId="3618208280" sldId="795"/>
            <ac:spMk id="53" creationId="{9CCA41DF-0215-4926-9C3F-F3671A324728}"/>
          </ac:spMkLst>
        </pc:spChg>
        <pc:spChg chg="mod">
          <ac:chgData name="Fernandez Ruiz, Beatriz" userId="c17f1ae3-fcbb-4e0c-a100-96fa69ccc7c1" providerId="ADAL" clId="{F333056E-48AA-4232-8694-7E568351CEFC}" dt="2026-07-21T13:40:43.884" v="10359" actId="1076"/>
          <ac:spMkLst>
            <pc:docMk/>
            <pc:sldMk cId="3618208280" sldId="795"/>
            <ac:spMk id="56" creationId="{D4C2EF1C-79D7-0710-8A71-E7C378ABD430}"/>
          </ac:spMkLst>
        </pc:spChg>
        <pc:spChg chg="mod">
          <ac:chgData name="Fernandez Ruiz, Beatriz" userId="c17f1ae3-fcbb-4e0c-a100-96fa69ccc7c1" providerId="ADAL" clId="{F333056E-48AA-4232-8694-7E568351CEFC}" dt="2026-07-21T13:40:43.884" v="10359" actId="1076"/>
          <ac:spMkLst>
            <pc:docMk/>
            <pc:sldMk cId="3618208280" sldId="795"/>
            <ac:spMk id="58" creationId="{D66E6AAE-06A7-6873-81E3-003598C93F43}"/>
          </ac:spMkLst>
        </pc:spChg>
        <pc:spChg chg="mod">
          <ac:chgData name="Fernandez Ruiz, Beatriz" userId="c17f1ae3-fcbb-4e0c-a100-96fa69ccc7c1" providerId="ADAL" clId="{F333056E-48AA-4232-8694-7E568351CEFC}" dt="2026-07-21T13:40:43.884" v="10359" actId="1076"/>
          <ac:spMkLst>
            <pc:docMk/>
            <pc:sldMk cId="3618208280" sldId="795"/>
            <ac:spMk id="59" creationId="{DEA22773-FC65-D979-B5E1-20A0E1D3D57E}"/>
          </ac:spMkLst>
        </pc:spChg>
        <pc:spChg chg="mod">
          <ac:chgData name="Fernandez Ruiz, Beatriz" userId="c17f1ae3-fcbb-4e0c-a100-96fa69ccc7c1" providerId="ADAL" clId="{F333056E-48AA-4232-8694-7E568351CEFC}" dt="2026-07-21T13:55:37.591" v="10486" actId="1076"/>
          <ac:spMkLst>
            <pc:docMk/>
            <pc:sldMk cId="3618208280" sldId="795"/>
            <ac:spMk id="61" creationId="{5AFE5D2A-B86E-DD5F-71F6-BD06F925A433}"/>
          </ac:spMkLst>
        </pc:spChg>
        <pc:spChg chg="mod">
          <ac:chgData name="Fernandez Ruiz, Beatriz" userId="c17f1ae3-fcbb-4e0c-a100-96fa69ccc7c1" providerId="ADAL" clId="{F333056E-48AA-4232-8694-7E568351CEFC}" dt="2026-07-21T13:40:43.884" v="10359" actId="1076"/>
          <ac:spMkLst>
            <pc:docMk/>
            <pc:sldMk cId="3618208280" sldId="795"/>
            <ac:spMk id="62" creationId="{2460C2F2-4B10-0F35-6817-0A3B8E449B96}"/>
          </ac:spMkLst>
        </pc:spChg>
        <pc:grpChg chg="mod">
          <ac:chgData name="Fernandez Ruiz, Beatriz" userId="c17f1ae3-fcbb-4e0c-a100-96fa69ccc7c1" providerId="ADAL" clId="{F333056E-48AA-4232-8694-7E568351CEFC}" dt="2026-07-21T13:40:43.884" v="10359" actId="1076"/>
          <ac:grpSpMkLst>
            <pc:docMk/>
            <pc:sldMk cId="3618208280" sldId="795"/>
            <ac:grpSpMk id="23" creationId="{3D46A21D-255E-64F7-2B8C-FA30FD18047F}"/>
          </ac:grpSpMkLst>
        </pc:grpChg>
        <pc:grpChg chg="mod">
          <ac:chgData name="Fernandez Ruiz, Beatriz" userId="c17f1ae3-fcbb-4e0c-a100-96fa69ccc7c1" providerId="ADAL" clId="{F333056E-48AA-4232-8694-7E568351CEFC}" dt="2026-07-21T13:40:43.884" v="10359" actId="1076"/>
          <ac:grpSpMkLst>
            <pc:docMk/>
            <pc:sldMk cId="3618208280" sldId="795"/>
            <ac:grpSpMk id="24" creationId="{464D8056-54A8-9292-DC90-974E27E6F958}"/>
          </ac:grpSpMkLst>
        </pc:grpChg>
        <pc:picChg chg="add mod">
          <ac:chgData name="Fernandez Ruiz, Beatriz" userId="c17f1ae3-fcbb-4e0c-a100-96fa69ccc7c1" providerId="ADAL" clId="{F333056E-48AA-4232-8694-7E568351CEFC}" dt="2026-07-21T13:41:09.256" v="10366" actId="1076"/>
          <ac:picMkLst>
            <pc:docMk/>
            <pc:sldMk cId="3618208280" sldId="795"/>
            <ac:picMk id="7" creationId="{B0905445-6807-3E4B-3CA6-C43524E603FF}"/>
          </ac:picMkLst>
        </pc:picChg>
        <pc:picChg chg="add mod">
          <ac:chgData name="Fernandez Ruiz, Beatriz" userId="c17f1ae3-fcbb-4e0c-a100-96fa69ccc7c1" providerId="ADAL" clId="{F333056E-48AA-4232-8694-7E568351CEFC}" dt="2026-07-21T13:41:20.341" v="10374" actId="1076"/>
          <ac:picMkLst>
            <pc:docMk/>
            <pc:sldMk cId="3618208280" sldId="795"/>
            <ac:picMk id="8" creationId="{D8B25A10-3556-9DB7-DEFE-BF10A12CF7A5}"/>
          </ac:picMkLst>
        </pc:picChg>
        <pc:picChg chg="mod">
          <ac:chgData name="Fernandez Ruiz, Beatriz" userId="c17f1ae3-fcbb-4e0c-a100-96fa69ccc7c1" providerId="ADAL" clId="{F333056E-48AA-4232-8694-7E568351CEFC}" dt="2026-07-21T13:40:43.884" v="10359" actId="1076"/>
          <ac:picMkLst>
            <pc:docMk/>
            <pc:sldMk cId="3618208280" sldId="795"/>
            <ac:picMk id="29" creationId="{6D1F0F8E-B1F1-E7E1-2FF9-A6A5C5AD9727}"/>
          </ac:picMkLst>
        </pc:picChg>
        <pc:picChg chg="mod">
          <ac:chgData name="Fernandez Ruiz, Beatriz" userId="c17f1ae3-fcbb-4e0c-a100-96fa69ccc7c1" providerId="ADAL" clId="{F333056E-48AA-4232-8694-7E568351CEFC}" dt="2026-07-21T13:40:43.884" v="10359" actId="1076"/>
          <ac:picMkLst>
            <pc:docMk/>
            <pc:sldMk cId="3618208280" sldId="795"/>
            <ac:picMk id="30" creationId="{9259F9D7-5CBC-0E52-97C3-3F60414F3685}"/>
          </ac:picMkLst>
        </pc:picChg>
        <pc:picChg chg="mod">
          <ac:chgData name="Fernandez Ruiz, Beatriz" userId="c17f1ae3-fcbb-4e0c-a100-96fa69ccc7c1" providerId="ADAL" clId="{F333056E-48AA-4232-8694-7E568351CEFC}" dt="2026-07-21T13:40:43.884" v="10359" actId="1076"/>
          <ac:picMkLst>
            <pc:docMk/>
            <pc:sldMk cId="3618208280" sldId="795"/>
            <ac:picMk id="49" creationId="{27722ED1-4250-B1B0-D198-E3C1E8F5B35F}"/>
          </ac:picMkLst>
        </pc:picChg>
        <pc:picChg chg="mod">
          <ac:chgData name="Fernandez Ruiz, Beatriz" userId="c17f1ae3-fcbb-4e0c-a100-96fa69ccc7c1" providerId="ADAL" clId="{F333056E-48AA-4232-8694-7E568351CEFC}" dt="2026-07-21T13:40:43.884" v="10359" actId="1076"/>
          <ac:picMkLst>
            <pc:docMk/>
            <pc:sldMk cId="3618208280" sldId="795"/>
            <ac:picMk id="63" creationId="{9307A955-1467-ECB8-B2ED-E7A114F5C04F}"/>
          </ac:picMkLst>
        </pc:picChg>
        <pc:picChg chg="mod">
          <ac:chgData name="Fernandez Ruiz, Beatriz" userId="c17f1ae3-fcbb-4e0c-a100-96fa69ccc7c1" providerId="ADAL" clId="{F333056E-48AA-4232-8694-7E568351CEFC}" dt="2026-07-21T13:40:43.884" v="10359" actId="1076"/>
          <ac:picMkLst>
            <pc:docMk/>
            <pc:sldMk cId="3618208280" sldId="795"/>
            <ac:picMk id="16386" creationId="{23C2A5AB-FBA6-40AA-82E5-7D86290A5B30}"/>
          </ac:picMkLst>
        </pc:picChg>
        <pc:picChg chg="mod">
          <ac:chgData name="Fernandez Ruiz, Beatriz" userId="c17f1ae3-fcbb-4e0c-a100-96fa69ccc7c1" providerId="ADAL" clId="{F333056E-48AA-4232-8694-7E568351CEFC}" dt="2026-07-21T13:40:43.884" v="10359" actId="1076"/>
          <ac:picMkLst>
            <pc:docMk/>
            <pc:sldMk cId="3618208280" sldId="795"/>
            <ac:picMk id="25600" creationId="{278BA32D-084F-2039-DB22-3A89EC20A8F1}"/>
          </ac:picMkLst>
        </pc:picChg>
        <pc:picChg chg="mod">
          <ac:chgData name="Fernandez Ruiz, Beatriz" userId="c17f1ae3-fcbb-4e0c-a100-96fa69ccc7c1" providerId="ADAL" clId="{F333056E-48AA-4232-8694-7E568351CEFC}" dt="2026-07-21T13:40:43.884" v="10359" actId="1076"/>
          <ac:picMkLst>
            <pc:docMk/>
            <pc:sldMk cId="3618208280" sldId="795"/>
            <ac:picMk id="25602" creationId="{F528E8AE-A54D-B36C-DC50-45C7B9A3459E}"/>
          </ac:picMkLst>
        </pc:picChg>
        <pc:cxnChg chg="mod">
          <ac:chgData name="Fernandez Ruiz, Beatriz" userId="c17f1ae3-fcbb-4e0c-a100-96fa69ccc7c1" providerId="ADAL" clId="{F333056E-48AA-4232-8694-7E568351CEFC}" dt="2026-07-21T13:40:43.884" v="10359" actId="1076"/>
          <ac:cxnSpMkLst>
            <pc:docMk/>
            <pc:sldMk cId="3618208280" sldId="795"/>
            <ac:cxnSpMk id="2" creationId="{C997D469-69D5-C17F-5F32-226AA02A302E}"/>
          </ac:cxnSpMkLst>
        </pc:cxnChg>
        <pc:cxnChg chg="mod">
          <ac:chgData name="Fernandez Ruiz, Beatriz" userId="c17f1ae3-fcbb-4e0c-a100-96fa69ccc7c1" providerId="ADAL" clId="{F333056E-48AA-4232-8694-7E568351CEFC}" dt="2026-07-21T13:40:43.884" v="10359" actId="1076"/>
          <ac:cxnSpMkLst>
            <pc:docMk/>
            <pc:sldMk cId="3618208280" sldId="795"/>
            <ac:cxnSpMk id="51" creationId="{768402A5-878E-6829-2795-E7BCBEBD7A61}"/>
          </ac:cxnSpMkLst>
        </pc:cxnChg>
        <pc:cxnChg chg="mod">
          <ac:chgData name="Fernandez Ruiz, Beatriz" userId="c17f1ae3-fcbb-4e0c-a100-96fa69ccc7c1" providerId="ADAL" clId="{F333056E-48AA-4232-8694-7E568351CEFC}" dt="2026-07-21T13:40:43.884" v="10359" actId="1076"/>
          <ac:cxnSpMkLst>
            <pc:docMk/>
            <pc:sldMk cId="3618208280" sldId="795"/>
            <ac:cxnSpMk id="60" creationId="{A4A1CBAE-9DD2-94BD-E821-7CD26F8E52C5}"/>
          </ac:cxnSpMkLst>
        </pc:cxnChg>
      </pc:sldChg>
      <pc:sldChg chg="addSp modSp mod modAnim">
        <pc:chgData name="Fernandez Ruiz, Beatriz" userId="c17f1ae3-fcbb-4e0c-a100-96fa69ccc7c1" providerId="ADAL" clId="{F333056E-48AA-4232-8694-7E568351CEFC}" dt="2026-07-21T13:40:54.868" v="10361" actId="1076"/>
        <pc:sldMkLst>
          <pc:docMk/>
          <pc:sldMk cId="1039574733" sldId="796"/>
        </pc:sldMkLst>
        <pc:spChg chg="add mod">
          <ac:chgData name="Fernandez Ruiz, Beatriz" userId="c17f1ae3-fcbb-4e0c-a100-96fa69ccc7c1" providerId="ADAL" clId="{F333056E-48AA-4232-8694-7E568351CEFC}" dt="2026-07-21T13:40:54.868" v="10361" actId="1076"/>
          <ac:spMkLst>
            <pc:docMk/>
            <pc:sldMk cId="1039574733" sldId="796"/>
            <ac:spMk id="2" creationId="{61F05B69-6FFB-65A0-2800-4AF9424DAAB6}"/>
          </ac:spMkLst>
        </pc:spChg>
      </pc:sldChg>
      <pc:sldChg chg="addSp delSp modSp mod modNotesTx">
        <pc:chgData name="Fernandez Ruiz, Beatriz" userId="c17f1ae3-fcbb-4e0c-a100-96fa69ccc7c1" providerId="ADAL" clId="{F333056E-48AA-4232-8694-7E568351CEFC}" dt="2026-07-16T18:41:55.086" v="6849" actId="21"/>
        <pc:sldMkLst>
          <pc:docMk/>
          <pc:sldMk cId="888988666" sldId="797"/>
        </pc:sldMkLst>
        <pc:spChg chg="del mod">
          <ac:chgData name="Fernandez Ruiz, Beatriz" userId="c17f1ae3-fcbb-4e0c-a100-96fa69ccc7c1" providerId="ADAL" clId="{F333056E-48AA-4232-8694-7E568351CEFC}" dt="2026-07-16T18:24:24.847" v="6802" actId="478"/>
          <ac:spMkLst>
            <pc:docMk/>
            <pc:sldMk cId="888988666" sldId="797"/>
            <ac:spMk id="3" creationId="{5B65163F-58C9-2A59-C207-55978A31C3F8}"/>
          </ac:spMkLst>
        </pc:spChg>
        <pc:spChg chg="mod">
          <ac:chgData name="Fernandez Ruiz, Beatriz" userId="c17f1ae3-fcbb-4e0c-a100-96fa69ccc7c1" providerId="ADAL" clId="{F333056E-48AA-4232-8694-7E568351CEFC}" dt="2026-07-16T18:41:06.330" v="6819" actId="5793"/>
          <ac:spMkLst>
            <pc:docMk/>
            <pc:sldMk cId="888988666" sldId="797"/>
            <ac:spMk id="4" creationId="{BDC8B146-E0E6-DA1E-6BA8-5DE09FE91B64}"/>
          </ac:spMkLst>
        </pc:spChg>
        <pc:spChg chg="add del mod">
          <ac:chgData name="Fernandez Ruiz, Beatriz" userId="c17f1ae3-fcbb-4e0c-a100-96fa69ccc7c1" providerId="ADAL" clId="{F333056E-48AA-4232-8694-7E568351CEFC}" dt="2026-07-16T18:41:55.086" v="6849" actId="21"/>
          <ac:spMkLst>
            <pc:docMk/>
            <pc:sldMk cId="888988666" sldId="797"/>
            <ac:spMk id="5" creationId="{2981EEAF-7F2D-6D42-54F6-7B8FD0AD70C4}"/>
          </ac:spMkLst>
        </pc:spChg>
        <pc:spChg chg="mod">
          <ac:chgData name="Fernandez Ruiz, Beatriz" userId="c17f1ae3-fcbb-4e0c-a100-96fa69ccc7c1" providerId="ADAL" clId="{F333056E-48AA-4232-8694-7E568351CEFC}" dt="2026-07-16T18:41:08.665" v="6820" actId="20577"/>
          <ac:spMkLst>
            <pc:docMk/>
            <pc:sldMk cId="888988666" sldId="797"/>
            <ac:spMk id="8" creationId="{8CBE2FDC-EF13-C07C-8655-F2E6AACBD2A3}"/>
          </ac:spMkLst>
        </pc:spChg>
      </pc:sldChg>
      <pc:sldChg chg="addSp modSp mod">
        <pc:chgData name="Fernandez Ruiz, Beatriz" userId="c17f1ae3-fcbb-4e0c-a100-96fa69ccc7c1" providerId="ADAL" clId="{F333056E-48AA-4232-8694-7E568351CEFC}" dt="2026-07-16T18:26:06.728" v="6812" actId="1076"/>
        <pc:sldMkLst>
          <pc:docMk/>
          <pc:sldMk cId="1571919436" sldId="798"/>
        </pc:sldMkLst>
        <pc:spChg chg="add mod">
          <ac:chgData name="Fernandez Ruiz, Beatriz" userId="c17f1ae3-fcbb-4e0c-a100-96fa69ccc7c1" providerId="ADAL" clId="{F333056E-48AA-4232-8694-7E568351CEFC}" dt="2026-07-16T18:26:06.728" v="6812" actId="1076"/>
          <ac:spMkLst>
            <pc:docMk/>
            <pc:sldMk cId="1571919436" sldId="798"/>
            <ac:spMk id="7" creationId="{8E68F64E-8F4C-F511-6CFB-12CFFF4F0972}"/>
          </ac:spMkLst>
        </pc:spChg>
      </pc:sldChg>
      <pc:sldChg chg="del">
        <pc:chgData name="Fernandez Ruiz, Beatriz" userId="c17f1ae3-fcbb-4e0c-a100-96fa69ccc7c1" providerId="ADAL" clId="{F333056E-48AA-4232-8694-7E568351CEFC}" dt="2026-07-16T18:27:09.110" v="6813" actId="47"/>
        <pc:sldMkLst>
          <pc:docMk/>
          <pc:sldMk cId="713482907" sldId="800"/>
        </pc:sldMkLst>
      </pc:sldChg>
      <pc:sldChg chg="modAnim">
        <pc:chgData name="Fernandez Ruiz, Beatriz" userId="c17f1ae3-fcbb-4e0c-a100-96fa69ccc7c1" providerId="ADAL" clId="{F333056E-48AA-4232-8694-7E568351CEFC}" dt="2026-07-16T18:27:17.507" v="6814"/>
        <pc:sldMkLst>
          <pc:docMk/>
          <pc:sldMk cId="920175903" sldId="801"/>
        </pc:sldMkLst>
      </pc:sldChg>
      <pc:sldChg chg="ord modAnim">
        <pc:chgData name="Fernandez Ruiz, Beatriz" userId="c17f1ae3-fcbb-4e0c-a100-96fa69ccc7c1" providerId="ADAL" clId="{F333056E-48AA-4232-8694-7E568351CEFC}" dt="2026-07-16T20:59:15.923" v="10247"/>
        <pc:sldMkLst>
          <pc:docMk/>
          <pc:sldMk cId="1523829947" sldId="817"/>
        </pc:sldMkLst>
      </pc:sldChg>
      <pc:sldChg chg="addSp delSp modSp mod delAnim modAnim modNotesTx">
        <pc:chgData name="Fernandez Ruiz, Beatriz" userId="c17f1ae3-fcbb-4e0c-a100-96fa69ccc7c1" providerId="ADAL" clId="{F333056E-48AA-4232-8694-7E568351CEFC}" dt="2026-07-16T20:55:41.441" v="10241" actId="1076"/>
        <pc:sldMkLst>
          <pc:docMk/>
          <pc:sldMk cId="2111326910" sldId="821"/>
        </pc:sldMkLst>
        <pc:spChg chg="mod">
          <ac:chgData name="Fernandez Ruiz, Beatriz" userId="c17f1ae3-fcbb-4e0c-a100-96fa69ccc7c1" providerId="ADAL" clId="{F333056E-48AA-4232-8694-7E568351CEFC}" dt="2026-07-16T18:41:51.103" v="6848" actId="1076"/>
          <ac:spMkLst>
            <pc:docMk/>
            <pc:sldMk cId="2111326910" sldId="821"/>
            <ac:spMk id="4" creationId="{86C1BE78-4516-24C4-CC46-ACA61C9BA228}"/>
          </ac:spMkLst>
        </pc:spChg>
        <pc:spChg chg="mod">
          <ac:chgData name="Fernandez Ruiz, Beatriz" userId="c17f1ae3-fcbb-4e0c-a100-96fa69ccc7c1" providerId="ADAL" clId="{F333056E-48AA-4232-8694-7E568351CEFC}" dt="2026-07-16T18:22:08.430" v="6795" actId="14100"/>
          <ac:spMkLst>
            <pc:docMk/>
            <pc:sldMk cId="2111326910" sldId="821"/>
            <ac:spMk id="7" creationId="{39AE8842-11FB-8655-5599-61BA4C3A3075}"/>
          </ac:spMkLst>
        </pc:spChg>
        <pc:spChg chg="add del mod">
          <ac:chgData name="Fernandez Ruiz, Beatriz" userId="c17f1ae3-fcbb-4e0c-a100-96fa69ccc7c1" providerId="ADAL" clId="{F333056E-48AA-4232-8694-7E568351CEFC}" dt="2026-07-16T20:55:38.144" v="10240" actId="478"/>
          <ac:spMkLst>
            <pc:docMk/>
            <pc:sldMk cId="2111326910" sldId="821"/>
            <ac:spMk id="8" creationId="{2981EEAF-7F2D-6D42-54F6-7B8FD0AD70C4}"/>
          </ac:spMkLst>
        </pc:spChg>
        <pc:picChg chg="add mod">
          <ac:chgData name="Fernandez Ruiz, Beatriz" userId="c17f1ae3-fcbb-4e0c-a100-96fa69ccc7c1" providerId="ADAL" clId="{F333056E-48AA-4232-8694-7E568351CEFC}" dt="2026-07-16T20:55:41.441" v="10241" actId="1076"/>
          <ac:picMkLst>
            <pc:docMk/>
            <pc:sldMk cId="2111326910" sldId="821"/>
            <ac:picMk id="3" creationId="{1753AF54-71EB-45CF-595F-B1B02749EE19}"/>
          </ac:picMkLst>
        </pc:picChg>
        <pc:picChg chg="mod">
          <ac:chgData name="Fernandez Ruiz, Beatriz" userId="c17f1ae3-fcbb-4e0c-a100-96fa69ccc7c1" providerId="ADAL" clId="{F333056E-48AA-4232-8694-7E568351CEFC}" dt="2026-07-16T18:22:02.054" v="6792" actId="14100"/>
          <ac:picMkLst>
            <pc:docMk/>
            <pc:sldMk cId="2111326910" sldId="821"/>
            <ac:picMk id="5" creationId="{AC17F445-CF31-0E41-F994-71451926EDB1}"/>
          </ac:picMkLst>
        </pc:picChg>
      </pc:sldChg>
      <pc:sldChg chg="del">
        <pc:chgData name="Fernandez Ruiz, Beatriz" userId="c17f1ae3-fcbb-4e0c-a100-96fa69ccc7c1" providerId="ADAL" clId="{F333056E-48AA-4232-8694-7E568351CEFC}" dt="2026-07-16T18:22:41.461" v="6797" actId="47"/>
        <pc:sldMkLst>
          <pc:docMk/>
          <pc:sldMk cId="3862531110" sldId="822"/>
        </pc:sldMkLst>
      </pc:sldChg>
      <pc:sldChg chg="del">
        <pc:chgData name="Fernandez Ruiz, Beatriz" userId="c17f1ae3-fcbb-4e0c-a100-96fa69ccc7c1" providerId="ADAL" clId="{F333056E-48AA-4232-8694-7E568351CEFC}" dt="2026-07-16T18:22:46.038" v="6798" actId="47"/>
        <pc:sldMkLst>
          <pc:docMk/>
          <pc:sldMk cId="1074341834" sldId="823"/>
        </pc:sldMkLst>
      </pc:sldChg>
      <pc:sldChg chg="del">
        <pc:chgData name="Fernandez Ruiz, Beatriz" userId="c17f1ae3-fcbb-4e0c-a100-96fa69ccc7c1" providerId="ADAL" clId="{F333056E-48AA-4232-8694-7E568351CEFC}" dt="2026-07-16T18:22:49.778" v="6799" actId="47"/>
        <pc:sldMkLst>
          <pc:docMk/>
          <pc:sldMk cId="2703652681" sldId="824"/>
        </pc:sldMkLst>
      </pc:sldChg>
      <pc:sldChg chg="add">
        <pc:chgData name="Fernandez Ruiz, Beatriz" userId="c17f1ae3-fcbb-4e0c-a100-96fa69ccc7c1" providerId="ADAL" clId="{F333056E-48AA-4232-8694-7E568351CEFC}" dt="2026-07-16T18:09:23.047" v="5971"/>
        <pc:sldMkLst>
          <pc:docMk/>
          <pc:sldMk cId="619796253" sldId="826"/>
        </pc:sldMkLst>
      </pc:sldChg>
      <pc:sldChg chg="add del ord">
        <pc:chgData name="Fernandez Ruiz, Beatriz" userId="c17f1ae3-fcbb-4e0c-a100-96fa69ccc7c1" providerId="ADAL" clId="{F333056E-48AA-4232-8694-7E568351CEFC}" dt="2026-07-16T18:09:20.150" v="5970" actId="2696"/>
        <pc:sldMkLst>
          <pc:docMk/>
          <pc:sldMk cId="855756054" sldId="826"/>
        </pc:sldMkLst>
      </pc:sldChg>
      <pc:sldChg chg="del">
        <pc:chgData name="Fernandez Ruiz, Beatriz" userId="c17f1ae3-fcbb-4e0c-a100-96fa69ccc7c1" providerId="ADAL" clId="{F333056E-48AA-4232-8694-7E568351CEFC}" dt="2026-07-16T17:00:40.761" v="3930" actId="2696"/>
        <pc:sldMkLst>
          <pc:docMk/>
          <pc:sldMk cId="2050940116" sldId="826"/>
        </pc:sldMkLst>
      </pc:sldChg>
      <pc:sldChg chg="add del ord">
        <pc:chgData name="Fernandez Ruiz, Beatriz" userId="c17f1ae3-fcbb-4e0c-a100-96fa69ccc7c1" providerId="ADAL" clId="{F333056E-48AA-4232-8694-7E568351CEFC}" dt="2026-07-16T18:09:20.150" v="5970" actId="2696"/>
        <pc:sldMkLst>
          <pc:docMk/>
          <pc:sldMk cId="891924705" sldId="827"/>
        </pc:sldMkLst>
      </pc:sldChg>
      <pc:sldChg chg="del">
        <pc:chgData name="Fernandez Ruiz, Beatriz" userId="c17f1ae3-fcbb-4e0c-a100-96fa69ccc7c1" providerId="ADAL" clId="{F333056E-48AA-4232-8694-7E568351CEFC}" dt="2026-07-16T17:00:40.761" v="3930" actId="2696"/>
        <pc:sldMkLst>
          <pc:docMk/>
          <pc:sldMk cId="2510181979" sldId="827"/>
        </pc:sldMkLst>
      </pc:sldChg>
      <pc:sldChg chg="add">
        <pc:chgData name="Fernandez Ruiz, Beatriz" userId="c17f1ae3-fcbb-4e0c-a100-96fa69ccc7c1" providerId="ADAL" clId="{F333056E-48AA-4232-8694-7E568351CEFC}" dt="2026-07-16T18:09:23.047" v="5971"/>
        <pc:sldMkLst>
          <pc:docMk/>
          <pc:sldMk cId="3268835224" sldId="827"/>
        </pc:sldMkLst>
      </pc:sldChg>
      <pc:sldChg chg="addSp delSp modSp add mod ord delAnim modAnim">
        <pc:chgData name="Fernandez Ruiz, Beatriz" userId="c17f1ae3-fcbb-4e0c-a100-96fa69ccc7c1" providerId="ADAL" clId="{F333056E-48AA-4232-8694-7E568351CEFC}" dt="2026-07-16T20:47:45.533" v="10159"/>
        <pc:sldMkLst>
          <pc:docMk/>
          <pc:sldMk cId="1533126720" sldId="829"/>
        </pc:sldMkLst>
        <pc:spChg chg="mod">
          <ac:chgData name="Fernandez Ruiz, Beatriz" userId="c17f1ae3-fcbb-4e0c-a100-96fa69ccc7c1" providerId="ADAL" clId="{F333056E-48AA-4232-8694-7E568351CEFC}" dt="2026-07-16T14:58:26.315" v="436" actId="1076"/>
          <ac:spMkLst>
            <pc:docMk/>
            <pc:sldMk cId="1533126720" sldId="829"/>
            <ac:spMk id="2" creationId="{FF71C24D-F48E-4AAB-9AEF-9CCF3B4FE627}"/>
          </ac:spMkLst>
        </pc:spChg>
        <pc:spChg chg="add mod">
          <ac:chgData name="Fernandez Ruiz, Beatriz" userId="c17f1ae3-fcbb-4e0c-a100-96fa69ccc7c1" providerId="ADAL" clId="{F333056E-48AA-4232-8694-7E568351CEFC}" dt="2026-07-16T15:05:57.522" v="1039" actId="1076"/>
          <ac:spMkLst>
            <pc:docMk/>
            <pc:sldMk cId="1533126720" sldId="829"/>
            <ac:spMk id="3" creationId="{3D673DD8-FA10-A99C-7E07-7295697C90D9}"/>
          </ac:spMkLst>
        </pc:spChg>
        <pc:spChg chg="mod">
          <ac:chgData name="Fernandez Ruiz, Beatriz" userId="c17f1ae3-fcbb-4e0c-a100-96fa69ccc7c1" providerId="ADAL" clId="{F333056E-48AA-4232-8694-7E568351CEFC}" dt="2026-07-16T10:06:04.450" v="58" actId="1036"/>
          <ac:spMkLst>
            <pc:docMk/>
            <pc:sldMk cId="1533126720" sldId="829"/>
            <ac:spMk id="6" creationId="{DAAF465C-7AAF-4C05-B007-157AB9A8CB02}"/>
          </ac:spMkLst>
        </pc:spChg>
        <pc:spChg chg="del">
          <ac:chgData name="Fernandez Ruiz, Beatriz" userId="c17f1ae3-fcbb-4e0c-a100-96fa69ccc7c1" providerId="ADAL" clId="{F333056E-48AA-4232-8694-7E568351CEFC}" dt="2026-07-16T10:05:55.616" v="35" actId="478"/>
          <ac:spMkLst>
            <pc:docMk/>
            <pc:sldMk cId="1533126720" sldId="829"/>
            <ac:spMk id="7" creationId="{1F0E9CBF-4EC5-4BE2-9A03-2BF8D8639200}"/>
          </ac:spMkLst>
        </pc:spChg>
        <pc:spChg chg="mod">
          <ac:chgData name="Fernandez Ruiz, Beatriz" userId="c17f1ae3-fcbb-4e0c-a100-96fa69ccc7c1" providerId="ADAL" clId="{F333056E-48AA-4232-8694-7E568351CEFC}" dt="2026-07-16T10:06:04.450" v="58" actId="1036"/>
          <ac:spMkLst>
            <pc:docMk/>
            <pc:sldMk cId="1533126720" sldId="829"/>
            <ac:spMk id="8" creationId="{2D33090D-5BB3-4060-A555-BA6B878A23A8}"/>
          </ac:spMkLst>
        </pc:spChg>
        <pc:spChg chg="add mod">
          <ac:chgData name="Fernandez Ruiz, Beatriz" userId="c17f1ae3-fcbb-4e0c-a100-96fa69ccc7c1" providerId="ADAL" clId="{F333056E-48AA-4232-8694-7E568351CEFC}" dt="2026-07-16T15:05:30.337" v="1035" actId="404"/>
          <ac:spMkLst>
            <pc:docMk/>
            <pc:sldMk cId="1533126720" sldId="829"/>
            <ac:spMk id="10" creationId="{6C5300DE-9563-93FC-785A-AC05F2097758}"/>
          </ac:spMkLst>
        </pc:spChg>
        <pc:spChg chg="add mod">
          <ac:chgData name="Fernandez Ruiz, Beatriz" userId="c17f1ae3-fcbb-4e0c-a100-96fa69ccc7c1" providerId="ADAL" clId="{F333056E-48AA-4232-8694-7E568351CEFC}" dt="2026-07-16T15:05:30.337" v="1035" actId="404"/>
          <ac:spMkLst>
            <pc:docMk/>
            <pc:sldMk cId="1533126720" sldId="829"/>
            <ac:spMk id="11" creationId="{7E07A8D0-C41F-F359-40CE-BC30D955ABF5}"/>
          </ac:spMkLst>
        </pc:spChg>
        <pc:spChg chg="del mod">
          <ac:chgData name="Fernandez Ruiz, Beatriz" userId="c17f1ae3-fcbb-4e0c-a100-96fa69ccc7c1" providerId="ADAL" clId="{F333056E-48AA-4232-8694-7E568351CEFC}" dt="2026-07-16T20:47:25.960" v="10153" actId="478"/>
          <ac:spMkLst>
            <pc:docMk/>
            <pc:sldMk cId="1533126720" sldId="829"/>
            <ac:spMk id="43" creationId="{2A9C2E6A-1BF8-4B40-AE97-9A4D5DCC8D97}"/>
          </ac:spMkLst>
        </pc:spChg>
        <pc:spChg chg="del mod">
          <ac:chgData name="Fernandez Ruiz, Beatriz" userId="c17f1ae3-fcbb-4e0c-a100-96fa69ccc7c1" providerId="ADAL" clId="{F333056E-48AA-4232-8694-7E568351CEFC}" dt="2026-07-16T20:47:25.960" v="10153" actId="478"/>
          <ac:spMkLst>
            <pc:docMk/>
            <pc:sldMk cId="1533126720" sldId="829"/>
            <ac:spMk id="45" creationId="{095ECFE0-B3FF-42ED-8753-9AD3258DB482}"/>
          </ac:spMkLst>
        </pc:spChg>
        <pc:spChg chg="mod">
          <ac:chgData name="Fernandez Ruiz, Beatriz" userId="c17f1ae3-fcbb-4e0c-a100-96fa69ccc7c1" providerId="ADAL" clId="{F333056E-48AA-4232-8694-7E568351CEFC}" dt="2026-07-16T10:06:04.450" v="58" actId="1036"/>
          <ac:spMkLst>
            <pc:docMk/>
            <pc:sldMk cId="1533126720" sldId="829"/>
            <ac:spMk id="49" creationId="{8B182FFF-3CF7-410C-944A-063D7B5CDB99}"/>
          </ac:spMkLst>
        </pc:spChg>
        <pc:spChg chg="mod">
          <ac:chgData name="Fernandez Ruiz, Beatriz" userId="c17f1ae3-fcbb-4e0c-a100-96fa69ccc7c1" providerId="ADAL" clId="{F333056E-48AA-4232-8694-7E568351CEFC}" dt="2026-07-16T10:06:04.450" v="58" actId="1036"/>
          <ac:spMkLst>
            <pc:docMk/>
            <pc:sldMk cId="1533126720" sldId="829"/>
            <ac:spMk id="73" creationId="{EEF5B4DF-EB1A-41B0-80E2-8011C578C72B}"/>
          </ac:spMkLst>
        </pc:spChg>
        <pc:spChg chg="mod">
          <ac:chgData name="Fernandez Ruiz, Beatriz" userId="c17f1ae3-fcbb-4e0c-a100-96fa69ccc7c1" providerId="ADAL" clId="{F333056E-48AA-4232-8694-7E568351CEFC}" dt="2026-07-16T10:06:04.450" v="58" actId="1036"/>
          <ac:spMkLst>
            <pc:docMk/>
            <pc:sldMk cId="1533126720" sldId="829"/>
            <ac:spMk id="74" creationId="{26CA3BC2-887D-4579-A99C-F6774CA43155}"/>
          </ac:spMkLst>
        </pc:spChg>
        <pc:spChg chg="mod">
          <ac:chgData name="Fernandez Ruiz, Beatriz" userId="c17f1ae3-fcbb-4e0c-a100-96fa69ccc7c1" providerId="ADAL" clId="{F333056E-48AA-4232-8694-7E568351CEFC}" dt="2026-07-16T10:06:04.450" v="58" actId="1036"/>
          <ac:spMkLst>
            <pc:docMk/>
            <pc:sldMk cId="1533126720" sldId="829"/>
            <ac:spMk id="75" creationId="{28363DCE-6C8F-4D80-8663-9144EF9BCB27}"/>
          </ac:spMkLst>
        </pc:spChg>
        <pc:grpChg chg="mod">
          <ac:chgData name="Fernandez Ruiz, Beatriz" userId="c17f1ae3-fcbb-4e0c-a100-96fa69ccc7c1" providerId="ADAL" clId="{F333056E-48AA-4232-8694-7E568351CEFC}" dt="2026-07-16T15:05:38.943" v="1038" actId="1076"/>
          <ac:grpSpMkLst>
            <pc:docMk/>
            <pc:sldMk cId="1533126720" sldId="829"/>
            <ac:grpSpMk id="5" creationId="{343C2BA3-614E-476A-B9A0-FB393CF5B3F5}"/>
          </ac:grpSpMkLst>
        </pc:grpChg>
        <pc:grpChg chg="mod">
          <ac:chgData name="Fernandez Ruiz, Beatriz" userId="c17f1ae3-fcbb-4e0c-a100-96fa69ccc7c1" providerId="ADAL" clId="{F333056E-48AA-4232-8694-7E568351CEFC}" dt="2026-07-16T15:05:35.581" v="1037" actId="1076"/>
          <ac:grpSpMkLst>
            <pc:docMk/>
            <pc:sldMk cId="1533126720" sldId="829"/>
            <ac:grpSpMk id="48" creationId="{B9A594FB-CC89-48A5-B461-2D3405B09D82}"/>
          </ac:grpSpMkLst>
        </pc:grpChg>
        <pc:picChg chg="add mod">
          <ac:chgData name="Fernandez Ruiz, Beatriz" userId="c17f1ae3-fcbb-4e0c-a100-96fa69ccc7c1" providerId="ADAL" clId="{F333056E-48AA-4232-8694-7E568351CEFC}" dt="2026-07-16T15:05:33.290" v="1036" actId="1076"/>
          <ac:picMkLst>
            <pc:docMk/>
            <pc:sldMk cId="1533126720" sldId="829"/>
            <ac:picMk id="9" creationId="{AF9207C5-70D6-D453-967F-272C96425F2E}"/>
          </ac:picMkLst>
        </pc:picChg>
        <pc:picChg chg="del mod">
          <ac:chgData name="Fernandez Ruiz, Beatriz" userId="c17f1ae3-fcbb-4e0c-a100-96fa69ccc7c1" providerId="ADAL" clId="{F333056E-48AA-4232-8694-7E568351CEFC}" dt="2026-07-16T15:05:18.552" v="1029" actId="478"/>
          <ac:picMkLst>
            <pc:docMk/>
            <pc:sldMk cId="1533126720" sldId="829"/>
            <ac:picMk id="47" creationId="{B15C4FC7-3CD7-4A6E-9334-6E6021A5FFE5}"/>
          </ac:picMkLst>
        </pc:picChg>
      </pc:sldChg>
      <pc:sldChg chg="addSp delSp modSp add del mod ord">
        <pc:chgData name="Fernandez Ruiz, Beatriz" userId="c17f1ae3-fcbb-4e0c-a100-96fa69ccc7c1" providerId="ADAL" clId="{F333056E-48AA-4232-8694-7E568351CEFC}" dt="2026-07-16T15:28:02.945" v="1888" actId="47"/>
        <pc:sldMkLst>
          <pc:docMk/>
          <pc:sldMk cId="3761366556" sldId="830"/>
        </pc:sldMkLst>
        <pc:spChg chg="mod">
          <ac:chgData name="Fernandez Ruiz, Beatriz" userId="c17f1ae3-fcbb-4e0c-a100-96fa69ccc7c1" providerId="ADAL" clId="{F333056E-48AA-4232-8694-7E568351CEFC}" dt="2026-07-16T14:54:45.811" v="118" actId="14100"/>
          <ac:spMkLst>
            <pc:docMk/>
            <pc:sldMk cId="3761366556" sldId="830"/>
            <ac:spMk id="2" creationId="{FF71C24D-F48E-4AAB-9AEF-9CCF3B4FE627}"/>
          </ac:spMkLst>
        </pc:spChg>
        <pc:spChg chg="add del mod">
          <ac:chgData name="Fernandez Ruiz, Beatriz" userId="c17f1ae3-fcbb-4e0c-a100-96fa69ccc7c1" providerId="ADAL" clId="{F333056E-48AA-4232-8694-7E568351CEFC}" dt="2026-07-16T15:07:46.833" v="1057" actId="21"/>
          <ac:spMkLst>
            <pc:docMk/>
            <pc:sldMk cId="3761366556" sldId="830"/>
            <ac:spMk id="7" creationId="{B46E502E-DBDA-99ED-1F60-3FEB415CDB2E}"/>
          </ac:spMkLst>
        </pc:spChg>
        <pc:spChg chg="del">
          <ac:chgData name="Fernandez Ruiz, Beatriz" userId="c17f1ae3-fcbb-4e0c-a100-96fa69ccc7c1" providerId="ADAL" clId="{F333056E-48AA-4232-8694-7E568351CEFC}" dt="2026-07-16T14:54:23.693" v="67" actId="478"/>
          <ac:spMkLst>
            <pc:docMk/>
            <pc:sldMk cId="3761366556" sldId="830"/>
            <ac:spMk id="74" creationId="{26CA3BC2-887D-4579-A99C-F6774CA43155}"/>
          </ac:spMkLst>
        </pc:spChg>
        <pc:spChg chg="del">
          <ac:chgData name="Fernandez Ruiz, Beatriz" userId="c17f1ae3-fcbb-4e0c-a100-96fa69ccc7c1" providerId="ADAL" clId="{F333056E-48AA-4232-8694-7E568351CEFC}" dt="2026-07-16T14:54:23.693" v="67" actId="478"/>
          <ac:spMkLst>
            <pc:docMk/>
            <pc:sldMk cId="3761366556" sldId="830"/>
            <ac:spMk id="75" creationId="{28363DCE-6C8F-4D80-8663-9144EF9BCB27}"/>
          </ac:spMkLst>
        </pc:spChg>
        <pc:grpChg chg="del">
          <ac:chgData name="Fernandez Ruiz, Beatriz" userId="c17f1ae3-fcbb-4e0c-a100-96fa69ccc7c1" providerId="ADAL" clId="{F333056E-48AA-4232-8694-7E568351CEFC}" dt="2026-07-16T14:54:23.693" v="67" actId="478"/>
          <ac:grpSpMkLst>
            <pc:docMk/>
            <pc:sldMk cId="3761366556" sldId="830"/>
            <ac:grpSpMk id="5" creationId="{343C2BA3-614E-476A-B9A0-FB393CF5B3F5}"/>
          </ac:grpSpMkLst>
        </pc:grpChg>
      </pc:sldChg>
      <pc:sldChg chg="addSp delSp modSp add del mod ord">
        <pc:chgData name="Fernandez Ruiz, Beatriz" userId="c17f1ae3-fcbb-4e0c-a100-96fa69ccc7c1" providerId="ADAL" clId="{F333056E-48AA-4232-8694-7E568351CEFC}" dt="2026-07-16T15:27:58.191" v="1887" actId="47"/>
        <pc:sldMkLst>
          <pc:docMk/>
          <pc:sldMk cId="739409152" sldId="831"/>
        </pc:sldMkLst>
        <pc:spChg chg="add del mod">
          <ac:chgData name="Fernandez Ruiz, Beatriz" userId="c17f1ae3-fcbb-4e0c-a100-96fa69ccc7c1" providerId="ADAL" clId="{F333056E-48AA-4232-8694-7E568351CEFC}" dt="2026-07-16T15:09:29.898" v="1081" actId="21"/>
          <ac:spMkLst>
            <pc:docMk/>
            <pc:sldMk cId="739409152" sldId="831"/>
            <ac:spMk id="2" creationId="{FF71C24D-F48E-4AAB-9AEF-9CCF3B4FE627}"/>
          </ac:spMkLst>
        </pc:spChg>
        <pc:spChg chg="add del">
          <ac:chgData name="Fernandez Ruiz, Beatriz" userId="c17f1ae3-fcbb-4e0c-a100-96fa69ccc7c1" providerId="ADAL" clId="{F333056E-48AA-4232-8694-7E568351CEFC}" dt="2026-07-16T14:59:21.197" v="441" actId="478"/>
          <ac:spMkLst>
            <pc:docMk/>
            <pc:sldMk cId="739409152" sldId="831"/>
            <ac:spMk id="6" creationId="{DAAF465C-7AAF-4C05-B007-157AB9A8CB02}"/>
          </ac:spMkLst>
        </pc:spChg>
        <pc:spChg chg="add del">
          <ac:chgData name="Fernandez Ruiz, Beatriz" userId="c17f1ae3-fcbb-4e0c-a100-96fa69ccc7c1" providerId="ADAL" clId="{F333056E-48AA-4232-8694-7E568351CEFC}" dt="2026-07-16T14:59:21.197" v="441" actId="478"/>
          <ac:spMkLst>
            <pc:docMk/>
            <pc:sldMk cId="739409152" sldId="831"/>
            <ac:spMk id="8" creationId="{2D33090D-5BB3-4060-A555-BA6B878A23A8}"/>
          </ac:spMkLst>
        </pc:spChg>
        <pc:spChg chg="add del mod">
          <ac:chgData name="Fernandez Ruiz, Beatriz" userId="c17f1ae3-fcbb-4e0c-a100-96fa69ccc7c1" providerId="ADAL" clId="{F333056E-48AA-4232-8694-7E568351CEFC}" dt="2026-07-16T14:59:16.255" v="440" actId="478"/>
          <ac:spMkLst>
            <pc:docMk/>
            <pc:sldMk cId="739409152" sldId="831"/>
            <ac:spMk id="9" creationId="{3B1861F3-5E97-E64A-E27A-B28AD06FF9ED}"/>
          </ac:spMkLst>
        </pc:spChg>
        <pc:spChg chg="add del mod">
          <ac:chgData name="Fernandez Ruiz, Beatriz" userId="c17f1ae3-fcbb-4e0c-a100-96fa69ccc7c1" providerId="ADAL" clId="{F333056E-48AA-4232-8694-7E568351CEFC}" dt="2026-07-16T15:04:43.593" v="1026"/>
          <ac:spMkLst>
            <pc:docMk/>
            <pc:sldMk cId="739409152" sldId="831"/>
            <ac:spMk id="10" creationId="{11C3D6AA-3FFF-E1B0-F48E-2C7703600725}"/>
          </ac:spMkLst>
        </pc:spChg>
        <pc:spChg chg="add del mod">
          <ac:chgData name="Fernandez Ruiz, Beatriz" userId="c17f1ae3-fcbb-4e0c-a100-96fa69ccc7c1" providerId="ADAL" clId="{F333056E-48AA-4232-8694-7E568351CEFC}" dt="2026-07-16T15:10:11.451" v="1088"/>
          <ac:spMkLst>
            <pc:docMk/>
            <pc:sldMk cId="739409152" sldId="831"/>
            <ac:spMk id="11" creationId="{4205C3F1-C778-3BB7-534B-20DA1C56E92E}"/>
          </ac:spMkLst>
        </pc:spChg>
        <pc:spChg chg="add mod">
          <ac:chgData name="Fernandez Ruiz, Beatriz" userId="c17f1ae3-fcbb-4e0c-a100-96fa69ccc7c1" providerId="ADAL" clId="{F333056E-48AA-4232-8694-7E568351CEFC}" dt="2026-07-16T15:09:29.898" v="1081" actId="21"/>
          <ac:spMkLst>
            <pc:docMk/>
            <pc:sldMk cId="739409152" sldId="831"/>
            <ac:spMk id="13" creationId="{639E97FC-3D91-5A18-CA5F-F06579CBCA3E}"/>
          </ac:spMkLst>
        </pc:spChg>
        <pc:spChg chg="add del">
          <ac:chgData name="Fernandez Ruiz, Beatriz" userId="c17f1ae3-fcbb-4e0c-a100-96fa69ccc7c1" providerId="ADAL" clId="{F333056E-48AA-4232-8694-7E568351CEFC}" dt="2026-07-16T14:59:21.197" v="441" actId="478"/>
          <ac:spMkLst>
            <pc:docMk/>
            <pc:sldMk cId="739409152" sldId="831"/>
            <ac:spMk id="43" creationId="{2A9C2E6A-1BF8-4B40-AE97-9A4D5DCC8D97}"/>
          </ac:spMkLst>
        </pc:spChg>
        <pc:spChg chg="add del">
          <ac:chgData name="Fernandez Ruiz, Beatriz" userId="c17f1ae3-fcbb-4e0c-a100-96fa69ccc7c1" providerId="ADAL" clId="{F333056E-48AA-4232-8694-7E568351CEFC}" dt="2026-07-16T14:59:21.197" v="441" actId="478"/>
          <ac:spMkLst>
            <pc:docMk/>
            <pc:sldMk cId="739409152" sldId="831"/>
            <ac:spMk id="45" creationId="{095ECFE0-B3FF-42ED-8753-9AD3258DB482}"/>
          </ac:spMkLst>
        </pc:spChg>
        <pc:grpChg chg="add del">
          <ac:chgData name="Fernandez Ruiz, Beatriz" userId="c17f1ae3-fcbb-4e0c-a100-96fa69ccc7c1" providerId="ADAL" clId="{F333056E-48AA-4232-8694-7E568351CEFC}" dt="2026-07-16T14:59:21.197" v="441" actId="478"/>
          <ac:grpSpMkLst>
            <pc:docMk/>
            <pc:sldMk cId="739409152" sldId="831"/>
            <ac:grpSpMk id="48" creationId="{B9A594FB-CC89-48A5-B461-2D3405B09D82}"/>
          </ac:grpSpMkLst>
        </pc:grpChg>
      </pc:sldChg>
      <pc:sldChg chg="addSp delSp modSp add mod ord delAnim modAnim">
        <pc:chgData name="Fernandez Ruiz, Beatriz" userId="c17f1ae3-fcbb-4e0c-a100-96fa69ccc7c1" providerId="ADAL" clId="{F333056E-48AA-4232-8694-7E568351CEFC}" dt="2026-07-16T20:48:01.590" v="10163"/>
        <pc:sldMkLst>
          <pc:docMk/>
          <pc:sldMk cId="2129037516" sldId="832"/>
        </pc:sldMkLst>
        <pc:spChg chg="mod">
          <ac:chgData name="Fernandez Ruiz, Beatriz" userId="c17f1ae3-fcbb-4e0c-a100-96fa69ccc7c1" providerId="ADAL" clId="{F333056E-48AA-4232-8694-7E568351CEFC}" dt="2026-07-16T15:07:42.202" v="1056" actId="1076"/>
          <ac:spMkLst>
            <pc:docMk/>
            <pc:sldMk cId="2129037516" sldId="832"/>
            <ac:spMk id="2" creationId="{FF71C24D-F48E-4AAB-9AEF-9CCF3B4FE627}"/>
          </ac:spMkLst>
        </pc:spChg>
        <pc:spChg chg="del">
          <ac:chgData name="Fernandez Ruiz, Beatriz" userId="c17f1ae3-fcbb-4e0c-a100-96fa69ccc7c1" providerId="ADAL" clId="{F333056E-48AA-4232-8694-7E568351CEFC}" dt="2026-07-16T15:06:15.594" v="1043" actId="478"/>
          <ac:spMkLst>
            <pc:docMk/>
            <pc:sldMk cId="2129037516" sldId="832"/>
            <ac:spMk id="3" creationId="{3D673DD8-FA10-A99C-7E07-7295697C90D9}"/>
          </ac:spMkLst>
        </pc:spChg>
        <pc:spChg chg="mod">
          <ac:chgData name="Fernandez Ruiz, Beatriz" userId="c17f1ae3-fcbb-4e0c-a100-96fa69ccc7c1" providerId="ADAL" clId="{F333056E-48AA-4232-8694-7E568351CEFC}" dt="2026-07-16T20:31:50.335" v="8577" actId="1076"/>
          <ac:spMkLst>
            <pc:docMk/>
            <pc:sldMk cId="2129037516" sldId="832"/>
            <ac:spMk id="4" creationId="{7A11A8BB-1C32-43B6-A481-C55BC0292154}"/>
          </ac:spMkLst>
        </pc:spChg>
        <pc:spChg chg="add mod">
          <ac:chgData name="Fernandez Ruiz, Beatriz" userId="c17f1ae3-fcbb-4e0c-a100-96fa69ccc7c1" providerId="ADAL" clId="{F333056E-48AA-4232-8694-7E568351CEFC}" dt="2026-07-16T15:07:11.754" v="1049" actId="14100"/>
          <ac:spMkLst>
            <pc:docMk/>
            <pc:sldMk cId="2129037516" sldId="832"/>
            <ac:spMk id="7" creationId="{120246DD-6C16-53A9-D6C2-E10B91D345A5}"/>
          </ac:spMkLst>
        </pc:spChg>
        <pc:spChg chg="del mod">
          <ac:chgData name="Fernandez Ruiz, Beatriz" userId="c17f1ae3-fcbb-4e0c-a100-96fa69ccc7c1" providerId="ADAL" clId="{F333056E-48AA-4232-8694-7E568351CEFC}" dt="2026-07-16T20:31:44.749" v="8576" actId="478"/>
          <ac:spMkLst>
            <pc:docMk/>
            <pc:sldMk cId="2129037516" sldId="832"/>
            <ac:spMk id="8" creationId="{2D33090D-5BB3-4060-A555-BA6B878A23A8}"/>
          </ac:spMkLst>
        </pc:spChg>
        <pc:spChg chg="mod">
          <ac:chgData name="Fernandez Ruiz, Beatriz" userId="c17f1ae3-fcbb-4e0c-a100-96fa69ccc7c1" providerId="ADAL" clId="{F333056E-48AA-4232-8694-7E568351CEFC}" dt="2026-07-16T20:31:50.335" v="8577" actId="1076"/>
          <ac:spMkLst>
            <pc:docMk/>
            <pc:sldMk cId="2129037516" sldId="832"/>
            <ac:spMk id="10" creationId="{6C5300DE-9563-93FC-785A-AC05F2097758}"/>
          </ac:spMkLst>
        </pc:spChg>
        <pc:spChg chg="mod">
          <ac:chgData name="Fernandez Ruiz, Beatriz" userId="c17f1ae3-fcbb-4e0c-a100-96fa69ccc7c1" providerId="ADAL" clId="{F333056E-48AA-4232-8694-7E568351CEFC}" dt="2026-07-16T20:31:50.335" v="8577" actId="1076"/>
          <ac:spMkLst>
            <pc:docMk/>
            <pc:sldMk cId="2129037516" sldId="832"/>
            <ac:spMk id="11" creationId="{7E07A8D0-C41F-F359-40CE-BC30D955ABF5}"/>
          </ac:spMkLst>
        </pc:spChg>
        <pc:spChg chg="add del mod">
          <ac:chgData name="Fernandez Ruiz, Beatriz" userId="c17f1ae3-fcbb-4e0c-a100-96fa69ccc7c1" providerId="ADAL" clId="{F333056E-48AA-4232-8694-7E568351CEFC}" dt="2026-07-16T15:10:58.308" v="1094" actId="21"/>
          <ac:spMkLst>
            <pc:docMk/>
            <pc:sldMk cId="2129037516" sldId="832"/>
            <ac:spMk id="12" creationId="{B46E502E-DBDA-99ED-1F60-3FEB415CDB2E}"/>
          </ac:spMkLst>
        </pc:spChg>
        <pc:spChg chg="add mod">
          <ac:chgData name="Fernandez Ruiz, Beatriz" userId="c17f1ae3-fcbb-4e0c-a100-96fa69ccc7c1" providerId="ADAL" clId="{F333056E-48AA-4232-8694-7E568351CEFC}" dt="2026-07-16T20:31:50.335" v="8577" actId="1076"/>
          <ac:spMkLst>
            <pc:docMk/>
            <pc:sldMk cId="2129037516" sldId="832"/>
            <ac:spMk id="13" creationId="{B46E502E-DBDA-99ED-1F60-3FEB415CDB2E}"/>
          </ac:spMkLst>
        </pc:spChg>
        <pc:spChg chg="mod">
          <ac:chgData name="Fernandez Ruiz, Beatriz" userId="c17f1ae3-fcbb-4e0c-a100-96fa69ccc7c1" providerId="ADAL" clId="{F333056E-48AA-4232-8694-7E568351CEFC}" dt="2026-07-16T20:31:50.335" v="8577" actId="1076"/>
          <ac:spMkLst>
            <pc:docMk/>
            <pc:sldMk cId="2129037516" sldId="832"/>
            <ac:spMk id="31" creationId="{1094EEB8-BE45-4F4C-8F84-D47937E1429D}"/>
          </ac:spMkLst>
        </pc:spChg>
        <pc:spChg chg="mod">
          <ac:chgData name="Fernandez Ruiz, Beatriz" userId="c17f1ae3-fcbb-4e0c-a100-96fa69ccc7c1" providerId="ADAL" clId="{F333056E-48AA-4232-8694-7E568351CEFC}" dt="2026-07-16T20:31:50.335" v="8577" actId="1076"/>
          <ac:spMkLst>
            <pc:docMk/>
            <pc:sldMk cId="2129037516" sldId="832"/>
            <ac:spMk id="32" creationId="{612201EC-8035-45B6-9232-3B99FE6FADAD}"/>
          </ac:spMkLst>
        </pc:spChg>
        <pc:spChg chg="mod">
          <ac:chgData name="Fernandez Ruiz, Beatriz" userId="c17f1ae3-fcbb-4e0c-a100-96fa69ccc7c1" providerId="ADAL" clId="{F333056E-48AA-4232-8694-7E568351CEFC}" dt="2026-07-16T20:31:50.335" v="8577" actId="1076"/>
          <ac:spMkLst>
            <pc:docMk/>
            <pc:sldMk cId="2129037516" sldId="832"/>
            <ac:spMk id="33" creationId="{833353B4-8C3D-40DB-93F9-8904F151F70B}"/>
          </ac:spMkLst>
        </pc:spChg>
        <pc:spChg chg="mod">
          <ac:chgData name="Fernandez Ruiz, Beatriz" userId="c17f1ae3-fcbb-4e0c-a100-96fa69ccc7c1" providerId="ADAL" clId="{F333056E-48AA-4232-8694-7E568351CEFC}" dt="2026-07-16T20:31:50.335" v="8577" actId="1076"/>
          <ac:spMkLst>
            <pc:docMk/>
            <pc:sldMk cId="2129037516" sldId="832"/>
            <ac:spMk id="34" creationId="{12F95C5D-8699-43C4-BB02-7C73F75E5034}"/>
          </ac:spMkLst>
        </pc:spChg>
        <pc:spChg chg="mod">
          <ac:chgData name="Fernandez Ruiz, Beatriz" userId="c17f1ae3-fcbb-4e0c-a100-96fa69ccc7c1" providerId="ADAL" clId="{F333056E-48AA-4232-8694-7E568351CEFC}" dt="2026-07-16T20:31:50.335" v="8577" actId="1076"/>
          <ac:spMkLst>
            <pc:docMk/>
            <pc:sldMk cId="2129037516" sldId="832"/>
            <ac:spMk id="35" creationId="{C781A3B6-3B04-4A27-9F07-2D16E751C9FD}"/>
          </ac:spMkLst>
        </pc:spChg>
        <pc:spChg chg="mod">
          <ac:chgData name="Fernandez Ruiz, Beatriz" userId="c17f1ae3-fcbb-4e0c-a100-96fa69ccc7c1" providerId="ADAL" clId="{F333056E-48AA-4232-8694-7E568351CEFC}" dt="2026-07-16T20:31:50.335" v="8577" actId="1076"/>
          <ac:spMkLst>
            <pc:docMk/>
            <pc:sldMk cId="2129037516" sldId="832"/>
            <ac:spMk id="36" creationId="{E7A0CC74-F56D-409D-A026-7E246B8BE724}"/>
          </ac:spMkLst>
        </pc:spChg>
        <pc:spChg chg="mod">
          <ac:chgData name="Fernandez Ruiz, Beatriz" userId="c17f1ae3-fcbb-4e0c-a100-96fa69ccc7c1" providerId="ADAL" clId="{F333056E-48AA-4232-8694-7E568351CEFC}" dt="2026-07-16T20:31:50.335" v="8577" actId="1076"/>
          <ac:spMkLst>
            <pc:docMk/>
            <pc:sldMk cId="2129037516" sldId="832"/>
            <ac:spMk id="37" creationId="{B28B2BD0-A7F8-480C-A0B5-08999C457CFE}"/>
          </ac:spMkLst>
        </pc:spChg>
        <pc:spChg chg="mod">
          <ac:chgData name="Fernandez Ruiz, Beatriz" userId="c17f1ae3-fcbb-4e0c-a100-96fa69ccc7c1" providerId="ADAL" clId="{F333056E-48AA-4232-8694-7E568351CEFC}" dt="2026-07-16T20:31:50.335" v="8577" actId="1076"/>
          <ac:spMkLst>
            <pc:docMk/>
            <pc:sldMk cId="2129037516" sldId="832"/>
            <ac:spMk id="38" creationId="{FA27B810-8CEC-4C30-9A36-0FD354635F16}"/>
          </ac:spMkLst>
        </pc:spChg>
        <pc:spChg chg="mod">
          <ac:chgData name="Fernandez Ruiz, Beatriz" userId="c17f1ae3-fcbb-4e0c-a100-96fa69ccc7c1" providerId="ADAL" clId="{F333056E-48AA-4232-8694-7E568351CEFC}" dt="2026-07-16T20:31:50.335" v="8577" actId="1076"/>
          <ac:spMkLst>
            <pc:docMk/>
            <pc:sldMk cId="2129037516" sldId="832"/>
            <ac:spMk id="39" creationId="{B33B1F75-F14C-4AF0-B976-9D322F5ECAFC}"/>
          </ac:spMkLst>
        </pc:spChg>
        <pc:spChg chg="mod">
          <ac:chgData name="Fernandez Ruiz, Beatriz" userId="c17f1ae3-fcbb-4e0c-a100-96fa69ccc7c1" providerId="ADAL" clId="{F333056E-48AA-4232-8694-7E568351CEFC}" dt="2026-07-16T20:31:50.335" v="8577" actId="1076"/>
          <ac:spMkLst>
            <pc:docMk/>
            <pc:sldMk cId="2129037516" sldId="832"/>
            <ac:spMk id="40" creationId="{B594F109-57D8-4C4C-BF30-5F9DD5EC5ED3}"/>
          </ac:spMkLst>
        </pc:spChg>
        <pc:spChg chg="mod">
          <ac:chgData name="Fernandez Ruiz, Beatriz" userId="c17f1ae3-fcbb-4e0c-a100-96fa69ccc7c1" providerId="ADAL" clId="{F333056E-48AA-4232-8694-7E568351CEFC}" dt="2026-07-16T20:31:50.335" v="8577" actId="1076"/>
          <ac:spMkLst>
            <pc:docMk/>
            <pc:sldMk cId="2129037516" sldId="832"/>
            <ac:spMk id="41" creationId="{31A5804D-DCEA-4A75-BD4D-C0B9D22B149D}"/>
          </ac:spMkLst>
        </pc:spChg>
        <pc:spChg chg="mod">
          <ac:chgData name="Fernandez Ruiz, Beatriz" userId="c17f1ae3-fcbb-4e0c-a100-96fa69ccc7c1" providerId="ADAL" clId="{F333056E-48AA-4232-8694-7E568351CEFC}" dt="2026-07-16T20:31:50.335" v="8577" actId="1076"/>
          <ac:spMkLst>
            <pc:docMk/>
            <pc:sldMk cId="2129037516" sldId="832"/>
            <ac:spMk id="42" creationId="{B367FE5A-B2BF-43F8-BCDD-35CF5EF80FDE}"/>
          </ac:spMkLst>
        </pc:spChg>
        <pc:spChg chg="mod">
          <ac:chgData name="Fernandez Ruiz, Beatriz" userId="c17f1ae3-fcbb-4e0c-a100-96fa69ccc7c1" providerId="ADAL" clId="{F333056E-48AA-4232-8694-7E568351CEFC}" dt="2026-07-16T20:31:50.335" v="8577" actId="1076"/>
          <ac:spMkLst>
            <pc:docMk/>
            <pc:sldMk cId="2129037516" sldId="832"/>
            <ac:spMk id="43" creationId="{2A9C2E6A-1BF8-4B40-AE97-9A4D5DCC8D97}"/>
          </ac:spMkLst>
        </pc:spChg>
        <pc:spChg chg="mod">
          <ac:chgData name="Fernandez Ruiz, Beatriz" userId="c17f1ae3-fcbb-4e0c-a100-96fa69ccc7c1" providerId="ADAL" clId="{F333056E-48AA-4232-8694-7E568351CEFC}" dt="2026-07-16T20:31:50.335" v="8577" actId="1076"/>
          <ac:spMkLst>
            <pc:docMk/>
            <pc:sldMk cId="2129037516" sldId="832"/>
            <ac:spMk id="44" creationId="{B1E8B553-4046-43C7-9846-DA05B2D95C82}"/>
          </ac:spMkLst>
        </pc:spChg>
        <pc:spChg chg="mod">
          <ac:chgData name="Fernandez Ruiz, Beatriz" userId="c17f1ae3-fcbb-4e0c-a100-96fa69ccc7c1" providerId="ADAL" clId="{F333056E-48AA-4232-8694-7E568351CEFC}" dt="2026-07-16T20:31:50.335" v="8577" actId="1076"/>
          <ac:spMkLst>
            <pc:docMk/>
            <pc:sldMk cId="2129037516" sldId="832"/>
            <ac:spMk id="45" creationId="{095ECFE0-B3FF-42ED-8753-9AD3258DB482}"/>
          </ac:spMkLst>
        </pc:spChg>
        <pc:spChg chg="mod">
          <ac:chgData name="Fernandez Ruiz, Beatriz" userId="c17f1ae3-fcbb-4e0c-a100-96fa69ccc7c1" providerId="ADAL" clId="{F333056E-48AA-4232-8694-7E568351CEFC}" dt="2026-07-16T20:31:50.335" v="8577" actId="1076"/>
          <ac:spMkLst>
            <pc:docMk/>
            <pc:sldMk cId="2129037516" sldId="832"/>
            <ac:spMk id="46" creationId="{CD514F24-2C46-43ED-AE0B-C71C5C62EE92}"/>
          </ac:spMkLst>
        </pc:spChg>
        <pc:spChg chg="del">
          <ac:chgData name="Fernandez Ruiz, Beatriz" userId="c17f1ae3-fcbb-4e0c-a100-96fa69ccc7c1" providerId="ADAL" clId="{F333056E-48AA-4232-8694-7E568351CEFC}" dt="2026-07-16T15:07:15.165" v="1050" actId="478"/>
          <ac:spMkLst>
            <pc:docMk/>
            <pc:sldMk cId="2129037516" sldId="832"/>
            <ac:spMk id="72" creationId="{D9C03757-11DE-47CA-82E1-5EF7D1EB80BD}"/>
          </ac:spMkLst>
        </pc:spChg>
        <pc:spChg chg="del">
          <ac:chgData name="Fernandez Ruiz, Beatriz" userId="c17f1ae3-fcbb-4e0c-a100-96fa69ccc7c1" providerId="ADAL" clId="{F333056E-48AA-4232-8694-7E568351CEFC}" dt="2026-07-16T20:31:44.749" v="8576" actId="478"/>
          <ac:spMkLst>
            <pc:docMk/>
            <pc:sldMk cId="2129037516" sldId="832"/>
            <ac:spMk id="73" creationId="{EEF5B4DF-EB1A-41B0-80E2-8011C578C72B}"/>
          </ac:spMkLst>
        </pc:spChg>
        <pc:spChg chg="del">
          <ac:chgData name="Fernandez Ruiz, Beatriz" userId="c17f1ae3-fcbb-4e0c-a100-96fa69ccc7c1" providerId="ADAL" clId="{F333056E-48AA-4232-8694-7E568351CEFC}" dt="2026-07-16T20:31:52.804" v="8578" actId="478"/>
          <ac:spMkLst>
            <pc:docMk/>
            <pc:sldMk cId="2129037516" sldId="832"/>
            <ac:spMk id="75" creationId="{28363DCE-6C8F-4D80-8663-9144EF9BCB27}"/>
          </ac:spMkLst>
        </pc:spChg>
        <pc:grpChg chg="mod">
          <ac:chgData name="Fernandez Ruiz, Beatriz" userId="c17f1ae3-fcbb-4e0c-a100-96fa69ccc7c1" providerId="ADAL" clId="{F333056E-48AA-4232-8694-7E568351CEFC}" dt="2026-07-16T20:31:50.335" v="8577" actId="1076"/>
          <ac:grpSpMkLst>
            <pc:docMk/>
            <pc:sldMk cId="2129037516" sldId="832"/>
            <ac:grpSpMk id="5" creationId="{343C2BA3-614E-476A-B9A0-FB393CF5B3F5}"/>
          </ac:grpSpMkLst>
        </pc:grpChg>
        <pc:grpChg chg="mod">
          <ac:chgData name="Fernandez Ruiz, Beatriz" userId="c17f1ae3-fcbb-4e0c-a100-96fa69ccc7c1" providerId="ADAL" clId="{F333056E-48AA-4232-8694-7E568351CEFC}" dt="2026-07-16T20:31:50.335" v="8577" actId="1076"/>
          <ac:grpSpMkLst>
            <pc:docMk/>
            <pc:sldMk cId="2129037516" sldId="832"/>
            <ac:grpSpMk id="28" creationId="{0821246A-D4DE-4AF7-B2C0-0985246E272E}"/>
          </ac:grpSpMkLst>
        </pc:grpChg>
        <pc:grpChg chg="mod">
          <ac:chgData name="Fernandez Ruiz, Beatriz" userId="c17f1ae3-fcbb-4e0c-a100-96fa69ccc7c1" providerId="ADAL" clId="{F333056E-48AA-4232-8694-7E568351CEFC}" dt="2026-07-16T20:31:50.335" v="8577" actId="1076"/>
          <ac:grpSpMkLst>
            <pc:docMk/>
            <pc:sldMk cId="2129037516" sldId="832"/>
            <ac:grpSpMk id="48" creationId="{B9A594FB-CC89-48A5-B461-2D3405B09D82}"/>
          </ac:grpSpMkLst>
        </pc:grpChg>
        <pc:picChg chg="mod">
          <ac:chgData name="Fernandez Ruiz, Beatriz" userId="c17f1ae3-fcbb-4e0c-a100-96fa69ccc7c1" providerId="ADAL" clId="{F333056E-48AA-4232-8694-7E568351CEFC}" dt="2026-07-16T20:31:50.335" v="8577" actId="1076"/>
          <ac:picMkLst>
            <pc:docMk/>
            <pc:sldMk cId="2129037516" sldId="832"/>
            <ac:picMk id="9" creationId="{AF9207C5-70D6-D453-967F-272C96425F2E}"/>
          </ac:picMkLst>
        </pc:picChg>
        <pc:picChg chg="mod">
          <ac:chgData name="Fernandez Ruiz, Beatriz" userId="c17f1ae3-fcbb-4e0c-a100-96fa69ccc7c1" providerId="ADAL" clId="{F333056E-48AA-4232-8694-7E568351CEFC}" dt="2026-07-16T20:31:50.335" v="8577" actId="1076"/>
          <ac:picMkLst>
            <pc:docMk/>
            <pc:sldMk cId="2129037516" sldId="832"/>
            <ac:picMk id="29" creationId="{9046B05C-DB7E-4A28-A48E-663D31D34ACF}"/>
          </ac:picMkLst>
        </pc:picChg>
        <pc:picChg chg="mod">
          <ac:chgData name="Fernandez Ruiz, Beatriz" userId="c17f1ae3-fcbb-4e0c-a100-96fa69ccc7c1" providerId="ADAL" clId="{F333056E-48AA-4232-8694-7E568351CEFC}" dt="2026-07-16T20:31:50.335" v="8577" actId="1076"/>
          <ac:picMkLst>
            <pc:docMk/>
            <pc:sldMk cId="2129037516" sldId="832"/>
            <ac:picMk id="30" creationId="{E24FDF8B-39B7-4DEB-8814-72C816850F67}"/>
          </ac:picMkLst>
        </pc:picChg>
        <pc:picChg chg="mod">
          <ac:chgData name="Fernandez Ruiz, Beatriz" userId="c17f1ae3-fcbb-4e0c-a100-96fa69ccc7c1" providerId="ADAL" clId="{F333056E-48AA-4232-8694-7E568351CEFC}" dt="2026-07-16T20:31:50.335" v="8577" actId="1076"/>
          <ac:picMkLst>
            <pc:docMk/>
            <pc:sldMk cId="2129037516" sldId="832"/>
            <ac:picMk id="25609" creationId="{B3F2C88B-7933-42D7-868A-609B51B13ACA}"/>
          </ac:picMkLst>
        </pc:picChg>
        <pc:picChg chg="mod">
          <ac:chgData name="Fernandez Ruiz, Beatriz" userId="c17f1ae3-fcbb-4e0c-a100-96fa69ccc7c1" providerId="ADAL" clId="{F333056E-48AA-4232-8694-7E568351CEFC}" dt="2026-07-16T20:31:50.335" v="8577" actId="1076"/>
          <ac:picMkLst>
            <pc:docMk/>
            <pc:sldMk cId="2129037516" sldId="832"/>
            <ac:picMk id="25611" creationId="{12CCC12F-7E8F-4AD8-8A3B-63F54960B704}"/>
          </ac:picMkLst>
        </pc:picChg>
        <pc:picChg chg="mod">
          <ac:chgData name="Fernandez Ruiz, Beatriz" userId="c17f1ae3-fcbb-4e0c-a100-96fa69ccc7c1" providerId="ADAL" clId="{F333056E-48AA-4232-8694-7E568351CEFC}" dt="2026-07-16T20:31:50.335" v="8577" actId="1076"/>
          <ac:picMkLst>
            <pc:docMk/>
            <pc:sldMk cId="2129037516" sldId="832"/>
            <ac:picMk id="25613" creationId="{B9E25A88-8C90-4322-8F5A-6AE4C969CF5F}"/>
          </ac:picMkLst>
        </pc:picChg>
      </pc:sldChg>
      <pc:sldChg chg="addSp delSp modSp add mod modAnim">
        <pc:chgData name="Fernandez Ruiz, Beatriz" userId="c17f1ae3-fcbb-4e0c-a100-96fa69ccc7c1" providerId="ADAL" clId="{F333056E-48AA-4232-8694-7E568351CEFC}" dt="2026-07-16T20:48:09.574" v="10167"/>
        <pc:sldMkLst>
          <pc:docMk/>
          <pc:sldMk cId="1782165894" sldId="833"/>
        </pc:sldMkLst>
        <pc:spChg chg="del">
          <ac:chgData name="Fernandez Ruiz, Beatriz" userId="c17f1ae3-fcbb-4e0c-a100-96fa69ccc7c1" providerId="ADAL" clId="{F333056E-48AA-4232-8694-7E568351CEFC}" dt="2026-07-16T15:09:33.451" v="1082" actId="478"/>
          <ac:spMkLst>
            <pc:docMk/>
            <pc:sldMk cId="1782165894" sldId="833"/>
            <ac:spMk id="2" creationId="{FF71C24D-F48E-4AAB-9AEF-9CCF3B4FE627}"/>
          </ac:spMkLst>
        </pc:spChg>
        <pc:spChg chg="del">
          <ac:chgData name="Fernandez Ruiz, Beatriz" userId="c17f1ae3-fcbb-4e0c-a100-96fa69ccc7c1" providerId="ADAL" clId="{F333056E-48AA-4232-8694-7E568351CEFC}" dt="2026-07-16T20:32:04.409" v="8579" actId="478"/>
          <ac:spMkLst>
            <pc:docMk/>
            <pc:sldMk cId="1782165894" sldId="833"/>
            <ac:spMk id="6" creationId="{DAAF465C-7AAF-4C05-B007-157AB9A8CB02}"/>
          </ac:spMkLst>
        </pc:spChg>
        <pc:spChg chg="del mod">
          <ac:chgData name="Fernandez Ruiz, Beatriz" userId="c17f1ae3-fcbb-4e0c-a100-96fa69ccc7c1" providerId="ADAL" clId="{F333056E-48AA-4232-8694-7E568351CEFC}" dt="2026-07-16T20:32:04.409" v="8579" actId="478"/>
          <ac:spMkLst>
            <pc:docMk/>
            <pc:sldMk cId="1782165894" sldId="833"/>
            <ac:spMk id="7" creationId="{120246DD-6C16-53A9-D6C2-E10B91D345A5}"/>
          </ac:spMkLst>
        </pc:spChg>
        <pc:spChg chg="del">
          <ac:chgData name="Fernandez Ruiz, Beatriz" userId="c17f1ae3-fcbb-4e0c-a100-96fa69ccc7c1" providerId="ADAL" clId="{F333056E-48AA-4232-8694-7E568351CEFC}" dt="2026-07-16T20:32:04.409" v="8579" actId="478"/>
          <ac:spMkLst>
            <pc:docMk/>
            <pc:sldMk cId="1782165894" sldId="833"/>
            <ac:spMk id="8" creationId="{2D33090D-5BB3-4060-A555-BA6B878A23A8}"/>
          </ac:spMkLst>
        </pc:spChg>
        <pc:spChg chg="del">
          <ac:chgData name="Fernandez Ruiz, Beatriz" userId="c17f1ae3-fcbb-4e0c-a100-96fa69ccc7c1" providerId="ADAL" clId="{F333056E-48AA-4232-8694-7E568351CEFC}" dt="2026-07-16T15:09:58.130" v="1084" actId="478"/>
          <ac:spMkLst>
            <pc:docMk/>
            <pc:sldMk cId="1782165894" sldId="833"/>
            <ac:spMk id="10" creationId="{6C5300DE-9563-93FC-785A-AC05F2097758}"/>
          </ac:spMkLst>
        </pc:spChg>
        <pc:spChg chg="del">
          <ac:chgData name="Fernandez Ruiz, Beatriz" userId="c17f1ae3-fcbb-4e0c-a100-96fa69ccc7c1" providerId="ADAL" clId="{F333056E-48AA-4232-8694-7E568351CEFC}" dt="2026-07-16T20:32:04.409" v="8579" actId="478"/>
          <ac:spMkLst>
            <pc:docMk/>
            <pc:sldMk cId="1782165894" sldId="833"/>
            <ac:spMk id="11" creationId="{7E07A8D0-C41F-F359-40CE-BC30D955ABF5}"/>
          </ac:spMkLst>
        </pc:spChg>
        <pc:spChg chg="del">
          <ac:chgData name="Fernandez Ruiz, Beatriz" userId="c17f1ae3-fcbb-4e0c-a100-96fa69ccc7c1" providerId="ADAL" clId="{F333056E-48AA-4232-8694-7E568351CEFC}" dt="2026-07-16T15:10:49.305" v="1092" actId="21"/>
          <ac:spMkLst>
            <pc:docMk/>
            <pc:sldMk cId="1782165894" sldId="833"/>
            <ac:spMk id="12" creationId="{B46E502E-DBDA-99ED-1F60-3FEB415CDB2E}"/>
          </ac:spMkLst>
        </pc:spChg>
        <pc:spChg chg="add del mod">
          <ac:chgData name="Fernandez Ruiz, Beatriz" userId="c17f1ae3-fcbb-4e0c-a100-96fa69ccc7c1" providerId="ADAL" clId="{F333056E-48AA-4232-8694-7E568351CEFC}" dt="2026-07-16T15:09:58.130" v="1084" actId="478"/>
          <ac:spMkLst>
            <pc:docMk/>
            <pc:sldMk cId="1782165894" sldId="833"/>
            <ac:spMk id="13" creationId="{9AFBFFEE-0781-8BA3-7C59-801DC19BE404}"/>
          </ac:spMkLst>
        </pc:spChg>
        <pc:spChg chg="add mod">
          <ac:chgData name="Fernandez Ruiz, Beatriz" userId="c17f1ae3-fcbb-4e0c-a100-96fa69ccc7c1" providerId="ADAL" clId="{F333056E-48AA-4232-8694-7E568351CEFC}" dt="2026-07-16T20:32:28.650" v="8587" actId="20577"/>
          <ac:spMkLst>
            <pc:docMk/>
            <pc:sldMk cId="1782165894" sldId="833"/>
            <ac:spMk id="14" creationId="{FF71C24D-F48E-4AAB-9AEF-9CCF3B4FE627}"/>
          </ac:spMkLst>
        </pc:spChg>
        <pc:spChg chg="add del mod">
          <ac:chgData name="Fernandez Ruiz, Beatriz" userId="c17f1ae3-fcbb-4e0c-a100-96fa69ccc7c1" providerId="ADAL" clId="{F333056E-48AA-4232-8694-7E568351CEFC}" dt="2026-07-16T20:32:04.409" v="8579" actId="478"/>
          <ac:spMkLst>
            <pc:docMk/>
            <pc:sldMk cId="1782165894" sldId="833"/>
            <ac:spMk id="15" creationId="{AD35768D-9BFA-DDEF-EAD3-E4D3204CD6F4}"/>
          </ac:spMkLst>
        </pc:spChg>
        <pc:spChg chg="add mod">
          <ac:chgData name="Fernandez Ruiz, Beatriz" userId="c17f1ae3-fcbb-4e0c-a100-96fa69ccc7c1" providerId="ADAL" clId="{F333056E-48AA-4232-8694-7E568351CEFC}" dt="2026-07-16T20:32:19.961" v="8585" actId="1076"/>
          <ac:spMkLst>
            <pc:docMk/>
            <pc:sldMk cId="1782165894" sldId="833"/>
            <ac:spMk id="16" creationId="{B46E502E-DBDA-99ED-1F60-3FEB415CDB2E}"/>
          </ac:spMkLst>
        </pc:spChg>
        <pc:spChg chg="add mod">
          <ac:chgData name="Fernandez Ruiz, Beatriz" userId="c17f1ae3-fcbb-4e0c-a100-96fa69ccc7c1" providerId="ADAL" clId="{F333056E-48AA-4232-8694-7E568351CEFC}" dt="2026-07-16T20:32:04.746" v="8580"/>
          <ac:spMkLst>
            <pc:docMk/>
            <pc:sldMk cId="1782165894" sldId="833"/>
            <ac:spMk id="17" creationId="{A688376E-FE37-7523-F28D-B4B1BEDD01E9}"/>
          </ac:spMkLst>
        </pc:spChg>
        <pc:spChg chg="mod">
          <ac:chgData name="Fernandez Ruiz, Beatriz" userId="c17f1ae3-fcbb-4e0c-a100-96fa69ccc7c1" providerId="ADAL" clId="{F333056E-48AA-4232-8694-7E568351CEFC}" dt="2026-07-16T20:32:04.746" v="8580"/>
          <ac:spMkLst>
            <pc:docMk/>
            <pc:sldMk cId="1782165894" sldId="833"/>
            <ac:spMk id="20" creationId="{23FBD73A-16B5-BBB8-34A6-A6C94EF893F9}"/>
          </ac:spMkLst>
        </pc:spChg>
        <pc:spChg chg="mod">
          <ac:chgData name="Fernandez Ruiz, Beatriz" userId="c17f1ae3-fcbb-4e0c-a100-96fa69ccc7c1" providerId="ADAL" clId="{F333056E-48AA-4232-8694-7E568351CEFC}" dt="2026-07-16T20:32:04.746" v="8580"/>
          <ac:spMkLst>
            <pc:docMk/>
            <pc:sldMk cId="1782165894" sldId="833"/>
            <ac:spMk id="21" creationId="{70792094-DD37-BE7B-E76E-A96647B0D2EC}"/>
          </ac:spMkLst>
        </pc:spChg>
        <pc:spChg chg="mod">
          <ac:chgData name="Fernandez Ruiz, Beatriz" userId="c17f1ae3-fcbb-4e0c-a100-96fa69ccc7c1" providerId="ADAL" clId="{F333056E-48AA-4232-8694-7E568351CEFC}" dt="2026-07-16T20:32:04.746" v="8580"/>
          <ac:spMkLst>
            <pc:docMk/>
            <pc:sldMk cId="1782165894" sldId="833"/>
            <ac:spMk id="22" creationId="{8AB84627-1849-779B-E6E0-12A28B4E1BA4}"/>
          </ac:spMkLst>
        </pc:spChg>
        <pc:spChg chg="mod">
          <ac:chgData name="Fernandez Ruiz, Beatriz" userId="c17f1ae3-fcbb-4e0c-a100-96fa69ccc7c1" providerId="ADAL" clId="{F333056E-48AA-4232-8694-7E568351CEFC}" dt="2026-07-16T20:32:04.746" v="8580"/>
          <ac:spMkLst>
            <pc:docMk/>
            <pc:sldMk cId="1782165894" sldId="833"/>
            <ac:spMk id="23" creationId="{DC37FDF1-4C64-D148-7AFF-2D91C99BA03C}"/>
          </ac:spMkLst>
        </pc:spChg>
        <pc:spChg chg="mod">
          <ac:chgData name="Fernandez Ruiz, Beatriz" userId="c17f1ae3-fcbb-4e0c-a100-96fa69ccc7c1" providerId="ADAL" clId="{F333056E-48AA-4232-8694-7E568351CEFC}" dt="2026-07-16T20:32:04.746" v="8580"/>
          <ac:spMkLst>
            <pc:docMk/>
            <pc:sldMk cId="1782165894" sldId="833"/>
            <ac:spMk id="26" creationId="{E12EE0E3-7075-01C7-5CE0-73C9893116C7}"/>
          </ac:spMkLst>
        </pc:spChg>
        <pc:spChg chg="mod">
          <ac:chgData name="Fernandez Ruiz, Beatriz" userId="c17f1ae3-fcbb-4e0c-a100-96fa69ccc7c1" providerId="ADAL" clId="{F333056E-48AA-4232-8694-7E568351CEFC}" dt="2026-07-16T20:32:04.746" v="8580"/>
          <ac:spMkLst>
            <pc:docMk/>
            <pc:sldMk cId="1782165894" sldId="833"/>
            <ac:spMk id="27" creationId="{9668CC85-F3A6-133E-9AF3-D5C03B5D544F}"/>
          </ac:spMkLst>
        </pc:spChg>
        <pc:spChg chg="del">
          <ac:chgData name="Fernandez Ruiz, Beatriz" userId="c17f1ae3-fcbb-4e0c-a100-96fa69ccc7c1" providerId="ADAL" clId="{F333056E-48AA-4232-8694-7E568351CEFC}" dt="2026-07-16T20:32:04.409" v="8579" actId="478"/>
          <ac:spMkLst>
            <pc:docMk/>
            <pc:sldMk cId="1782165894" sldId="833"/>
            <ac:spMk id="43" creationId="{2A9C2E6A-1BF8-4B40-AE97-9A4D5DCC8D97}"/>
          </ac:spMkLst>
        </pc:spChg>
        <pc:spChg chg="del">
          <ac:chgData name="Fernandez Ruiz, Beatriz" userId="c17f1ae3-fcbb-4e0c-a100-96fa69ccc7c1" providerId="ADAL" clId="{F333056E-48AA-4232-8694-7E568351CEFC}" dt="2026-07-16T20:32:04.409" v="8579" actId="478"/>
          <ac:spMkLst>
            <pc:docMk/>
            <pc:sldMk cId="1782165894" sldId="833"/>
            <ac:spMk id="45" creationId="{095ECFE0-B3FF-42ED-8753-9AD3258DB482}"/>
          </ac:spMkLst>
        </pc:spChg>
        <pc:spChg chg="mod">
          <ac:chgData name="Fernandez Ruiz, Beatriz" userId="c17f1ae3-fcbb-4e0c-a100-96fa69ccc7c1" providerId="ADAL" clId="{F333056E-48AA-4232-8694-7E568351CEFC}" dt="2026-07-16T20:32:04.746" v="8580"/>
          <ac:spMkLst>
            <pc:docMk/>
            <pc:sldMk cId="1782165894" sldId="833"/>
            <ac:spMk id="47" creationId="{74DE511F-0B42-5122-0C87-8A803282E00B}"/>
          </ac:spMkLst>
        </pc:spChg>
        <pc:spChg chg="del">
          <ac:chgData name="Fernandez Ruiz, Beatriz" userId="c17f1ae3-fcbb-4e0c-a100-96fa69ccc7c1" providerId="ADAL" clId="{F333056E-48AA-4232-8694-7E568351CEFC}" dt="2026-07-16T20:32:04.409" v="8579" actId="478"/>
          <ac:spMkLst>
            <pc:docMk/>
            <pc:sldMk cId="1782165894" sldId="833"/>
            <ac:spMk id="49" creationId="{8B182FFF-3CF7-410C-944A-063D7B5CDB99}"/>
          </ac:spMkLst>
        </pc:spChg>
        <pc:spChg chg="mod">
          <ac:chgData name="Fernandez Ruiz, Beatriz" userId="c17f1ae3-fcbb-4e0c-a100-96fa69ccc7c1" providerId="ADAL" clId="{F333056E-48AA-4232-8694-7E568351CEFC}" dt="2026-07-16T20:32:04.746" v="8580"/>
          <ac:spMkLst>
            <pc:docMk/>
            <pc:sldMk cId="1782165894" sldId="833"/>
            <ac:spMk id="50" creationId="{41C5D762-DB3E-2386-9B33-8502206B006B}"/>
          </ac:spMkLst>
        </pc:spChg>
        <pc:spChg chg="mod">
          <ac:chgData name="Fernandez Ruiz, Beatriz" userId="c17f1ae3-fcbb-4e0c-a100-96fa69ccc7c1" providerId="ADAL" clId="{F333056E-48AA-4232-8694-7E568351CEFC}" dt="2026-07-16T20:32:04.746" v="8580"/>
          <ac:spMkLst>
            <pc:docMk/>
            <pc:sldMk cId="1782165894" sldId="833"/>
            <ac:spMk id="51" creationId="{E2F78FBA-0A2E-6085-6AAC-79BAAA1C0EA0}"/>
          </ac:spMkLst>
        </pc:spChg>
        <pc:spChg chg="mod">
          <ac:chgData name="Fernandez Ruiz, Beatriz" userId="c17f1ae3-fcbb-4e0c-a100-96fa69ccc7c1" providerId="ADAL" clId="{F333056E-48AA-4232-8694-7E568351CEFC}" dt="2026-07-16T20:32:04.746" v="8580"/>
          <ac:spMkLst>
            <pc:docMk/>
            <pc:sldMk cId="1782165894" sldId="833"/>
            <ac:spMk id="52" creationId="{7390ED6A-DCD7-ADF8-DE1B-C53EB0A133CB}"/>
          </ac:spMkLst>
        </pc:spChg>
        <pc:spChg chg="mod">
          <ac:chgData name="Fernandez Ruiz, Beatriz" userId="c17f1ae3-fcbb-4e0c-a100-96fa69ccc7c1" providerId="ADAL" clId="{F333056E-48AA-4232-8694-7E568351CEFC}" dt="2026-07-16T20:32:04.746" v="8580"/>
          <ac:spMkLst>
            <pc:docMk/>
            <pc:sldMk cId="1782165894" sldId="833"/>
            <ac:spMk id="53" creationId="{E308B4F5-F847-0B0A-F4A0-E8F93DE5A077}"/>
          </ac:spMkLst>
        </pc:spChg>
        <pc:spChg chg="mod">
          <ac:chgData name="Fernandez Ruiz, Beatriz" userId="c17f1ae3-fcbb-4e0c-a100-96fa69ccc7c1" providerId="ADAL" clId="{F333056E-48AA-4232-8694-7E568351CEFC}" dt="2026-07-16T20:32:04.746" v="8580"/>
          <ac:spMkLst>
            <pc:docMk/>
            <pc:sldMk cId="1782165894" sldId="833"/>
            <ac:spMk id="54" creationId="{8E4F8CF0-EA9B-2BEF-5BA2-FD08D0897F2D}"/>
          </ac:spMkLst>
        </pc:spChg>
        <pc:spChg chg="mod">
          <ac:chgData name="Fernandez Ruiz, Beatriz" userId="c17f1ae3-fcbb-4e0c-a100-96fa69ccc7c1" providerId="ADAL" clId="{F333056E-48AA-4232-8694-7E568351CEFC}" dt="2026-07-16T20:32:04.746" v="8580"/>
          <ac:spMkLst>
            <pc:docMk/>
            <pc:sldMk cId="1782165894" sldId="833"/>
            <ac:spMk id="55" creationId="{414030C4-8851-8391-9B09-846A9B0B9B25}"/>
          </ac:spMkLst>
        </pc:spChg>
        <pc:spChg chg="mod">
          <ac:chgData name="Fernandez Ruiz, Beatriz" userId="c17f1ae3-fcbb-4e0c-a100-96fa69ccc7c1" providerId="ADAL" clId="{F333056E-48AA-4232-8694-7E568351CEFC}" dt="2026-07-16T20:32:04.746" v="8580"/>
          <ac:spMkLst>
            <pc:docMk/>
            <pc:sldMk cId="1782165894" sldId="833"/>
            <ac:spMk id="56" creationId="{9289F2C5-156A-8EC2-8C06-08D8F37BBA83}"/>
          </ac:spMkLst>
        </pc:spChg>
        <pc:spChg chg="add mod">
          <ac:chgData name="Fernandez Ruiz, Beatriz" userId="c17f1ae3-fcbb-4e0c-a100-96fa69ccc7c1" providerId="ADAL" clId="{F333056E-48AA-4232-8694-7E568351CEFC}" dt="2026-07-16T20:32:04.746" v="8580"/>
          <ac:spMkLst>
            <pc:docMk/>
            <pc:sldMk cId="1782165894" sldId="833"/>
            <ac:spMk id="57" creationId="{816AA699-F50E-762B-8317-7CF590F5D8D1}"/>
          </ac:spMkLst>
        </pc:spChg>
        <pc:spChg chg="add mod">
          <ac:chgData name="Fernandez Ruiz, Beatriz" userId="c17f1ae3-fcbb-4e0c-a100-96fa69ccc7c1" providerId="ADAL" clId="{F333056E-48AA-4232-8694-7E568351CEFC}" dt="2026-07-16T20:32:04.746" v="8580"/>
          <ac:spMkLst>
            <pc:docMk/>
            <pc:sldMk cId="1782165894" sldId="833"/>
            <ac:spMk id="58" creationId="{CAF3A82F-1B0B-F44C-EDA7-BC5422A1DB8E}"/>
          </ac:spMkLst>
        </pc:spChg>
        <pc:spChg chg="mod">
          <ac:chgData name="Fernandez Ruiz, Beatriz" userId="c17f1ae3-fcbb-4e0c-a100-96fa69ccc7c1" providerId="ADAL" clId="{F333056E-48AA-4232-8694-7E568351CEFC}" dt="2026-07-16T20:32:04.746" v="8580"/>
          <ac:spMkLst>
            <pc:docMk/>
            <pc:sldMk cId="1782165894" sldId="833"/>
            <ac:spMk id="63" creationId="{6419D304-ED29-FBAE-7615-1A3DDE2EF09B}"/>
          </ac:spMkLst>
        </pc:spChg>
        <pc:spChg chg="add mod">
          <ac:chgData name="Fernandez Ruiz, Beatriz" userId="c17f1ae3-fcbb-4e0c-a100-96fa69ccc7c1" providerId="ADAL" clId="{F333056E-48AA-4232-8694-7E568351CEFC}" dt="2026-07-16T20:32:04.746" v="8580"/>
          <ac:spMkLst>
            <pc:docMk/>
            <pc:sldMk cId="1782165894" sldId="833"/>
            <ac:spMk id="64" creationId="{1EEEE6BE-F6BD-5093-8602-6F44EC2AA455}"/>
          </ac:spMkLst>
        </pc:spChg>
        <pc:spChg chg="add mod">
          <ac:chgData name="Fernandez Ruiz, Beatriz" userId="c17f1ae3-fcbb-4e0c-a100-96fa69ccc7c1" providerId="ADAL" clId="{F333056E-48AA-4232-8694-7E568351CEFC}" dt="2026-07-16T20:32:04.746" v="8580"/>
          <ac:spMkLst>
            <pc:docMk/>
            <pc:sldMk cId="1782165894" sldId="833"/>
            <ac:spMk id="65" creationId="{4538C2A0-A936-D28B-2FC9-F5F5CF9E051B}"/>
          </ac:spMkLst>
        </pc:spChg>
        <pc:spChg chg="add mod">
          <ac:chgData name="Fernandez Ruiz, Beatriz" userId="c17f1ae3-fcbb-4e0c-a100-96fa69ccc7c1" providerId="ADAL" clId="{F333056E-48AA-4232-8694-7E568351CEFC}" dt="2026-07-16T20:32:04.746" v="8580"/>
          <ac:spMkLst>
            <pc:docMk/>
            <pc:sldMk cId="1782165894" sldId="833"/>
            <ac:spMk id="67" creationId="{0DBA0128-5DF4-B391-6CBE-CB3BE3F900FF}"/>
          </ac:spMkLst>
        </pc:spChg>
        <pc:spChg chg="add mod">
          <ac:chgData name="Fernandez Ruiz, Beatriz" userId="c17f1ae3-fcbb-4e0c-a100-96fa69ccc7c1" providerId="ADAL" clId="{F333056E-48AA-4232-8694-7E568351CEFC}" dt="2026-07-16T20:32:04.746" v="8580"/>
          <ac:spMkLst>
            <pc:docMk/>
            <pc:sldMk cId="1782165894" sldId="833"/>
            <ac:spMk id="68" creationId="{ADA1DD87-EE1C-D206-6AA7-1CEF504BC03C}"/>
          </ac:spMkLst>
        </pc:spChg>
        <pc:spChg chg="add mod">
          <ac:chgData name="Fernandez Ruiz, Beatriz" userId="c17f1ae3-fcbb-4e0c-a100-96fa69ccc7c1" providerId="ADAL" clId="{F333056E-48AA-4232-8694-7E568351CEFC}" dt="2026-07-16T20:32:16.973" v="8584" actId="14100"/>
          <ac:spMkLst>
            <pc:docMk/>
            <pc:sldMk cId="1782165894" sldId="833"/>
            <ac:spMk id="69" creationId="{2E2519C1-B896-E216-B0B6-2E1CFF7C8C55}"/>
          </ac:spMkLst>
        </pc:spChg>
        <pc:spChg chg="del">
          <ac:chgData name="Fernandez Ruiz, Beatriz" userId="c17f1ae3-fcbb-4e0c-a100-96fa69ccc7c1" providerId="ADAL" clId="{F333056E-48AA-4232-8694-7E568351CEFC}" dt="2026-07-16T20:32:04.409" v="8579" actId="478"/>
          <ac:spMkLst>
            <pc:docMk/>
            <pc:sldMk cId="1782165894" sldId="833"/>
            <ac:spMk id="73" creationId="{EEF5B4DF-EB1A-41B0-80E2-8011C578C72B}"/>
          </ac:spMkLst>
        </pc:spChg>
        <pc:spChg chg="del">
          <ac:chgData name="Fernandez Ruiz, Beatriz" userId="c17f1ae3-fcbb-4e0c-a100-96fa69ccc7c1" providerId="ADAL" clId="{F333056E-48AA-4232-8694-7E568351CEFC}" dt="2026-07-16T20:32:04.409" v="8579" actId="478"/>
          <ac:spMkLst>
            <pc:docMk/>
            <pc:sldMk cId="1782165894" sldId="833"/>
            <ac:spMk id="74" creationId="{26CA3BC2-887D-4579-A99C-F6774CA43155}"/>
          </ac:spMkLst>
        </pc:spChg>
        <pc:spChg chg="del">
          <ac:chgData name="Fernandez Ruiz, Beatriz" userId="c17f1ae3-fcbb-4e0c-a100-96fa69ccc7c1" providerId="ADAL" clId="{F333056E-48AA-4232-8694-7E568351CEFC}" dt="2026-07-16T20:32:04.409" v="8579" actId="478"/>
          <ac:spMkLst>
            <pc:docMk/>
            <pc:sldMk cId="1782165894" sldId="833"/>
            <ac:spMk id="75" creationId="{28363DCE-6C8F-4D80-8663-9144EF9BCB27}"/>
          </ac:spMkLst>
        </pc:spChg>
        <pc:grpChg chg="del">
          <ac:chgData name="Fernandez Ruiz, Beatriz" userId="c17f1ae3-fcbb-4e0c-a100-96fa69ccc7c1" providerId="ADAL" clId="{F333056E-48AA-4232-8694-7E568351CEFC}" dt="2026-07-16T20:32:04.409" v="8579" actId="478"/>
          <ac:grpSpMkLst>
            <pc:docMk/>
            <pc:sldMk cId="1782165894" sldId="833"/>
            <ac:grpSpMk id="5" creationId="{343C2BA3-614E-476A-B9A0-FB393CF5B3F5}"/>
          </ac:grpSpMkLst>
        </pc:grpChg>
        <pc:grpChg chg="add mod">
          <ac:chgData name="Fernandez Ruiz, Beatriz" userId="c17f1ae3-fcbb-4e0c-a100-96fa69ccc7c1" providerId="ADAL" clId="{F333056E-48AA-4232-8694-7E568351CEFC}" dt="2026-07-16T20:32:04.746" v="8580"/>
          <ac:grpSpMkLst>
            <pc:docMk/>
            <pc:sldMk cId="1782165894" sldId="833"/>
            <ac:grpSpMk id="18" creationId="{5631C528-3AF2-0863-979C-E0BAA0566013}"/>
          </ac:grpSpMkLst>
        </pc:grpChg>
        <pc:grpChg chg="mod">
          <ac:chgData name="Fernandez Ruiz, Beatriz" userId="c17f1ae3-fcbb-4e0c-a100-96fa69ccc7c1" providerId="ADAL" clId="{F333056E-48AA-4232-8694-7E568351CEFC}" dt="2026-07-16T20:32:04.746" v="8580"/>
          <ac:grpSpMkLst>
            <pc:docMk/>
            <pc:sldMk cId="1782165894" sldId="833"/>
            <ac:grpSpMk id="19" creationId="{03C9CB57-7438-6610-56AC-EC59BDA6EE7B}"/>
          </ac:grpSpMkLst>
        </pc:grpChg>
        <pc:grpChg chg="del">
          <ac:chgData name="Fernandez Ruiz, Beatriz" userId="c17f1ae3-fcbb-4e0c-a100-96fa69ccc7c1" providerId="ADAL" clId="{F333056E-48AA-4232-8694-7E568351CEFC}" dt="2026-07-16T20:32:04.409" v="8579" actId="478"/>
          <ac:grpSpMkLst>
            <pc:docMk/>
            <pc:sldMk cId="1782165894" sldId="833"/>
            <ac:grpSpMk id="48" creationId="{B9A594FB-CC89-48A5-B461-2D3405B09D82}"/>
          </ac:grpSpMkLst>
        </pc:grpChg>
        <pc:grpChg chg="add mod">
          <ac:chgData name="Fernandez Ruiz, Beatriz" userId="c17f1ae3-fcbb-4e0c-a100-96fa69ccc7c1" providerId="ADAL" clId="{F333056E-48AA-4232-8694-7E568351CEFC}" dt="2026-07-16T20:32:04.746" v="8580"/>
          <ac:grpSpMkLst>
            <pc:docMk/>
            <pc:sldMk cId="1782165894" sldId="833"/>
            <ac:grpSpMk id="59" creationId="{E1F92A42-15A3-4D7A-73A1-1FC86178170A}"/>
          </ac:grpSpMkLst>
        </pc:grpChg>
        <pc:picChg chg="del">
          <ac:chgData name="Fernandez Ruiz, Beatriz" userId="c17f1ae3-fcbb-4e0c-a100-96fa69ccc7c1" providerId="ADAL" clId="{F333056E-48AA-4232-8694-7E568351CEFC}" dt="2026-07-16T20:32:04.409" v="8579" actId="478"/>
          <ac:picMkLst>
            <pc:docMk/>
            <pc:sldMk cId="1782165894" sldId="833"/>
            <ac:picMk id="9" creationId="{AF9207C5-70D6-D453-967F-272C96425F2E}"/>
          </ac:picMkLst>
        </pc:picChg>
        <pc:picChg chg="mod">
          <ac:chgData name="Fernandez Ruiz, Beatriz" userId="c17f1ae3-fcbb-4e0c-a100-96fa69ccc7c1" providerId="ADAL" clId="{F333056E-48AA-4232-8694-7E568351CEFC}" dt="2026-07-16T20:32:04.746" v="8580"/>
          <ac:picMkLst>
            <pc:docMk/>
            <pc:sldMk cId="1782165894" sldId="833"/>
            <ac:picMk id="24" creationId="{97CCACC0-7CBD-1697-9F89-AA1DE544A84E}"/>
          </ac:picMkLst>
        </pc:picChg>
        <pc:picChg chg="mod">
          <ac:chgData name="Fernandez Ruiz, Beatriz" userId="c17f1ae3-fcbb-4e0c-a100-96fa69ccc7c1" providerId="ADAL" clId="{F333056E-48AA-4232-8694-7E568351CEFC}" dt="2026-07-16T20:32:04.746" v="8580"/>
          <ac:picMkLst>
            <pc:docMk/>
            <pc:sldMk cId="1782165894" sldId="833"/>
            <ac:picMk id="25" creationId="{E9434C15-BE66-C56E-A0D0-E4798C73F156}"/>
          </ac:picMkLst>
        </pc:picChg>
        <pc:picChg chg="mod">
          <ac:chgData name="Fernandez Ruiz, Beatriz" userId="c17f1ae3-fcbb-4e0c-a100-96fa69ccc7c1" providerId="ADAL" clId="{F333056E-48AA-4232-8694-7E568351CEFC}" dt="2026-07-16T20:32:04.746" v="8580"/>
          <ac:picMkLst>
            <pc:docMk/>
            <pc:sldMk cId="1782165894" sldId="833"/>
            <ac:picMk id="60" creationId="{740FDA29-5FF2-1315-C443-C23E47AD5749}"/>
          </ac:picMkLst>
        </pc:picChg>
        <pc:picChg chg="mod">
          <ac:chgData name="Fernandez Ruiz, Beatriz" userId="c17f1ae3-fcbb-4e0c-a100-96fa69ccc7c1" providerId="ADAL" clId="{F333056E-48AA-4232-8694-7E568351CEFC}" dt="2026-07-16T20:32:04.746" v="8580"/>
          <ac:picMkLst>
            <pc:docMk/>
            <pc:sldMk cId="1782165894" sldId="833"/>
            <ac:picMk id="61" creationId="{BCE0768D-FED8-192B-F5D2-65FEE2AFEE27}"/>
          </ac:picMkLst>
        </pc:picChg>
        <pc:picChg chg="mod">
          <ac:chgData name="Fernandez Ruiz, Beatriz" userId="c17f1ae3-fcbb-4e0c-a100-96fa69ccc7c1" providerId="ADAL" clId="{F333056E-48AA-4232-8694-7E568351CEFC}" dt="2026-07-16T20:32:04.746" v="8580"/>
          <ac:picMkLst>
            <pc:docMk/>
            <pc:sldMk cId="1782165894" sldId="833"/>
            <ac:picMk id="62" creationId="{CBF78AF1-7946-03D3-59F8-8FE2F7B9B831}"/>
          </ac:picMkLst>
        </pc:picChg>
        <pc:picChg chg="add mod">
          <ac:chgData name="Fernandez Ruiz, Beatriz" userId="c17f1ae3-fcbb-4e0c-a100-96fa69ccc7c1" providerId="ADAL" clId="{F333056E-48AA-4232-8694-7E568351CEFC}" dt="2026-07-16T20:32:04.746" v="8580"/>
          <ac:picMkLst>
            <pc:docMk/>
            <pc:sldMk cId="1782165894" sldId="833"/>
            <ac:picMk id="66" creationId="{D676889E-1BB9-9741-BD2F-29F6EB815006}"/>
          </ac:picMkLst>
        </pc:picChg>
      </pc:sldChg>
      <pc:sldChg chg="addSp delSp modSp add del mod ord delAnim">
        <pc:chgData name="Fernandez Ruiz, Beatriz" userId="c17f1ae3-fcbb-4e0c-a100-96fa69ccc7c1" providerId="ADAL" clId="{F333056E-48AA-4232-8694-7E568351CEFC}" dt="2026-07-16T16:00:25.324" v="2737" actId="47"/>
        <pc:sldMkLst>
          <pc:docMk/>
          <pc:sldMk cId="734206583" sldId="834"/>
        </pc:sldMkLst>
        <pc:spChg chg="mod">
          <ac:chgData name="Fernandez Ruiz, Beatriz" userId="c17f1ae3-fcbb-4e0c-a100-96fa69ccc7c1" providerId="ADAL" clId="{F333056E-48AA-4232-8694-7E568351CEFC}" dt="2026-07-16T15:17:20.636" v="1210" actId="27636"/>
          <ac:spMkLst>
            <pc:docMk/>
            <pc:sldMk cId="734206583" sldId="834"/>
            <ac:spMk id="2" creationId="{FF71C24D-F48E-4AAB-9AEF-9CCF3B4FE627}"/>
          </ac:spMkLst>
        </pc:spChg>
        <pc:spChg chg="del">
          <ac:chgData name="Fernandez Ruiz, Beatriz" userId="c17f1ae3-fcbb-4e0c-a100-96fa69ccc7c1" providerId="ADAL" clId="{F333056E-48AA-4232-8694-7E568351CEFC}" dt="2026-07-16T15:17:30.249" v="1211" actId="478"/>
          <ac:spMkLst>
            <pc:docMk/>
            <pc:sldMk cId="734206583" sldId="834"/>
            <ac:spMk id="3" creationId="{3D673DD8-FA10-A99C-7E07-7295697C90D9}"/>
          </ac:spMkLst>
        </pc:spChg>
        <pc:spChg chg="mod">
          <ac:chgData name="Fernandez Ruiz, Beatriz" userId="c17f1ae3-fcbb-4e0c-a100-96fa69ccc7c1" providerId="ADAL" clId="{F333056E-48AA-4232-8694-7E568351CEFC}" dt="2026-07-16T15:17:12.968" v="1207" actId="1076"/>
          <ac:spMkLst>
            <pc:docMk/>
            <pc:sldMk cId="734206583" sldId="834"/>
            <ac:spMk id="6" creationId="{DAAF465C-7AAF-4C05-B007-157AB9A8CB02}"/>
          </ac:spMkLst>
        </pc:spChg>
        <pc:spChg chg="add del mod">
          <ac:chgData name="Fernandez Ruiz, Beatriz" userId="c17f1ae3-fcbb-4e0c-a100-96fa69ccc7c1" providerId="ADAL" clId="{F333056E-48AA-4232-8694-7E568351CEFC}" dt="2026-07-16T15:30:27.085" v="1963" actId="478"/>
          <ac:spMkLst>
            <pc:docMk/>
            <pc:sldMk cId="734206583" sldId="834"/>
            <ac:spMk id="7" creationId="{C5925684-1E97-CD7E-A4C1-5EC5874DD9BD}"/>
          </ac:spMkLst>
        </pc:spChg>
        <pc:spChg chg="del">
          <ac:chgData name="Fernandez Ruiz, Beatriz" userId="c17f1ae3-fcbb-4e0c-a100-96fa69ccc7c1" providerId="ADAL" clId="{F333056E-48AA-4232-8694-7E568351CEFC}" dt="2026-07-16T15:17:30.249" v="1211" actId="478"/>
          <ac:spMkLst>
            <pc:docMk/>
            <pc:sldMk cId="734206583" sldId="834"/>
            <ac:spMk id="72" creationId="{D9C03757-11DE-47CA-82E1-5EF7D1EB80BD}"/>
          </ac:spMkLst>
        </pc:spChg>
      </pc:sldChg>
      <pc:sldChg chg="addSp modSp add mod">
        <pc:chgData name="Fernandez Ruiz, Beatriz" userId="c17f1ae3-fcbb-4e0c-a100-96fa69ccc7c1" providerId="ADAL" clId="{F333056E-48AA-4232-8694-7E568351CEFC}" dt="2026-07-16T20:54:08.455" v="10234" actId="20577"/>
        <pc:sldMkLst>
          <pc:docMk/>
          <pc:sldMk cId="3906698296" sldId="834"/>
        </pc:sldMkLst>
        <pc:spChg chg="add mod">
          <ac:chgData name="Fernandez Ruiz, Beatriz" userId="c17f1ae3-fcbb-4e0c-a100-96fa69ccc7c1" providerId="ADAL" clId="{F333056E-48AA-4232-8694-7E568351CEFC}" dt="2026-07-16T20:54:08.455" v="10234" actId="20577"/>
          <ac:spMkLst>
            <pc:docMk/>
            <pc:sldMk cId="3906698296" sldId="834"/>
            <ac:spMk id="2" creationId="{83A33E8C-0477-0ADC-7928-63F701C84AC8}"/>
          </ac:spMkLst>
        </pc:spChg>
        <pc:spChg chg="mod">
          <ac:chgData name="Fernandez Ruiz, Beatriz" userId="c17f1ae3-fcbb-4e0c-a100-96fa69ccc7c1" providerId="ADAL" clId="{F333056E-48AA-4232-8694-7E568351CEFC}" dt="2026-07-16T17:38:38.909" v="4611" actId="1076"/>
          <ac:spMkLst>
            <pc:docMk/>
            <pc:sldMk cId="3906698296" sldId="834"/>
            <ac:spMk id="4" creationId="{F7822C8B-48CB-D9FC-23D2-DF0DEC5AC30F}"/>
          </ac:spMkLst>
        </pc:spChg>
        <pc:spChg chg="add mod">
          <ac:chgData name="Fernandez Ruiz, Beatriz" userId="c17f1ae3-fcbb-4e0c-a100-96fa69ccc7c1" providerId="ADAL" clId="{F333056E-48AA-4232-8694-7E568351CEFC}" dt="2026-07-16T17:37:17.821" v="4489" actId="164"/>
          <ac:spMkLst>
            <pc:docMk/>
            <pc:sldMk cId="3906698296" sldId="834"/>
            <ac:spMk id="7" creationId="{4ED9DAEE-D749-50DC-2A88-3CFD9314D8ED}"/>
          </ac:spMkLst>
        </pc:spChg>
        <pc:grpChg chg="add mod">
          <ac:chgData name="Fernandez Ruiz, Beatriz" userId="c17f1ae3-fcbb-4e0c-a100-96fa69ccc7c1" providerId="ADAL" clId="{F333056E-48AA-4232-8694-7E568351CEFC}" dt="2026-07-16T17:38:42.285" v="4612" actId="1076"/>
          <ac:grpSpMkLst>
            <pc:docMk/>
            <pc:sldMk cId="3906698296" sldId="834"/>
            <ac:grpSpMk id="8" creationId="{EAE541A1-F8DC-9881-7048-95DBC4FFE5DF}"/>
          </ac:grpSpMkLst>
        </pc:grpChg>
        <pc:picChg chg="mod modCrop">
          <ac:chgData name="Fernandez Ruiz, Beatriz" userId="c17f1ae3-fcbb-4e0c-a100-96fa69ccc7c1" providerId="ADAL" clId="{F333056E-48AA-4232-8694-7E568351CEFC}" dt="2026-07-16T17:37:17.821" v="4489" actId="164"/>
          <ac:picMkLst>
            <pc:docMk/>
            <pc:sldMk cId="3906698296" sldId="834"/>
            <ac:picMk id="3" creationId="{A5F394DF-09A7-0286-5C41-5549145750B8}"/>
          </ac:picMkLst>
        </pc:picChg>
      </pc:sldChg>
      <pc:sldChg chg="add del">
        <pc:chgData name="Fernandez Ruiz, Beatriz" userId="c17f1ae3-fcbb-4e0c-a100-96fa69ccc7c1" providerId="ADAL" clId="{F333056E-48AA-4232-8694-7E568351CEFC}" dt="2026-07-16T15:09:26.320" v="1080"/>
        <pc:sldMkLst>
          <pc:docMk/>
          <pc:sldMk cId="3978046284" sldId="834"/>
        </pc:sldMkLst>
      </pc:sldChg>
      <pc:sldChg chg="addSp delSp modSp new mod modAnim">
        <pc:chgData name="Fernandez Ruiz, Beatriz" userId="c17f1ae3-fcbb-4e0c-a100-96fa69ccc7c1" providerId="ADAL" clId="{F333056E-48AA-4232-8694-7E568351CEFC}" dt="2026-07-16T18:19:56.856" v="6766" actId="1076"/>
        <pc:sldMkLst>
          <pc:docMk/>
          <pc:sldMk cId="717849635" sldId="835"/>
        </pc:sldMkLst>
        <pc:spChg chg="del">
          <ac:chgData name="Fernandez Ruiz, Beatriz" userId="c17f1ae3-fcbb-4e0c-a100-96fa69ccc7c1" providerId="ADAL" clId="{F333056E-48AA-4232-8694-7E568351CEFC}" dt="2026-07-16T18:12:02.923" v="6091" actId="478"/>
          <ac:spMkLst>
            <pc:docMk/>
            <pc:sldMk cId="717849635" sldId="835"/>
            <ac:spMk id="2" creationId="{5E5950C3-9ACF-23F0-6785-BEBB8E8A532E}"/>
          </ac:spMkLst>
        </pc:spChg>
        <pc:spChg chg="del">
          <ac:chgData name="Fernandez Ruiz, Beatriz" userId="c17f1ae3-fcbb-4e0c-a100-96fa69ccc7c1" providerId="ADAL" clId="{F333056E-48AA-4232-8694-7E568351CEFC}" dt="2026-07-16T18:12:02.923" v="6091" actId="478"/>
          <ac:spMkLst>
            <pc:docMk/>
            <pc:sldMk cId="717849635" sldId="835"/>
            <ac:spMk id="3" creationId="{A562E2A2-B4CD-CE3C-B994-22DF1C99162A}"/>
          </ac:spMkLst>
        </pc:spChg>
        <pc:spChg chg="add mod">
          <ac:chgData name="Fernandez Ruiz, Beatriz" userId="c17f1ae3-fcbb-4e0c-a100-96fa69ccc7c1" providerId="ADAL" clId="{F333056E-48AA-4232-8694-7E568351CEFC}" dt="2026-07-16T18:19:11.694" v="6737" actId="20577"/>
          <ac:spMkLst>
            <pc:docMk/>
            <pc:sldMk cId="717849635" sldId="835"/>
            <ac:spMk id="4" creationId="{6E97C0B2-8780-2289-26B6-A45A716FBA82}"/>
          </ac:spMkLst>
        </pc:spChg>
        <pc:spChg chg="add mod">
          <ac:chgData name="Fernandez Ruiz, Beatriz" userId="c17f1ae3-fcbb-4e0c-a100-96fa69ccc7c1" providerId="ADAL" clId="{F333056E-48AA-4232-8694-7E568351CEFC}" dt="2026-07-16T18:19:31.187" v="6759" actId="1076"/>
          <ac:spMkLst>
            <pc:docMk/>
            <pc:sldMk cId="717849635" sldId="835"/>
            <ac:spMk id="8" creationId="{2CE8C961-33EB-21A5-96C4-2155B8913A5A}"/>
          </ac:spMkLst>
        </pc:spChg>
        <pc:spChg chg="add mod">
          <ac:chgData name="Fernandez Ruiz, Beatriz" userId="c17f1ae3-fcbb-4e0c-a100-96fa69ccc7c1" providerId="ADAL" clId="{F333056E-48AA-4232-8694-7E568351CEFC}" dt="2026-07-16T18:19:31.187" v="6759" actId="1076"/>
          <ac:spMkLst>
            <pc:docMk/>
            <pc:sldMk cId="717849635" sldId="835"/>
            <ac:spMk id="9" creationId="{EA74447C-8387-4032-8F5C-32BECFBF5D7D}"/>
          </ac:spMkLst>
        </pc:spChg>
        <pc:spChg chg="add mod">
          <ac:chgData name="Fernandez Ruiz, Beatriz" userId="c17f1ae3-fcbb-4e0c-a100-96fa69ccc7c1" providerId="ADAL" clId="{F333056E-48AA-4232-8694-7E568351CEFC}" dt="2026-07-16T18:19:31.187" v="6759" actId="1076"/>
          <ac:spMkLst>
            <pc:docMk/>
            <pc:sldMk cId="717849635" sldId="835"/>
            <ac:spMk id="10" creationId="{B0BCE07E-DC8E-AB6B-563C-9E21025CE8D7}"/>
          </ac:spMkLst>
        </pc:spChg>
        <pc:spChg chg="add mod">
          <ac:chgData name="Fernandez Ruiz, Beatriz" userId="c17f1ae3-fcbb-4e0c-a100-96fa69ccc7c1" providerId="ADAL" clId="{F333056E-48AA-4232-8694-7E568351CEFC}" dt="2026-07-16T18:19:31.187" v="6759" actId="1076"/>
          <ac:spMkLst>
            <pc:docMk/>
            <pc:sldMk cId="717849635" sldId="835"/>
            <ac:spMk id="16" creationId="{E67385A9-6A19-5DB4-C32C-335DE916E972}"/>
          </ac:spMkLst>
        </pc:spChg>
        <pc:spChg chg="add mod">
          <ac:chgData name="Fernandez Ruiz, Beatriz" userId="c17f1ae3-fcbb-4e0c-a100-96fa69ccc7c1" providerId="ADAL" clId="{F333056E-48AA-4232-8694-7E568351CEFC}" dt="2026-07-16T18:19:31.187" v="6759" actId="1076"/>
          <ac:spMkLst>
            <pc:docMk/>
            <pc:sldMk cId="717849635" sldId="835"/>
            <ac:spMk id="17" creationId="{21F55AFD-459D-22BA-1699-9CDB19EAAF2D}"/>
          </ac:spMkLst>
        </pc:spChg>
        <pc:spChg chg="add mod">
          <ac:chgData name="Fernandez Ruiz, Beatriz" userId="c17f1ae3-fcbb-4e0c-a100-96fa69ccc7c1" providerId="ADAL" clId="{F333056E-48AA-4232-8694-7E568351CEFC}" dt="2026-07-16T18:19:31.187" v="6759" actId="1076"/>
          <ac:spMkLst>
            <pc:docMk/>
            <pc:sldMk cId="717849635" sldId="835"/>
            <ac:spMk id="22" creationId="{2519CDD1-C790-B942-314F-1C35EE890B18}"/>
          </ac:spMkLst>
        </pc:spChg>
        <pc:spChg chg="add mod">
          <ac:chgData name="Fernandez Ruiz, Beatriz" userId="c17f1ae3-fcbb-4e0c-a100-96fa69ccc7c1" providerId="ADAL" clId="{F333056E-48AA-4232-8694-7E568351CEFC}" dt="2026-07-16T18:19:31.187" v="6759" actId="1076"/>
          <ac:spMkLst>
            <pc:docMk/>
            <pc:sldMk cId="717849635" sldId="835"/>
            <ac:spMk id="27" creationId="{C695CE86-A59D-D729-1523-0A19AF4789F4}"/>
          </ac:spMkLst>
        </pc:spChg>
        <pc:spChg chg="add mod">
          <ac:chgData name="Fernandez Ruiz, Beatriz" userId="c17f1ae3-fcbb-4e0c-a100-96fa69ccc7c1" providerId="ADAL" clId="{F333056E-48AA-4232-8694-7E568351CEFC}" dt="2026-07-16T18:19:31.187" v="6759" actId="1076"/>
          <ac:spMkLst>
            <pc:docMk/>
            <pc:sldMk cId="717849635" sldId="835"/>
            <ac:spMk id="28" creationId="{010CE6DC-A341-3395-CE2B-DC2940B62C79}"/>
          </ac:spMkLst>
        </pc:spChg>
        <pc:spChg chg="add mod">
          <ac:chgData name="Fernandez Ruiz, Beatriz" userId="c17f1ae3-fcbb-4e0c-a100-96fa69ccc7c1" providerId="ADAL" clId="{F333056E-48AA-4232-8694-7E568351CEFC}" dt="2026-07-16T18:19:31.187" v="6759" actId="1076"/>
          <ac:spMkLst>
            <pc:docMk/>
            <pc:sldMk cId="717849635" sldId="835"/>
            <ac:spMk id="29" creationId="{71955174-17E7-75DB-E865-80A8E0B5F6DE}"/>
          </ac:spMkLst>
        </pc:spChg>
        <pc:spChg chg="add mod">
          <ac:chgData name="Fernandez Ruiz, Beatriz" userId="c17f1ae3-fcbb-4e0c-a100-96fa69ccc7c1" providerId="ADAL" clId="{F333056E-48AA-4232-8694-7E568351CEFC}" dt="2026-07-16T18:19:31.187" v="6759" actId="1076"/>
          <ac:spMkLst>
            <pc:docMk/>
            <pc:sldMk cId="717849635" sldId="835"/>
            <ac:spMk id="30" creationId="{7D3000CC-B4AD-329E-3D86-6597F58DEB8D}"/>
          </ac:spMkLst>
        </pc:spChg>
        <pc:spChg chg="add mod">
          <ac:chgData name="Fernandez Ruiz, Beatriz" userId="c17f1ae3-fcbb-4e0c-a100-96fa69ccc7c1" providerId="ADAL" clId="{F333056E-48AA-4232-8694-7E568351CEFC}" dt="2026-07-16T18:19:54.329" v="6765" actId="1076"/>
          <ac:spMkLst>
            <pc:docMk/>
            <pc:sldMk cId="717849635" sldId="835"/>
            <ac:spMk id="31" creationId="{07FC91DC-C788-D727-7C8A-38CA7C1DB874}"/>
          </ac:spMkLst>
        </pc:spChg>
        <pc:spChg chg="add mod">
          <ac:chgData name="Fernandez Ruiz, Beatriz" userId="c17f1ae3-fcbb-4e0c-a100-96fa69ccc7c1" providerId="ADAL" clId="{F333056E-48AA-4232-8694-7E568351CEFC}" dt="2026-07-16T18:19:51.397" v="6764" actId="1076"/>
          <ac:spMkLst>
            <pc:docMk/>
            <pc:sldMk cId="717849635" sldId="835"/>
            <ac:spMk id="32" creationId="{57E7D8C7-1F81-0CBA-E919-6C69B4DE1695}"/>
          </ac:spMkLst>
        </pc:spChg>
        <pc:spChg chg="add mod">
          <ac:chgData name="Fernandez Ruiz, Beatriz" userId="c17f1ae3-fcbb-4e0c-a100-96fa69ccc7c1" providerId="ADAL" clId="{F333056E-48AA-4232-8694-7E568351CEFC}" dt="2026-07-16T18:19:44.906" v="6762" actId="1076"/>
          <ac:spMkLst>
            <pc:docMk/>
            <pc:sldMk cId="717849635" sldId="835"/>
            <ac:spMk id="33" creationId="{9BFE89BF-6B40-F7F1-FF4E-F773FFF0A9FD}"/>
          </ac:spMkLst>
        </pc:spChg>
        <pc:spChg chg="add mod">
          <ac:chgData name="Fernandez Ruiz, Beatriz" userId="c17f1ae3-fcbb-4e0c-a100-96fa69ccc7c1" providerId="ADAL" clId="{F333056E-48AA-4232-8694-7E568351CEFC}" dt="2026-07-16T18:19:56.856" v="6766" actId="1076"/>
          <ac:spMkLst>
            <pc:docMk/>
            <pc:sldMk cId="717849635" sldId="835"/>
            <ac:spMk id="34" creationId="{43EB23FD-3A46-CC98-0D05-4D93D80EF672}"/>
          </ac:spMkLst>
        </pc:spChg>
        <pc:spChg chg="add mod">
          <ac:chgData name="Fernandez Ruiz, Beatriz" userId="c17f1ae3-fcbb-4e0c-a100-96fa69ccc7c1" providerId="ADAL" clId="{F333056E-48AA-4232-8694-7E568351CEFC}" dt="2026-07-16T18:18:35.537" v="6704" actId="1076"/>
          <ac:spMkLst>
            <pc:docMk/>
            <pc:sldMk cId="717849635" sldId="835"/>
            <ac:spMk id="35" creationId="{83589C0E-4E46-C251-3C7A-90951E71AEDE}"/>
          </ac:spMkLst>
        </pc:spChg>
        <pc:spChg chg="add mod">
          <ac:chgData name="Fernandez Ruiz, Beatriz" userId="c17f1ae3-fcbb-4e0c-a100-96fa69ccc7c1" providerId="ADAL" clId="{F333056E-48AA-4232-8694-7E568351CEFC}" dt="2026-07-16T18:19:34.940" v="6760" actId="1076"/>
          <ac:spMkLst>
            <pc:docMk/>
            <pc:sldMk cId="717849635" sldId="835"/>
            <ac:spMk id="36" creationId="{5420A47C-4A29-999F-786E-45FC1B8D6400}"/>
          </ac:spMkLst>
        </pc:spChg>
        <pc:grpChg chg="add mod">
          <ac:chgData name="Fernandez Ruiz, Beatriz" userId="c17f1ae3-fcbb-4e0c-a100-96fa69ccc7c1" providerId="ADAL" clId="{F333056E-48AA-4232-8694-7E568351CEFC}" dt="2026-07-16T18:19:31.187" v="6759" actId="1076"/>
          <ac:grpSpMkLst>
            <pc:docMk/>
            <pc:sldMk cId="717849635" sldId="835"/>
            <ac:grpSpMk id="26" creationId="{273CD957-1082-C06D-DDBD-5E5AA25F9676}"/>
          </ac:grpSpMkLst>
        </pc:grpChg>
        <pc:picChg chg="add mod">
          <ac:chgData name="Fernandez Ruiz, Beatriz" userId="c17f1ae3-fcbb-4e0c-a100-96fa69ccc7c1" providerId="ADAL" clId="{F333056E-48AA-4232-8694-7E568351CEFC}" dt="2026-07-16T18:19:31.187" v="6759" actId="1076"/>
          <ac:picMkLst>
            <pc:docMk/>
            <pc:sldMk cId="717849635" sldId="835"/>
            <ac:picMk id="5" creationId="{B5579085-E499-DAF7-F602-C45E5006B39D}"/>
          </ac:picMkLst>
        </pc:picChg>
        <pc:picChg chg="add mod">
          <ac:chgData name="Fernandez Ruiz, Beatriz" userId="c17f1ae3-fcbb-4e0c-a100-96fa69ccc7c1" providerId="ADAL" clId="{F333056E-48AA-4232-8694-7E568351CEFC}" dt="2026-07-16T18:19:31.187" v="6759" actId="1076"/>
          <ac:picMkLst>
            <pc:docMk/>
            <pc:sldMk cId="717849635" sldId="835"/>
            <ac:picMk id="6" creationId="{9EC4A775-9914-578D-B75A-F1401073716D}"/>
          </ac:picMkLst>
        </pc:picChg>
        <pc:picChg chg="add mod">
          <ac:chgData name="Fernandez Ruiz, Beatriz" userId="c17f1ae3-fcbb-4e0c-a100-96fa69ccc7c1" providerId="ADAL" clId="{F333056E-48AA-4232-8694-7E568351CEFC}" dt="2026-07-16T18:19:31.187" v="6759" actId="1076"/>
          <ac:picMkLst>
            <pc:docMk/>
            <pc:sldMk cId="717849635" sldId="835"/>
            <ac:picMk id="7" creationId="{12B463BA-33FC-1517-ED0E-D569A68F91A1}"/>
          </ac:picMkLst>
        </pc:picChg>
        <pc:picChg chg="add mod">
          <ac:chgData name="Fernandez Ruiz, Beatriz" userId="c17f1ae3-fcbb-4e0c-a100-96fa69ccc7c1" providerId="ADAL" clId="{F333056E-48AA-4232-8694-7E568351CEFC}" dt="2026-07-16T18:19:31.187" v="6759" actId="1076"/>
          <ac:picMkLst>
            <pc:docMk/>
            <pc:sldMk cId="717849635" sldId="835"/>
            <ac:picMk id="11" creationId="{0F1BD34B-02AB-1C44-8667-A0B90D1CD3E9}"/>
          </ac:picMkLst>
        </pc:picChg>
        <pc:picChg chg="add mod">
          <ac:chgData name="Fernandez Ruiz, Beatriz" userId="c17f1ae3-fcbb-4e0c-a100-96fa69ccc7c1" providerId="ADAL" clId="{F333056E-48AA-4232-8694-7E568351CEFC}" dt="2026-07-16T18:19:31.187" v="6759" actId="1076"/>
          <ac:picMkLst>
            <pc:docMk/>
            <pc:sldMk cId="717849635" sldId="835"/>
            <ac:picMk id="12" creationId="{47E3C4E6-EDCD-3138-0D26-9F132A31EECF}"/>
          </ac:picMkLst>
        </pc:picChg>
        <pc:picChg chg="add mod">
          <ac:chgData name="Fernandez Ruiz, Beatriz" userId="c17f1ae3-fcbb-4e0c-a100-96fa69ccc7c1" providerId="ADAL" clId="{F333056E-48AA-4232-8694-7E568351CEFC}" dt="2026-07-16T18:19:31.187" v="6759" actId="1076"/>
          <ac:picMkLst>
            <pc:docMk/>
            <pc:sldMk cId="717849635" sldId="835"/>
            <ac:picMk id="13" creationId="{7333042C-7346-F7E3-9D72-F5FC4453617D}"/>
          </ac:picMkLst>
        </pc:picChg>
        <pc:picChg chg="add mod">
          <ac:chgData name="Fernandez Ruiz, Beatriz" userId="c17f1ae3-fcbb-4e0c-a100-96fa69ccc7c1" providerId="ADAL" clId="{F333056E-48AA-4232-8694-7E568351CEFC}" dt="2026-07-16T18:19:31.187" v="6759" actId="1076"/>
          <ac:picMkLst>
            <pc:docMk/>
            <pc:sldMk cId="717849635" sldId="835"/>
            <ac:picMk id="14" creationId="{F73180A0-6A3B-005C-AD6F-EE416F8D0D8A}"/>
          </ac:picMkLst>
        </pc:picChg>
        <pc:picChg chg="add mod">
          <ac:chgData name="Fernandez Ruiz, Beatriz" userId="c17f1ae3-fcbb-4e0c-a100-96fa69ccc7c1" providerId="ADAL" clId="{F333056E-48AA-4232-8694-7E568351CEFC}" dt="2026-07-16T18:19:31.187" v="6759" actId="1076"/>
          <ac:picMkLst>
            <pc:docMk/>
            <pc:sldMk cId="717849635" sldId="835"/>
            <ac:picMk id="15" creationId="{7DEA53E2-4D0D-30C4-A841-79B9ECD0D899}"/>
          </ac:picMkLst>
        </pc:picChg>
        <pc:picChg chg="add mod">
          <ac:chgData name="Fernandez Ruiz, Beatriz" userId="c17f1ae3-fcbb-4e0c-a100-96fa69ccc7c1" providerId="ADAL" clId="{F333056E-48AA-4232-8694-7E568351CEFC}" dt="2026-07-16T18:19:31.187" v="6759" actId="1076"/>
          <ac:picMkLst>
            <pc:docMk/>
            <pc:sldMk cId="717849635" sldId="835"/>
            <ac:picMk id="18" creationId="{CE8DE759-E7E8-9C6A-C46B-EC525735399B}"/>
          </ac:picMkLst>
        </pc:picChg>
        <pc:picChg chg="add mod">
          <ac:chgData name="Fernandez Ruiz, Beatriz" userId="c17f1ae3-fcbb-4e0c-a100-96fa69ccc7c1" providerId="ADAL" clId="{F333056E-48AA-4232-8694-7E568351CEFC}" dt="2026-07-16T18:19:31.187" v="6759" actId="1076"/>
          <ac:picMkLst>
            <pc:docMk/>
            <pc:sldMk cId="717849635" sldId="835"/>
            <ac:picMk id="19" creationId="{BBB5656C-FE2F-3FF7-A3BE-4D98D30F0EF6}"/>
          </ac:picMkLst>
        </pc:picChg>
        <pc:picChg chg="add mod">
          <ac:chgData name="Fernandez Ruiz, Beatriz" userId="c17f1ae3-fcbb-4e0c-a100-96fa69ccc7c1" providerId="ADAL" clId="{F333056E-48AA-4232-8694-7E568351CEFC}" dt="2026-07-16T18:19:31.187" v="6759" actId="1076"/>
          <ac:picMkLst>
            <pc:docMk/>
            <pc:sldMk cId="717849635" sldId="835"/>
            <ac:picMk id="20" creationId="{50085FF7-E276-CC9B-48E3-DE95ADA5D4C4}"/>
          </ac:picMkLst>
        </pc:picChg>
        <pc:picChg chg="add mod">
          <ac:chgData name="Fernandez Ruiz, Beatriz" userId="c17f1ae3-fcbb-4e0c-a100-96fa69ccc7c1" providerId="ADAL" clId="{F333056E-48AA-4232-8694-7E568351CEFC}" dt="2026-07-16T18:19:31.187" v="6759" actId="1076"/>
          <ac:picMkLst>
            <pc:docMk/>
            <pc:sldMk cId="717849635" sldId="835"/>
            <ac:picMk id="21" creationId="{115106F1-2F76-78EB-23DC-B716BB227B59}"/>
          </ac:picMkLst>
        </pc:picChg>
        <pc:cxnChg chg="add mod">
          <ac:chgData name="Fernandez Ruiz, Beatriz" userId="c17f1ae3-fcbb-4e0c-a100-96fa69ccc7c1" providerId="ADAL" clId="{F333056E-48AA-4232-8694-7E568351CEFC}" dt="2026-07-16T18:19:31.187" v="6759" actId="1076"/>
          <ac:cxnSpMkLst>
            <pc:docMk/>
            <pc:sldMk cId="717849635" sldId="835"/>
            <ac:cxnSpMk id="23" creationId="{F416C2E9-C17A-146A-4C77-A6496119E099}"/>
          </ac:cxnSpMkLst>
        </pc:cxnChg>
        <pc:cxnChg chg="add mod">
          <ac:chgData name="Fernandez Ruiz, Beatriz" userId="c17f1ae3-fcbb-4e0c-a100-96fa69ccc7c1" providerId="ADAL" clId="{F333056E-48AA-4232-8694-7E568351CEFC}" dt="2026-07-16T18:19:31.187" v="6759" actId="1076"/>
          <ac:cxnSpMkLst>
            <pc:docMk/>
            <pc:sldMk cId="717849635" sldId="835"/>
            <ac:cxnSpMk id="24" creationId="{F2A4CE08-ABC4-07E0-A7EB-B8B073B6AAF8}"/>
          </ac:cxnSpMkLst>
        </pc:cxnChg>
        <pc:cxnChg chg="add mod">
          <ac:chgData name="Fernandez Ruiz, Beatriz" userId="c17f1ae3-fcbb-4e0c-a100-96fa69ccc7c1" providerId="ADAL" clId="{F333056E-48AA-4232-8694-7E568351CEFC}" dt="2026-07-16T18:19:31.187" v="6759" actId="1076"/>
          <ac:cxnSpMkLst>
            <pc:docMk/>
            <pc:sldMk cId="717849635" sldId="835"/>
            <ac:cxnSpMk id="25" creationId="{92E02D5F-6414-A6A9-A83D-547618886F84}"/>
          </ac:cxnSpMkLst>
        </pc:cxnChg>
      </pc:sldChg>
      <pc:sldChg chg="addSp delSp modSp add del mod">
        <pc:chgData name="Fernandez Ruiz, Beatriz" userId="c17f1ae3-fcbb-4e0c-a100-96fa69ccc7c1" providerId="ADAL" clId="{F333056E-48AA-4232-8694-7E568351CEFC}" dt="2026-07-16T15:56:38.532" v="2609" actId="47"/>
        <pc:sldMkLst>
          <pc:docMk/>
          <pc:sldMk cId="2005646877" sldId="835"/>
        </pc:sldMkLst>
        <pc:spChg chg="del mod">
          <ac:chgData name="Fernandez Ruiz, Beatriz" userId="c17f1ae3-fcbb-4e0c-a100-96fa69ccc7c1" providerId="ADAL" clId="{F333056E-48AA-4232-8694-7E568351CEFC}" dt="2026-07-16T15:53:52.153" v="2606" actId="478"/>
          <ac:spMkLst>
            <pc:docMk/>
            <pc:sldMk cId="2005646877" sldId="835"/>
            <ac:spMk id="8" creationId="{E5A15797-F2A8-48C0-AF47-E5512B1AAE80}"/>
          </ac:spMkLst>
        </pc:spChg>
        <pc:picChg chg="add mod">
          <ac:chgData name="Fernandez Ruiz, Beatriz" userId="c17f1ae3-fcbb-4e0c-a100-96fa69ccc7c1" providerId="ADAL" clId="{F333056E-48AA-4232-8694-7E568351CEFC}" dt="2026-07-16T15:54:10.560" v="2608" actId="1076"/>
          <ac:picMkLst>
            <pc:docMk/>
            <pc:sldMk cId="2005646877" sldId="835"/>
            <ac:picMk id="3" creationId="{1FD2A251-D9F1-8395-EF47-E3FDC309DC81}"/>
          </ac:picMkLst>
        </pc:picChg>
        <pc:picChg chg="del">
          <ac:chgData name="Fernandez Ruiz, Beatriz" userId="c17f1ae3-fcbb-4e0c-a100-96fa69ccc7c1" providerId="ADAL" clId="{F333056E-48AA-4232-8694-7E568351CEFC}" dt="2026-07-16T15:53:48.511" v="2604" actId="478"/>
          <ac:picMkLst>
            <pc:docMk/>
            <pc:sldMk cId="2005646877" sldId="835"/>
            <ac:picMk id="5" creationId="{E3BF549D-39BE-487F-AA8A-1A72BD645565}"/>
          </ac:picMkLst>
        </pc:picChg>
        <pc:picChg chg="del">
          <ac:chgData name="Fernandez Ruiz, Beatriz" userId="c17f1ae3-fcbb-4e0c-a100-96fa69ccc7c1" providerId="ADAL" clId="{F333056E-48AA-4232-8694-7E568351CEFC}" dt="2026-07-16T15:53:48.511" v="2604" actId="478"/>
          <ac:picMkLst>
            <pc:docMk/>
            <pc:sldMk cId="2005646877" sldId="835"/>
            <ac:picMk id="7" creationId="{ADB590BC-8CEA-46EF-A5A6-D176C785ED46}"/>
          </ac:picMkLst>
        </pc:picChg>
      </pc:sldChg>
      <pc:sldChg chg="modSp add del mod">
        <pc:chgData name="Fernandez Ruiz, Beatriz" userId="c17f1ae3-fcbb-4e0c-a100-96fa69ccc7c1" providerId="ADAL" clId="{F333056E-48AA-4232-8694-7E568351CEFC}" dt="2026-07-16T20:54:38.506" v="10237" actId="47"/>
        <pc:sldMkLst>
          <pc:docMk/>
          <pc:sldMk cId="3631057447" sldId="836"/>
        </pc:sldMkLst>
        <pc:spChg chg="mod">
          <ac:chgData name="Fernandez Ruiz, Beatriz" userId="c17f1ae3-fcbb-4e0c-a100-96fa69ccc7c1" providerId="ADAL" clId="{F333056E-48AA-4232-8694-7E568351CEFC}" dt="2026-07-16T18:16:11.247" v="6465" actId="1076"/>
          <ac:spMkLst>
            <pc:docMk/>
            <pc:sldMk cId="3631057447" sldId="836"/>
            <ac:spMk id="2" creationId="{61F05B69-6FFB-65A0-2800-4AF9424DAAB6}"/>
          </ac:spMkLst>
        </pc:spChg>
      </pc:sldChg>
      <pc:sldChg chg="addSp delSp modSp new mod modAnim">
        <pc:chgData name="Fernandez Ruiz, Beatriz" userId="c17f1ae3-fcbb-4e0c-a100-96fa69ccc7c1" providerId="ADAL" clId="{F333056E-48AA-4232-8694-7E568351CEFC}" dt="2026-07-16T20:56:35.082" v="10245"/>
        <pc:sldMkLst>
          <pc:docMk/>
          <pc:sldMk cId="1405858034" sldId="837"/>
        </pc:sldMkLst>
        <pc:spChg chg="del">
          <ac:chgData name="Fernandez Ruiz, Beatriz" userId="c17f1ae3-fcbb-4e0c-a100-96fa69ccc7c1" providerId="ADAL" clId="{F333056E-48AA-4232-8694-7E568351CEFC}" dt="2026-07-16T18:51:57.214" v="6854" actId="478"/>
          <ac:spMkLst>
            <pc:docMk/>
            <pc:sldMk cId="1405858034" sldId="837"/>
            <ac:spMk id="2" creationId="{ED8A992C-B087-D512-A959-2C1747B29C12}"/>
          </ac:spMkLst>
        </pc:spChg>
        <pc:spChg chg="del">
          <ac:chgData name="Fernandez Ruiz, Beatriz" userId="c17f1ae3-fcbb-4e0c-a100-96fa69ccc7c1" providerId="ADAL" clId="{F333056E-48AA-4232-8694-7E568351CEFC}" dt="2026-07-16T18:51:57.214" v="6854" actId="478"/>
          <ac:spMkLst>
            <pc:docMk/>
            <pc:sldMk cId="1405858034" sldId="837"/>
            <ac:spMk id="3" creationId="{B4E3E6CF-75D8-E30C-ADD5-F3B0795027D6}"/>
          </ac:spMkLst>
        </pc:spChg>
        <pc:spChg chg="add mod">
          <ac:chgData name="Fernandez Ruiz, Beatriz" userId="c17f1ae3-fcbb-4e0c-a100-96fa69ccc7c1" providerId="ADAL" clId="{F333056E-48AA-4232-8694-7E568351CEFC}" dt="2026-07-16T18:52:11.800" v="6875" actId="1076"/>
          <ac:spMkLst>
            <pc:docMk/>
            <pc:sldMk cId="1405858034" sldId="837"/>
            <ac:spMk id="4" creationId="{B26096B0-CF07-EE74-A976-0B329DADAE64}"/>
          </ac:spMkLst>
        </pc:spChg>
        <pc:spChg chg="add mod">
          <ac:chgData name="Fernandez Ruiz, Beatriz" userId="c17f1ae3-fcbb-4e0c-a100-96fa69ccc7c1" providerId="ADAL" clId="{F333056E-48AA-4232-8694-7E568351CEFC}" dt="2026-07-16T18:58:45.414" v="7331" actId="1076"/>
          <ac:spMkLst>
            <pc:docMk/>
            <pc:sldMk cId="1405858034" sldId="837"/>
            <ac:spMk id="5" creationId="{A46C413B-B777-4A82-B898-3E8A7FFF64BD}"/>
          </ac:spMkLst>
        </pc:spChg>
        <pc:spChg chg="add mod">
          <ac:chgData name="Fernandez Ruiz, Beatriz" userId="c17f1ae3-fcbb-4e0c-a100-96fa69ccc7c1" providerId="ADAL" clId="{F333056E-48AA-4232-8694-7E568351CEFC}" dt="2026-07-16T18:59:15.469" v="7349" actId="1076"/>
          <ac:spMkLst>
            <pc:docMk/>
            <pc:sldMk cId="1405858034" sldId="837"/>
            <ac:spMk id="6" creationId="{32E41AD3-E492-FE0F-1AC1-E9164E60EE98}"/>
          </ac:spMkLst>
        </pc:spChg>
      </pc:sldChg>
      <pc:sldChg chg="add">
        <pc:chgData name="Fernandez Ruiz, Beatriz" userId="c17f1ae3-fcbb-4e0c-a100-96fa69ccc7c1" providerId="ADAL" clId="{F333056E-48AA-4232-8694-7E568351CEFC}" dt="2026-07-16T19:02:56.481" v="7350"/>
        <pc:sldMkLst>
          <pc:docMk/>
          <pc:sldMk cId="1980602256" sldId="838"/>
        </pc:sldMkLst>
      </pc:sldChg>
      <pc:sldChg chg="add">
        <pc:chgData name="Fernandez Ruiz, Beatriz" userId="c17f1ae3-fcbb-4e0c-a100-96fa69ccc7c1" providerId="ADAL" clId="{F333056E-48AA-4232-8694-7E568351CEFC}" dt="2026-07-16T19:02:56.481" v="7350"/>
        <pc:sldMkLst>
          <pc:docMk/>
          <pc:sldMk cId="1093095546" sldId="839"/>
        </pc:sldMkLst>
      </pc:sldChg>
      <pc:sldChg chg="modSp add mod">
        <pc:chgData name="Fernandez Ruiz, Beatriz" userId="c17f1ae3-fcbb-4e0c-a100-96fa69ccc7c1" providerId="ADAL" clId="{F333056E-48AA-4232-8694-7E568351CEFC}" dt="2026-07-16T19:04:34.305" v="7392" actId="1076"/>
        <pc:sldMkLst>
          <pc:docMk/>
          <pc:sldMk cId="3299268497" sldId="840"/>
        </pc:sldMkLst>
        <pc:spChg chg="mod">
          <ac:chgData name="Fernandez Ruiz, Beatriz" userId="c17f1ae3-fcbb-4e0c-a100-96fa69ccc7c1" providerId="ADAL" clId="{F333056E-48AA-4232-8694-7E568351CEFC}" dt="2026-07-16T19:04:31.930" v="7391" actId="1076"/>
          <ac:spMkLst>
            <pc:docMk/>
            <pc:sldMk cId="3299268497" sldId="840"/>
            <ac:spMk id="2" creationId="{4948F48E-2C31-A6B2-0048-F17B0BE77A21}"/>
          </ac:spMkLst>
        </pc:spChg>
        <pc:spChg chg="mod">
          <ac:chgData name="Fernandez Ruiz, Beatriz" userId="c17f1ae3-fcbb-4e0c-a100-96fa69ccc7c1" providerId="ADAL" clId="{F333056E-48AA-4232-8694-7E568351CEFC}" dt="2026-07-16T19:04:34.305" v="7392" actId="1076"/>
          <ac:spMkLst>
            <pc:docMk/>
            <pc:sldMk cId="3299268497" sldId="840"/>
            <ac:spMk id="5" creationId="{0A600CCB-6626-1B59-514F-C492B89A99D5}"/>
          </ac:spMkLst>
        </pc:spChg>
        <pc:spChg chg="mod">
          <ac:chgData name="Fernandez Ruiz, Beatriz" userId="c17f1ae3-fcbb-4e0c-a100-96fa69ccc7c1" providerId="ADAL" clId="{F333056E-48AA-4232-8694-7E568351CEFC}" dt="2026-07-16T19:04:31.930" v="7391" actId="1076"/>
          <ac:spMkLst>
            <pc:docMk/>
            <pc:sldMk cId="3299268497" sldId="840"/>
            <ac:spMk id="8" creationId="{2D4B6AD8-C66A-E8AF-181E-479D613E5052}"/>
          </ac:spMkLst>
        </pc:spChg>
        <pc:spChg chg="mod">
          <ac:chgData name="Fernandez Ruiz, Beatriz" userId="c17f1ae3-fcbb-4e0c-a100-96fa69ccc7c1" providerId="ADAL" clId="{F333056E-48AA-4232-8694-7E568351CEFC}" dt="2026-07-16T19:04:31.930" v="7391" actId="1076"/>
          <ac:spMkLst>
            <pc:docMk/>
            <pc:sldMk cId="3299268497" sldId="840"/>
            <ac:spMk id="10" creationId="{AA2D1582-E950-682E-5C2D-DDC3792A8A46}"/>
          </ac:spMkLst>
        </pc:spChg>
        <pc:picChg chg="mod">
          <ac:chgData name="Fernandez Ruiz, Beatriz" userId="c17f1ae3-fcbb-4e0c-a100-96fa69ccc7c1" providerId="ADAL" clId="{F333056E-48AA-4232-8694-7E568351CEFC}" dt="2026-07-16T19:03:18.204" v="7352" actId="1076"/>
          <ac:picMkLst>
            <pc:docMk/>
            <pc:sldMk cId="3299268497" sldId="840"/>
            <ac:picMk id="3" creationId="{E565E1CF-94B5-A64D-2B06-112E13808197}"/>
          </ac:picMkLst>
        </pc:picChg>
        <pc:picChg chg="mod">
          <ac:chgData name="Fernandez Ruiz, Beatriz" userId="c17f1ae3-fcbb-4e0c-a100-96fa69ccc7c1" providerId="ADAL" clId="{F333056E-48AA-4232-8694-7E568351CEFC}" dt="2026-07-16T19:04:31.930" v="7391" actId="1076"/>
          <ac:picMkLst>
            <pc:docMk/>
            <pc:sldMk cId="3299268497" sldId="840"/>
            <ac:picMk id="7" creationId="{9D18DD0C-5483-180E-D38D-819BA3527054}"/>
          </ac:picMkLst>
        </pc:picChg>
      </pc:sldChg>
      <pc:sldChg chg="addSp delSp modSp new mod">
        <pc:chgData name="Fernandez Ruiz, Beatriz" userId="c17f1ae3-fcbb-4e0c-a100-96fa69ccc7c1" providerId="ADAL" clId="{F333056E-48AA-4232-8694-7E568351CEFC}" dt="2026-07-16T19:23:15.276" v="8252" actId="207"/>
        <pc:sldMkLst>
          <pc:docMk/>
          <pc:sldMk cId="1400926646" sldId="841"/>
        </pc:sldMkLst>
        <pc:spChg chg="del">
          <ac:chgData name="Fernandez Ruiz, Beatriz" userId="c17f1ae3-fcbb-4e0c-a100-96fa69ccc7c1" providerId="ADAL" clId="{F333056E-48AA-4232-8694-7E568351CEFC}" dt="2026-07-16T19:10:20.634" v="7408" actId="478"/>
          <ac:spMkLst>
            <pc:docMk/>
            <pc:sldMk cId="1400926646" sldId="841"/>
            <ac:spMk id="2" creationId="{6954E2B5-E55F-7DF4-97EF-C4CE47B9360F}"/>
          </ac:spMkLst>
        </pc:spChg>
        <pc:spChg chg="del">
          <ac:chgData name="Fernandez Ruiz, Beatriz" userId="c17f1ae3-fcbb-4e0c-a100-96fa69ccc7c1" providerId="ADAL" clId="{F333056E-48AA-4232-8694-7E568351CEFC}" dt="2026-07-16T19:10:20.634" v="7408" actId="478"/>
          <ac:spMkLst>
            <pc:docMk/>
            <pc:sldMk cId="1400926646" sldId="841"/>
            <ac:spMk id="3" creationId="{9836858B-3605-EFBA-E6CE-17E514CCFE91}"/>
          </ac:spMkLst>
        </pc:spChg>
        <pc:spChg chg="add mod">
          <ac:chgData name="Fernandez Ruiz, Beatriz" userId="c17f1ae3-fcbb-4e0c-a100-96fa69ccc7c1" providerId="ADAL" clId="{F333056E-48AA-4232-8694-7E568351CEFC}" dt="2026-07-16T19:13:45.081" v="7436" actId="403"/>
          <ac:spMkLst>
            <pc:docMk/>
            <pc:sldMk cId="1400926646" sldId="841"/>
            <ac:spMk id="4" creationId="{277D540D-7061-83C6-953D-247D0519B8C0}"/>
          </ac:spMkLst>
        </pc:spChg>
        <pc:spChg chg="add mod">
          <ac:chgData name="Fernandez Ruiz, Beatriz" userId="c17f1ae3-fcbb-4e0c-a100-96fa69ccc7c1" providerId="ADAL" clId="{F333056E-48AA-4232-8694-7E568351CEFC}" dt="2026-07-16T19:23:02.704" v="8211" actId="1076"/>
          <ac:spMkLst>
            <pc:docMk/>
            <pc:sldMk cId="1400926646" sldId="841"/>
            <ac:spMk id="5" creationId="{B489205D-1A63-F23C-295B-8376071BDAEE}"/>
          </ac:spMkLst>
        </pc:spChg>
        <pc:spChg chg="add mod">
          <ac:chgData name="Fernandez Ruiz, Beatriz" userId="c17f1ae3-fcbb-4e0c-a100-96fa69ccc7c1" providerId="ADAL" clId="{F333056E-48AA-4232-8694-7E568351CEFC}" dt="2026-07-16T19:23:15.276" v="8252" actId="207"/>
          <ac:spMkLst>
            <pc:docMk/>
            <pc:sldMk cId="1400926646" sldId="841"/>
            <ac:spMk id="6" creationId="{6CC6269F-6E51-FE8D-F173-F0456FDAE16A}"/>
          </ac:spMkLst>
        </pc:spChg>
      </pc:sldChg>
      <pc:sldChg chg="addSp delSp modSp new mod modAnim">
        <pc:chgData name="Fernandez Ruiz, Beatriz" userId="c17f1ae3-fcbb-4e0c-a100-96fa69ccc7c1" providerId="ADAL" clId="{F333056E-48AA-4232-8694-7E568351CEFC}" dt="2026-07-16T21:00:16.258" v="10257" actId="1076"/>
        <pc:sldMkLst>
          <pc:docMk/>
          <pc:sldMk cId="257909999" sldId="842"/>
        </pc:sldMkLst>
        <pc:spChg chg="del">
          <ac:chgData name="Fernandez Ruiz, Beatriz" userId="c17f1ae3-fcbb-4e0c-a100-96fa69ccc7c1" providerId="ADAL" clId="{F333056E-48AA-4232-8694-7E568351CEFC}" dt="2026-07-16T19:24:29.703" v="8254" actId="478"/>
          <ac:spMkLst>
            <pc:docMk/>
            <pc:sldMk cId="257909999" sldId="842"/>
            <ac:spMk id="2" creationId="{45D3E65D-A06D-F1E8-067D-BA300575A731}"/>
          </ac:spMkLst>
        </pc:spChg>
        <pc:spChg chg="del">
          <ac:chgData name="Fernandez Ruiz, Beatriz" userId="c17f1ae3-fcbb-4e0c-a100-96fa69ccc7c1" providerId="ADAL" clId="{F333056E-48AA-4232-8694-7E568351CEFC}" dt="2026-07-16T19:24:29.703" v="8254" actId="478"/>
          <ac:spMkLst>
            <pc:docMk/>
            <pc:sldMk cId="257909999" sldId="842"/>
            <ac:spMk id="3" creationId="{03E7B5EC-F439-DE1F-5871-2979AFD2C5AB}"/>
          </ac:spMkLst>
        </pc:spChg>
        <pc:spChg chg="add mod">
          <ac:chgData name="Fernandez Ruiz, Beatriz" userId="c17f1ae3-fcbb-4e0c-a100-96fa69ccc7c1" providerId="ADAL" clId="{F333056E-48AA-4232-8694-7E568351CEFC}" dt="2026-07-16T19:25:19.596" v="8379" actId="1076"/>
          <ac:spMkLst>
            <pc:docMk/>
            <pc:sldMk cId="257909999" sldId="842"/>
            <ac:spMk id="4" creationId="{36A8B73C-FC30-829C-5B3B-3C4CB3349A83}"/>
          </ac:spMkLst>
        </pc:spChg>
        <pc:spChg chg="add mod">
          <ac:chgData name="Fernandez Ruiz, Beatriz" userId="c17f1ae3-fcbb-4e0c-a100-96fa69ccc7c1" providerId="ADAL" clId="{F333056E-48AA-4232-8694-7E568351CEFC}" dt="2026-07-16T19:25:55.838" v="8381" actId="1076"/>
          <ac:spMkLst>
            <pc:docMk/>
            <pc:sldMk cId="257909999" sldId="842"/>
            <ac:spMk id="5" creationId="{3F0102BF-3B0A-29DE-34BC-62EA1D396430}"/>
          </ac:spMkLst>
        </pc:spChg>
        <pc:spChg chg="add mod">
          <ac:chgData name="Fernandez Ruiz, Beatriz" userId="c17f1ae3-fcbb-4e0c-a100-96fa69ccc7c1" providerId="ADAL" clId="{F333056E-48AA-4232-8694-7E568351CEFC}" dt="2026-07-16T19:25:55.838" v="8381" actId="1076"/>
          <ac:spMkLst>
            <pc:docMk/>
            <pc:sldMk cId="257909999" sldId="842"/>
            <ac:spMk id="6" creationId="{095557D8-2112-91BD-3E19-15A76CAFC53C}"/>
          </ac:spMkLst>
        </pc:spChg>
        <pc:spChg chg="add mod">
          <ac:chgData name="Fernandez Ruiz, Beatriz" userId="c17f1ae3-fcbb-4e0c-a100-96fa69ccc7c1" providerId="ADAL" clId="{F333056E-48AA-4232-8694-7E568351CEFC}" dt="2026-07-16T19:25:55.838" v="8381" actId="1076"/>
          <ac:spMkLst>
            <pc:docMk/>
            <pc:sldMk cId="257909999" sldId="842"/>
            <ac:spMk id="7" creationId="{C837ED34-4E18-2C2E-1A8F-81948D48BB19}"/>
          </ac:spMkLst>
        </pc:spChg>
        <pc:spChg chg="add mod">
          <ac:chgData name="Fernandez Ruiz, Beatriz" userId="c17f1ae3-fcbb-4e0c-a100-96fa69ccc7c1" providerId="ADAL" clId="{F333056E-48AA-4232-8694-7E568351CEFC}" dt="2026-07-16T19:25:55.838" v="8381" actId="1076"/>
          <ac:spMkLst>
            <pc:docMk/>
            <pc:sldMk cId="257909999" sldId="842"/>
            <ac:spMk id="8" creationId="{0FB3D381-579F-796C-17D6-A12F2188D9AA}"/>
          </ac:spMkLst>
        </pc:spChg>
        <pc:spChg chg="add mod">
          <ac:chgData name="Fernandez Ruiz, Beatriz" userId="c17f1ae3-fcbb-4e0c-a100-96fa69ccc7c1" providerId="ADAL" clId="{F333056E-48AA-4232-8694-7E568351CEFC}" dt="2026-07-16T19:25:55.838" v="8381" actId="1076"/>
          <ac:spMkLst>
            <pc:docMk/>
            <pc:sldMk cId="257909999" sldId="842"/>
            <ac:spMk id="12" creationId="{DCF57B4A-F603-E27B-761D-90879CF91495}"/>
          </ac:spMkLst>
        </pc:spChg>
        <pc:spChg chg="add mod">
          <ac:chgData name="Fernandez Ruiz, Beatriz" userId="c17f1ae3-fcbb-4e0c-a100-96fa69ccc7c1" providerId="ADAL" clId="{F333056E-48AA-4232-8694-7E568351CEFC}" dt="2026-07-16T19:25:55.838" v="8381" actId="1076"/>
          <ac:spMkLst>
            <pc:docMk/>
            <pc:sldMk cId="257909999" sldId="842"/>
            <ac:spMk id="13" creationId="{3B603280-8451-9097-2BB5-BE365D860B19}"/>
          </ac:spMkLst>
        </pc:spChg>
        <pc:spChg chg="add mod">
          <ac:chgData name="Fernandez Ruiz, Beatriz" userId="c17f1ae3-fcbb-4e0c-a100-96fa69ccc7c1" providerId="ADAL" clId="{F333056E-48AA-4232-8694-7E568351CEFC}" dt="2026-07-16T19:25:55.838" v="8381" actId="1076"/>
          <ac:spMkLst>
            <pc:docMk/>
            <pc:sldMk cId="257909999" sldId="842"/>
            <ac:spMk id="14" creationId="{25016E9D-8342-5F99-FD84-F6A7EED803A8}"/>
          </ac:spMkLst>
        </pc:spChg>
        <pc:spChg chg="add mod">
          <ac:chgData name="Fernandez Ruiz, Beatriz" userId="c17f1ae3-fcbb-4e0c-a100-96fa69ccc7c1" providerId="ADAL" clId="{F333056E-48AA-4232-8694-7E568351CEFC}" dt="2026-07-16T19:25:55.838" v="8381" actId="1076"/>
          <ac:spMkLst>
            <pc:docMk/>
            <pc:sldMk cId="257909999" sldId="842"/>
            <ac:spMk id="20" creationId="{096ED244-401B-7E21-6380-D3D55E541CE7}"/>
          </ac:spMkLst>
        </pc:spChg>
        <pc:spChg chg="add mod">
          <ac:chgData name="Fernandez Ruiz, Beatriz" userId="c17f1ae3-fcbb-4e0c-a100-96fa69ccc7c1" providerId="ADAL" clId="{F333056E-48AA-4232-8694-7E568351CEFC}" dt="2026-07-16T19:25:55.838" v="8381" actId="1076"/>
          <ac:spMkLst>
            <pc:docMk/>
            <pc:sldMk cId="257909999" sldId="842"/>
            <ac:spMk id="21" creationId="{172C984D-61F8-0C26-C8CC-30BFAB27C581}"/>
          </ac:spMkLst>
        </pc:spChg>
        <pc:spChg chg="add mod">
          <ac:chgData name="Fernandez Ruiz, Beatriz" userId="c17f1ae3-fcbb-4e0c-a100-96fa69ccc7c1" providerId="ADAL" clId="{F333056E-48AA-4232-8694-7E568351CEFC}" dt="2026-07-16T19:25:55.838" v="8381" actId="1076"/>
          <ac:spMkLst>
            <pc:docMk/>
            <pc:sldMk cId="257909999" sldId="842"/>
            <ac:spMk id="26" creationId="{39952DB9-85BF-16B8-9D0F-565B5D57C2A8}"/>
          </ac:spMkLst>
        </pc:spChg>
        <pc:spChg chg="add mod">
          <ac:chgData name="Fernandez Ruiz, Beatriz" userId="c17f1ae3-fcbb-4e0c-a100-96fa69ccc7c1" providerId="ADAL" clId="{F333056E-48AA-4232-8694-7E568351CEFC}" dt="2026-07-16T21:00:08.670" v="10255" actId="1582"/>
          <ac:spMkLst>
            <pc:docMk/>
            <pc:sldMk cId="257909999" sldId="842"/>
            <ac:spMk id="30" creationId="{DA1C76A0-6407-BB19-1AE5-09E38FF0EFF2}"/>
          </ac:spMkLst>
        </pc:spChg>
        <pc:spChg chg="add mod">
          <ac:chgData name="Fernandez Ruiz, Beatriz" userId="c17f1ae3-fcbb-4e0c-a100-96fa69ccc7c1" providerId="ADAL" clId="{F333056E-48AA-4232-8694-7E568351CEFC}" dt="2026-07-16T21:00:16.258" v="10257" actId="1076"/>
          <ac:spMkLst>
            <pc:docMk/>
            <pc:sldMk cId="257909999" sldId="842"/>
            <ac:spMk id="31" creationId="{5F2ADC8C-484E-62A4-2033-D377983E1B74}"/>
          </ac:spMkLst>
        </pc:spChg>
        <pc:picChg chg="add mod">
          <ac:chgData name="Fernandez Ruiz, Beatriz" userId="c17f1ae3-fcbb-4e0c-a100-96fa69ccc7c1" providerId="ADAL" clId="{F333056E-48AA-4232-8694-7E568351CEFC}" dt="2026-07-16T19:25:55.838" v="8381" actId="1076"/>
          <ac:picMkLst>
            <pc:docMk/>
            <pc:sldMk cId="257909999" sldId="842"/>
            <ac:picMk id="9" creationId="{F048C589-9433-339A-D1FC-2F99D75DBCCB}"/>
          </ac:picMkLst>
        </pc:picChg>
        <pc:picChg chg="add mod">
          <ac:chgData name="Fernandez Ruiz, Beatriz" userId="c17f1ae3-fcbb-4e0c-a100-96fa69ccc7c1" providerId="ADAL" clId="{F333056E-48AA-4232-8694-7E568351CEFC}" dt="2026-07-16T19:25:55.838" v="8381" actId="1076"/>
          <ac:picMkLst>
            <pc:docMk/>
            <pc:sldMk cId="257909999" sldId="842"/>
            <ac:picMk id="10" creationId="{F52AC250-9103-11C0-E403-E6A5BD4D148C}"/>
          </ac:picMkLst>
        </pc:picChg>
        <pc:picChg chg="add mod">
          <ac:chgData name="Fernandez Ruiz, Beatriz" userId="c17f1ae3-fcbb-4e0c-a100-96fa69ccc7c1" providerId="ADAL" clId="{F333056E-48AA-4232-8694-7E568351CEFC}" dt="2026-07-16T19:25:55.838" v="8381" actId="1076"/>
          <ac:picMkLst>
            <pc:docMk/>
            <pc:sldMk cId="257909999" sldId="842"/>
            <ac:picMk id="11" creationId="{C29EB281-F9A1-74E0-D6A8-9F0D15F2F84B}"/>
          </ac:picMkLst>
        </pc:picChg>
        <pc:picChg chg="add mod">
          <ac:chgData name="Fernandez Ruiz, Beatriz" userId="c17f1ae3-fcbb-4e0c-a100-96fa69ccc7c1" providerId="ADAL" clId="{F333056E-48AA-4232-8694-7E568351CEFC}" dt="2026-07-16T19:25:55.838" v="8381" actId="1076"/>
          <ac:picMkLst>
            <pc:docMk/>
            <pc:sldMk cId="257909999" sldId="842"/>
            <ac:picMk id="15" creationId="{C87A5A0A-D748-BFA2-0482-54B930D5A643}"/>
          </ac:picMkLst>
        </pc:picChg>
        <pc:picChg chg="add mod">
          <ac:chgData name="Fernandez Ruiz, Beatriz" userId="c17f1ae3-fcbb-4e0c-a100-96fa69ccc7c1" providerId="ADAL" clId="{F333056E-48AA-4232-8694-7E568351CEFC}" dt="2026-07-16T19:25:55.838" v="8381" actId="1076"/>
          <ac:picMkLst>
            <pc:docMk/>
            <pc:sldMk cId="257909999" sldId="842"/>
            <ac:picMk id="16" creationId="{3EDF4AF5-8671-D16D-D152-B8FBCE8393B1}"/>
          </ac:picMkLst>
        </pc:picChg>
        <pc:picChg chg="add mod">
          <ac:chgData name="Fernandez Ruiz, Beatriz" userId="c17f1ae3-fcbb-4e0c-a100-96fa69ccc7c1" providerId="ADAL" clId="{F333056E-48AA-4232-8694-7E568351CEFC}" dt="2026-07-16T19:25:55.838" v="8381" actId="1076"/>
          <ac:picMkLst>
            <pc:docMk/>
            <pc:sldMk cId="257909999" sldId="842"/>
            <ac:picMk id="17" creationId="{950F6553-63D5-844B-1361-4D3EE995102D}"/>
          </ac:picMkLst>
        </pc:picChg>
        <pc:picChg chg="add mod">
          <ac:chgData name="Fernandez Ruiz, Beatriz" userId="c17f1ae3-fcbb-4e0c-a100-96fa69ccc7c1" providerId="ADAL" clId="{F333056E-48AA-4232-8694-7E568351CEFC}" dt="2026-07-16T19:25:55.838" v="8381" actId="1076"/>
          <ac:picMkLst>
            <pc:docMk/>
            <pc:sldMk cId="257909999" sldId="842"/>
            <ac:picMk id="18" creationId="{25E83A58-887D-49DC-55C4-295500958D33}"/>
          </ac:picMkLst>
        </pc:picChg>
        <pc:picChg chg="add mod">
          <ac:chgData name="Fernandez Ruiz, Beatriz" userId="c17f1ae3-fcbb-4e0c-a100-96fa69ccc7c1" providerId="ADAL" clId="{F333056E-48AA-4232-8694-7E568351CEFC}" dt="2026-07-16T19:25:55.838" v="8381" actId="1076"/>
          <ac:picMkLst>
            <pc:docMk/>
            <pc:sldMk cId="257909999" sldId="842"/>
            <ac:picMk id="19" creationId="{7EAA7761-924A-66BB-98A6-5897E9ACC966}"/>
          </ac:picMkLst>
        </pc:picChg>
        <pc:picChg chg="add mod">
          <ac:chgData name="Fernandez Ruiz, Beatriz" userId="c17f1ae3-fcbb-4e0c-a100-96fa69ccc7c1" providerId="ADAL" clId="{F333056E-48AA-4232-8694-7E568351CEFC}" dt="2026-07-16T19:25:55.838" v="8381" actId="1076"/>
          <ac:picMkLst>
            <pc:docMk/>
            <pc:sldMk cId="257909999" sldId="842"/>
            <ac:picMk id="22" creationId="{0D135DE3-41DF-3A8D-0A6F-D4887E205153}"/>
          </ac:picMkLst>
        </pc:picChg>
        <pc:picChg chg="add mod">
          <ac:chgData name="Fernandez Ruiz, Beatriz" userId="c17f1ae3-fcbb-4e0c-a100-96fa69ccc7c1" providerId="ADAL" clId="{F333056E-48AA-4232-8694-7E568351CEFC}" dt="2026-07-16T19:25:55.838" v="8381" actId="1076"/>
          <ac:picMkLst>
            <pc:docMk/>
            <pc:sldMk cId="257909999" sldId="842"/>
            <ac:picMk id="23" creationId="{693DC4C8-68A5-1DBA-B82A-99DB98552262}"/>
          </ac:picMkLst>
        </pc:picChg>
        <pc:picChg chg="add mod">
          <ac:chgData name="Fernandez Ruiz, Beatriz" userId="c17f1ae3-fcbb-4e0c-a100-96fa69ccc7c1" providerId="ADAL" clId="{F333056E-48AA-4232-8694-7E568351CEFC}" dt="2026-07-16T19:25:55.838" v="8381" actId="1076"/>
          <ac:picMkLst>
            <pc:docMk/>
            <pc:sldMk cId="257909999" sldId="842"/>
            <ac:picMk id="24" creationId="{E875251A-05DD-EB3D-14B4-C85F9130C632}"/>
          </ac:picMkLst>
        </pc:picChg>
        <pc:picChg chg="add mod">
          <ac:chgData name="Fernandez Ruiz, Beatriz" userId="c17f1ae3-fcbb-4e0c-a100-96fa69ccc7c1" providerId="ADAL" clId="{F333056E-48AA-4232-8694-7E568351CEFC}" dt="2026-07-16T19:25:55.838" v="8381" actId="1076"/>
          <ac:picMkLst>
            <pc:docMk/>
            <pc:sldMk cId="257909999" sldId="842"/>
            <ac:picMk id="25" creationId="{6382A7DD-9AC6-545C-DBFE-EE7C9AC4BD58}"/>
          </ac:picMkLst>
        </pc:picChg>
        <pc:cxnChg chg="add mod">
          <ac:chgData name="Fernandez Ruiz, Beatriz" userId="c17f1ae3-fcbb-4e0c-a100-96fa69ccc7c1" providerId="ADAL" clId="{F333056E-48AA-4232-8694-7E568351CEFC}" dt="2026-07-16T19:25:55.838" v="8381" actId="1076"/>
          <ac:cxnSpMkLst>
            <pc:docMk/>
            <pc:sldMk cId="257909999" sldId="842"/>
            <ac:cxnSpMk id="27" creationId="{935D94FB-B625-39A2-E1E3-BAA48D89C193}"/>
          </ac:cxnSpMkLst>
        </pc:cxnChg>
        <pc:cxnChg chg="add mod">
          <ac:chgData name="Fernandez Ruiz, Beatriz" userId="c17f1ae3-fcbb-4e0c-a100-96fa69ccc7c1" providerId="ADAL" clId="{F333056E-48AA-4232-8694-7E568351CEFC}" dt="2026-07-16T19:25:55.838" v="8381" actId="1076"/>
          <ac:cxnSpMkLst>
            <pc:docMk/>
            <pc:sldMk cId="257909999" sldId="842"/>
            <ac:cxnSpMk id="28" creationId="{B66DE0C8-9396-24B6-DD36-DE198DBE1A87}"/>
          </ac:cxnSpMkLst>
        </pc:cxnChg>
        <pc:cxnChg chg="add mod">
          <ac:chgData name="Fernandez Ruiz, Beatriz" userId="c17f1ae3-fcbb-4e0c-a100-96fa69ccc7c1" providerId="ADAL" clId="{F333056E-48AA-4232-8694-7E568351CEFC}" dt="2026-07-16T19:25:55.838" v="8381" actId="1076"/>
          <ac:cxnSpMkLst>
            <pc:docMk/>
            <pc:sldMk cId="257909999" sldId="842"/>
            <ac:cxnSpMk id="29" creationId="{2BB4148A-C105-7ED0-4D57-E452630525ED}"/>
          </ac:cxnSpMkLst>
        </pc:cxnChg>
      </pc:sldChg>
      <pc:sldChg chg="addSp delSp modSp new mod">
        <pc:chgData name="Fernandez Ruiz, Beatriz" userId="c17f1ae3-fcbb-4e0c-a100-96fa69ccc7c1" providerId="ADAL" clId="{F333056E-48AA-4232-8694-7E568351CEFC}" dt="2026-07-16T21:05:54.108" v="10311" actId="2085"/>
        <pc:sldMkLst>
          <pc:docMk/>
          <pc:sldMk cId="16934020" sldId="843"/>
        </pc:sldMkLst>
        <pc:spChg chg="del">
          <ac:chgData name="Fernandez Ruiz, Beatriz" userId="c17f1ae3-fcbb-4e0c-a100-96fa69ccc7c1" providerId="ADAL" clId="{F333056E-48AA-4232-8694-7E568351CEFC}" dt="2026-07-16T19:41:51.105" v="8383" actId="478"/>
          <ac:spMkLst>
            <pc:docMk/>
            <pc:sldMk cId="16934020" sldId="843"/>
            <ac:spMk id="2" creationId="{5D03080D-C7CF-3895-3500-8E2C5CC31A30}"/>
          </ac:spMkLst>
        </pc:spChg>
        <pc:spChg chg="del">
          <ac:chgData name="Fernandez Ruiz, Beatriz" userId="c17f1ae3-fcbb-4e0c-a100-96fa69ccc7c1" providerId="ADAL" clId="{F333056E-48AA-4232-8694-7E568351CEFC}" dt="2026-07-16T19:41:51.105" v="8383" actId="478"/>
          <ac:spMkLst>
            <pc:docMk/>
            <pc:sldMk cId="16934020" sldId="843"/>
            <ac:spMk id="3" creationId="{9A5DD50E-8E65-6C55-2AB9-BB1F8344E69B}"/>
          </ac:spMkLst>
        </pc:spChg>
        <pc:spChg chg="add mod">
          <ac:chgData name="Fernandez Ruiz, Beatriz" userId="c17f1ae3-fcbb-4e0c-a100-96fa69ccc7c1" providerId="ADAL" clId="{F333056E-48AA-4232-8694-7E568351CEFC}" dt="2026-07-16T21:03:18.562" v="10279" actId="207"/>
          <ac:spMkLst>
            <pc:docMk/>
            <pc:sldMk cId="16934020" sldId="843"/>
            <ac:spMk id="19" creationId="{EC57E273-83CC-210C-983B-B338FFC40534}"/>
          </ac:spMkLst>
        </pc:spChg>
        <pc:spChg chg="add mod">
          <ac:chgData name="Fernandez Ruiz, Beatriz" userId="c17f1ae3-fcbb-4e0c-a100-96fa69ccc7c1" providerId="ADAL" clId="{F333056E-48AA-4232-8694-7E568351CEFC}" dt="2026-07-16T21:05:54.108" v="10311" actId="2085"/>
          <ac:spMkLst>
            <pc:docMk/>
            <pc:sldMk cId="16934020" sldId="843"/>
            <ac:spMk id="20" creationId="{D299117C-69E2-CB4F-4184-D3886F77E9B3}"/>
          </ac:spMkLst>
        </pc:spChg>
        <pc:spChg chg="add mod">
          <ac:chgData name="Fernandez Ruiz, Beatriz" userId="c17f1ae3-fcbb-4e0c-a100-96fa69ccc7c1" providerId="ADAL" clId="{F333056E-48AA-4232-8694-7E568351CEFC}" dt="2026-07-16T21:04:06.157" v="10293" actId="207"/>
          <ac:spMkLst>
            <pc:docMk/>
            <pc:sldMk cId="16934020" sldId="843"/>
            <ac:spMk id="22" creationId="{54386A6C-473A-D962-C6FB-E95E42C634E7}"/>
          </ac:spMkLst>
        </pc:spChg>
        <pc:spChg chg="add mod">
          <ac:chgData name="Fernandez Ruiz, Beatriz" userId="c17f1ae3-fcbb-4e0c-a100-96fa69ccc7c1" providerId="ADAL" clId="{F333056E-48AA-4232-8694-7E568351CEFC}" dt="2026-07-16T21:05:51.516" v="10310" actId="2085"/>
          <ac:spMkLst>
            <pc:docMk/>
            <pc:sldMk cId="16934020" sldId="843"/>
            <ac:spMk id="23" creationId="{E0992AF3-28AD-1890-E167-F6D2E5E25EC8}"/>
          </ac:spMkLst>
        </pc:spChg>
        <pc:spChg chg="add mod">
          <ac:chgData name="Fernandez Ruiz, Beatriz" userId="c17f1ae3-fcbb-4e0c-a100-96fa69ccc7c1" providerId="ADAL" clId="{F333056E-48AA-4232-8694-7E568351CEFC}" dt="2026-07-16T21:05:16.016" v="10306" actId="207"/>
          <ac:spMkLst>
            <pc:docMk/>
            <pc:sldMk cId="16934020" sldId="843"/>
            <ac:spMk id="25" creationId="{B397937C-7CC1-0A45-72FC-79BA9CCD31A8}"/>
          </ac:spMkLst>
        </pc:spChg>
        <pc:spChg chg="add mod">
          <ac:chgData name="Fernandez Ruiz, Beatriz" userId="c17f1ae3-fcbb-4e0c-a100-96fa69ccc7c1" providerId="ADAL" clId="{F333056E-48AA-4232-8694-7E568351CEFC}" dt="2026-07-16T21:05:48.523" v="10309" actId="2085"/>
          <ac:spMkLst>
            <pc:docMk/>
            <pc:sldMk cId="16934020" sldId="843"/>
            <ac:spMk id="26" creationId="{087523CA-BCF6-A3C3-1DFF-F23E132405CA}"/>
          </ac:spMkLst>
        </pc:spChg>
        <pc:grpChg chg="add mod">
          <ac:chgData name="Fernandez Ruiz, Beatriz" userId="c17f1ae3-fcbb-4e0c-a100-96fa69ccc7c1" providerId="ADAL" clId="{F333056E-48AA-4232-8694-7E568351CEFC}" dt="2026-07-16T20:01:13.202" v="8468" actId="1076"/>
          <ac:grpSpMkLst>
            <pc:docMk/>
            <pc:sldMk cId="16934020" sldId="843"/>
            <ac:grpSpMk id="8" creationId="{207A6276-254D-3001-3CB2-785299AA1030}"/>
          </ac:grpSpMkLst>
        </pc:grpChg>
        <pc:grpChg chg="add del mod">
          <ac:chgData name="Fernandez Ruiz, Beatriz" userId="c17f1ae3-fcbb-4e0c-a100-96fa69ccc7c1" providerId="ADAL" clId="{F333056E-48AA-4232-8694-7E568351CEFC}" dt="2026-07-16T20:04:19.941" v="8488" actId="478"/>
          <ac:grpSpMkLst>
            <pc:docMk/>
            <pc:sldMk cId="16934020" sldId="843"/>
            <ac:grpSpMk id="12" creationId="{71F1EF9C-4233-D121-F4EF-6F09A9E3035F}"/>
          </ac:grpSpMkLst>
        </pc:grpChg>
        <pc:grpChg chg="add del mod">
          <ac:chgData name="Fernandez Ruiz, Beatriz" userId="c17f1ae3-fcbb-4e0c-a100-96fa69ccc7c1" providerId="ADAL" clId="{F333056E-48AA-4232-8694-7E568351CEFC}" dt="2026-07-16T20:04:18.862" v="8487" actId="478"/>
          <ac:grpSpMkLst>
            <pc:docMk/>
            <pc:sldMk cId="16934020" sldId="843"/>
            <ac:grpSpMk id="16" creationId="{B9324286-D0E4-D4CE-4402-B659774D1764}"/>
          </ac:grpSpMkLst>
        </pc:grpChg>
        <pc:picChg chg="add mod">
          <ac:chgData name="Fernandez Ruiz, Beatriz" userId="c17f1ae3-fcbb-4e0c-a100-96fa69ccc7c1" providerId="ADAL" clId="{F333056E-48AA-4232-8694-7E568351CEFC}" dt="2026-07-16T19:42:54.015" v="8390" actId="164"/>
          <ac:picMkLst>
            <pc:docMk/>
            <pc:sldMk cId="16934020" sldId="843"/>
            <ac:picMk id="5" creationId="{88F0478D-EBE0-045D-6F28-BF3111986C2B}"/>
          </ac:picMkLst>
        </pc:picChg>
        <pc:picChg chg="add mod">
          <ac:chgData name="Fernandez Ruiz, Beatriz" userId="c17f1ae3-fcbb-4e0c-a100-96fa69ccc7c1" providerId="ADAL" clId="{F333056E-48AA-4232-8694-7E568351CEFC}" dt="2026-07-16T19:42:54.015" v="8390" actId="164"/>
          <ac:picMkLst>
            <pc:docMk/>
            <pc:sldMk cId="16934020" sldId="843"/>
            <ac:picMk id="7" creationId="{36D8F0DC-71DD-FDBB-44F2-63F4CB0398BA}"/>
          </ac:picMkLst>
        </pc:picChg>
        <pc:picChg chg="add mod">
          <ac:chgData name="Fernandez Ruiz, Beatriz" userId="c17f1ae3-fcbb-4e0c-a100-96fa69ccc7c1" providerId="ADAL" clId="{F333056E-48AA-4232-8694-7E568351CEFC}" dt="2026-07-16T19:44:26.878" v="8402" actId="164"/>
          <ac:picMkLst>
            <pc:docMk/>
            <pc:sldMk cId="16934020" sldId="843"/>
            <ac:picMk id="10" creationId="{013A5794-AD3D-2425-72DC-4D91D9BC0878}"/>
          </ac:picMkLst>
        </pc:picChg>
        <pc:picChg chg="add mod">
          <ac:chgData name="Fernandez Ruiz, Beatriz" userId="c17f1ae3-fcbb-4e0c-a100-96fa69ccc7c1" providerId="ADAL" clId="{F333056E-48AA-4232-8694-7E568351CEFC}" dt="2026-07-16T19:44:26.878" v="8402" actId="164"/>
          <ac:picMkLst>
            <pc:docMk/>
            <pc:sldMk cId="16934020" sldId="843"/>
            <ac:picMk id="11" creationId="{A43C3052-1FE4-854C-ABEB-794C02B793C0}"/>
          </ac:picMkLst>
        </pc:picChg>
        <pc:picChg chg="add mod">
          <ac:chgData name="Fernandez Ruiz, Beatriz" userId="c17f1ae3-fcbb-4e0c-a100-96fa69ccc7c1" providerId="ADAL" clId="{F333056E-48AA-4232-8694-7E568351CEFC}" dt="2026-07-16T19:46:09.581" v="8415" actId="164"/>
          <ac:picMkLst>
            <pc:docMk/>
            <pc:sldMk cId="16934020" sldId="843"/>
            <ac:picMk id="14" creationId="{0D3A7B6E-00EE-B5BC-EEA9-655C49408178}"/>
          </ac:picMkLst>
        </pc:picChg>
        <pc:picChg chg="add mod">
          <ac:chgData name="Fernandez Ruiz, Beatriz" userId="c17f1ae3-fcbb-4e0c-a100-96fa69ccc7c1" providerId="ADAL" clId="{F333056E-48AA-4232-8694-7E568351CEFC}" dt="2026-07-16T19:46:09.581" v="8415" actId="164"/>
          <ac:picMkLst>
            <pc:docMk/>
            <pc:sldMk cId="16934020" sldId="843"/>
            <ac:picMk id="15" creationId="{A7A77411-4A66-D9DA-698C-B1E0F793B232}"/>
          </ac:picMkLst>
        </pc:picChg>
        <pc:cxnChg chg="add mod">
          <ac:chgData name="Fernandez Ruiz, Beatriz" userId="c17f1ae3-fcbb-4e0c-a100-96fa69ccc7c1" providerId="ADAL" clId="{F333056E-48AA-4232-8694-7E568351CEFC}" dt="2026-07-16T21:03:05.235" v="10277" actId="13822"/>
          <ac:cxnSpMkLst>
            <pc:docMk/>
            <pc:sldMk cId="16934020" sldId="843"/>
            <ac:cxnSpMk id="18" creationId="{3E8BCB30-28D4-41FC-64DD-5D81381129B8}"/>
          </ac:cxnSpMkLst>
        </pc:cxnChg>
        <pc:cxnChg chg="add mod">
          <ac:chgData name="Fernandez Ruiz, Beatriz" userId="c17f1ae3-fcbb-4e0c-a100-96fa69ccc7c1" providerId="ADAL" clId="{F333056E-48AA-4232-8694-7E568351CEFC}" dt="2026-07-16T21:04:15.258" v="10294" actId="208"/>
          <ac:cxnSpMkLst>
            <pc:docMk/>
            <pc:sldMk cId="16934020" sldId="843"/>
            <ac:cxnSpMk id="21" creationId="{75781B00-D177-0BE1-6E2B-6E4F4E3F653F}"/>
          </ac:cxnSpMkLst>
        </pc:cxnChg>
        <pc:cxnChg chg="add mod">
          <ac:chgData name="Fernandez Ruiz, Beatriz" userId="c17f1ae3-fcbb-4e0c-a100-96fa69ccc7c1" providerId="ADAL" clId="{F333056E-48AA-4232-8694-7E568351CEFC}" dt="2026-07-16T21:05:21.129" v="10307" actId="208"/>
          <ac:cxnSpMkLst>
            <pc:docMk/>
            <pc:sldMk cId="16934020" sldId="843"/>
            <ac:cxnSpMk id="24" creationId="{42D07BD7-BC39-1B64-6EF9-F5306829D0F7}"/>
          </ac:cxnSpMkLst>
        </pc:cxnChg>
      </pc:sldChg>
      <pc:sldChg chg="addSp delSp modSp new mod">
        <pc:chgData name="Fernandez Ruiz, Beatriz" userId="c17f1ae3-fcbb-4e0c-a100-96fa69ccc7c1" providerId="ADAL" clId="{F333056E-48AA-4232-8694-7E568351CEFC}" dt="2026-07-16T21:06:17.777" v="10321" actId="1038"/>
        <pc:sldMkLst>
          <pc:docMk/>
          <pc:sldMk cId="3652996267" sldId="844"/>
        </pc:sldMkLst>
        <pc:spChg chg="del">
          <ac:chgData name="Fernandez Ruiz, Beatriz" userId="c17f1ae3-fcbb-4e0c-a100-96fa69ccc7c1" providerId="ADAL" clId="{F333056E-48AA-4232-8694-7E568351CEFC}" dt="2026-07-16T19:50:03.578" v="8420" actId="478"/>
          <ac:spMkLst>
            <pc:docMk/>
            <pc:sldMk cId="3652996267" sldId="844"/>
            <ac:spMk id="2" creationId="{8E86A0F3-6781-7A4E-4343-63BB77E6B727}"/>
          </ac:spMkLst>
        </pc:spChg>
        <pc:spChg chg="del">
          <ac:chgData name="Fernandez Ruiz, Beatriz" userId="c17f1ae3-fcbb-4e0c-a100-96fa69ccc7c1" providerId="ADAL" clId="{F333056E-48AA-4232-8694-7E568351CEFC}" dt="2026-07-16T19:50:03.578" v="8420" actId="478"/>
          <ac:spMkLst>
            <pc:docMk/>
            <pc:sldMk cId="3652996267" sldId="844"/>
            <ac:spMk id="3" creationId="{6DD658D9-7BA1-F71F-47F6-38562AB07937}"/>
          </ac:spMkLst>
        </pc:spChg>
        <pc:spChg chg="add mod">
          <ac:chgData name="Fernandez Ruiz, Beatriz" userId="c17f1ae3-fcbb-4e0c-a100-96fa69ccc7c1" providerId="ADAL" clId="{F333056E-48AA-4232-8694-7E568351CEFC}" dt="2026-07-16T21:06:08.626" v="10313" actId="1076"/>
          <ac:spMkLst>
            <pc:docMk/>
            <pc:sldMk cId="3652996267" sldId="844"/>
            <ac:spMk id="21" creationId="{EA0FB824-9CB2-F9A8-3CF3-9A2DABC7AA12}"/>
          </ac:spMkLst>
        </pc:spChg>
        <pc:spChg chg="add mod">
          <ac:chgData name="Fernandez Ruiz, Beatriz" userId="c17f1ae3-fcbb-4e0c-a100-96fa69ccc7c1" providerId="ADAL" clId="{F333056E-48AA-4232-8694-7E568351CEFC}" dt="2026-07-16T21:06:08.626" v="10313" actId="1076"/>
          <ac:spMkLst>
            <pc:docMk/>
            <pc:sldMk cId="3652996267" sldId="844"/>
            <ac:spMk id="22" creationId="{6289DE62-2890-9069-274F-30C38035A495}"/>
          </ac:spMkLst>
        </pc:spChg>
        <pc:spChg chg="add mod">
          <ac:chgData name="Fernandez Ruiz, Beatriz" userId="c17f1ae3-fcbb-4e0c-a100-96fa69ccc7c1" providerId="ADAL" clId="{F333056E-48AA-4232-8694-7E568351CEFC}" dt="2026-07-16T21:06:08.626" v="10313" actId="1076"/>
          <ac:spMkLst>
            <pc:docMk/>
            <pc:sldMk cId="3652996267" sldId="844"/>
            <ac:spMk id="24" creationId="{CD056A28-078D-AD3A-CB64-1931CD80AC86}"/>
          </ac:spMkLst>
        </pc:spChg>
        <pc:spChg chg="add mod">
          <ac:chgData name="Fernandez Ruiz, Beatriz" userId="c17f1ae3-fcbb-4e0c-a100-96fa69ccc7c1" providerId="ADAL" clId="{F333056E-48AA-4232-8694-7E568351CEFC}" dt="2026-07-16T21:06:08.626" v="10313" actId="1076"/>
          <ac:spMkLst>
            <pc:docMk/>
            <pc:sldMk cId="3652996267" sldId="844"/>
            <ac:spMk id="25" creationId="{1742826B-63CD-18B7-1219-295FF73C0C74}"/>
          </ac:spMkLst>
        </pc:spChg>
        <pc:spChg chg="add mod">
          <ac:chgData name="Fernandez Ruiz, Beatriz" userId="c17f1ae3-fcbb-4e0c-a100-96fa69ccc7c1" providerId="ADAL" clId="{F333056E-48AA-4232-8694-7E568351CEFC}" dt="2026-07-16T21:06:08.626" v="10313" actId="1076"/>
          <ac:spMkLst>
            <pc:docMk/>
            <pc:sldMk cId="3652996267" sldId="844"/>
            <ac:spMk id="27" creationId="{F71F9434-7F1E-996B-783C-8865033DB92F}"/>
          </ac:spMkLst>
        </pc:spChg>
        <pc:spChg chg="add mod">
          <ac:chgData name="Fernandez Ruiz, Beatriz" userId="c17f1ae3-fcbb-4e0c-a100-96fa69ccc7c1" providerId="ADAL" clId="{F333056E-48AA-4232-8694-7E568351CEFC}" dt="2026-07-16T21:06:08.626" v="10313" actId="1076"/>
          <ac:spMkLst>
            <pc:docMk/>
            <pc:sldMk cId="3652996267" sldId="844"/>
            <ac:spMk id="28" creationId="{EDFA3055-3187-2B5C-C837-B0076B46CA69}"/>
          </ac:spMkLst>
        </pc:spChg>
        <pc:grpChg chg="add mod">
          <ac:chgData name="Fernandez Ruiz, Beatriz" userId="c17f1ae3-fcbb-4e0c-a100-96fa69ccc7c1" providerId="ADAL" clId="{F333056E-48AA-4232-8694-7E568351CEFC}" dt="2026-07-16T21:06:17.777" v="10321" actId="1038"/>
          <ac:grpSpMkLst>
            <pc:docMk/>
            <pc:sldMk cId="3652996267" sldId="844"/>
            <ac:grpSpMk id="10" creationId="{2EB36F4B-DC11-0A8A-41B1-5DF9AE6EC204}"/>
          </ac:grpSpMkLst>
        </pc:grpChg>
        <pc:grpChg chg="add del mod">
          <ac:chgData name="Fernandez Ruiz, Beatriz" userId="c17f1ae3-fcbb-4e0c-a100-96fa69ccc7c1" providerId="ADAL" clId="{F333056E-48AA-4232-8694-7E568351CEFC}" dt="2026-07-16T19:58:57.288" v="8448" actId="478"/>
          <ac:grpSpMkLst>
            <pc:docMk/>
            <pc:sldMk cId="3652996267" sldId="844"/>
            <ac:grpSpMk id="13" creationId="{42202DE7-AF48-1B9E-0CCA-1FF5F5E914B9}"/>
          </ac:grpSpMkLst>
        </pc:grpChg>
        <pc:grpChg chg="add del mod">
          <ac:chgData name="Fernandez Ruiz, Beatriz" userId="c17f1ae3-fcbb-4e0c-a100-96fa69ccc7c1" providerId="ADAL" clId="{F333056E-48AA-4232-8694-7E568351CEFC}" dt="2026-07-16T20:00:13.435" v="8464" actId="478"/>
          <ac:grpSpMkLst>
            <pc:docMk/>
            <pc:sldMk cId="3652996267" sldId="844"/>
            <ac:grpSpMk id="16" creationId="{273E2E82-C10E-5E13-3BB4-9373C575341C}"/>
          </ac:grpSpMkLst>
        </pc:grpChg>
        <pc:grpChg chg="add del mod">
          <ac:chgData name="Fernandez Ruiz, Beatriz" userId="c17f1ae3-fcbb-4e0c-a100-96fa69ccc7c1" providerId="ADAL" clId="{F333056E-48AA-4232-8694-7E568351CEFC}" dt="2026-07-16T20:00:12.319" v="8463" actId="478"/>
          <ac:grpSpMkLst>
            <pc:docMk/>
            <pc:sldMk cId="3652996267" sldId="844"/>
            <ac:grpSpMk id="19" creationId="{D93FBC3B-EF03-EBA6-7E3A-ED192AF0B0DD}"/>
          </ac:grpSpMkLst>
        </pc:grpChg>
        <pc:picChg chg="add mod">
          <ac:chgData name="Fernandez Ruiz, Beatriz" userId="c17f1ae3-fcbb-4e0c-a100-96fa69ccc7c1" providerId="ADAL" clId="{F333056E-48AA-4232-8694-7E568351CEFC}" dt="2026-07-16T19:51:36.399" v="8432" actId="164"/>
          <ac:picMkLst>
            <pc:docMk/>
            <pc:sldMk cId="3652996267" sldId="844"/>
            <ac:picMk id="5" creationId="{EBD09082-A477-E512-E0EB-272076863546}"/>
          </ac:picMkLst>
        </pc:picChg>
        <pc:picChg chg="add mod">
          <ac:chgData name="Fernandez Ruiz, Beatriz" userId="c17f1ae3-fcbb-4e0c-a100-96fa69ccc7c1" providerId="ADAL" clId="{F333056E-48AA-4232-8694-7E568351CEFC}" dt="2026-07-16T19:51:36.399" v="8432" actId="164"/>
          <ac:picMkLst>
            <pc:docMk/>
            <pc:sldMk cId="3652996267" sldId="844"/>
            <ac:picMk id="7" creationId="{6C4C4AA6-3967-05C2-76C0-DA0F25B81E86}"/>
          </ac:picMkLst>
        </pc:picChg>
        <pc:picChg chg="add del mod topLvl">
          <ac:chgData name="Fernandez Ruiz, Beatriz" userId="c17f1ae3-fcbb-4e0c-a100-96fa69ccc7c1" providerId="ADAL" clId="{F333056E-48AA-4232-8694-7E568351CEFC}" dt="2026-07-16T20:00:14.569" v="8465" actId="478"/>
          <ac:picMkLst>
            <pc:docMk/>
            <pc:sldMk cId="3652996267" sldId="844"/>
            <ac:picMk id="8" creationId="{8708C7FF-C58E-5431-683D-E4B2F545296C}"/>
          </ac:picMkLst>
        </pc:picChg>
        <pc:picChg chg="add mod">
          <ac:chgData name="Fernandez Ruiz, Beatriz" userId="c17f1ae3-fcbb-4e0c-a100-96fa69ccc7c1" providerId="ADAL" clId="{F333056E-48AA-4232-8694-7E568351CEFC}" dt="2026-07-16T19:53:14.175" v="8443" actId="164"/>
          <ac:picMkLst>
            <pc:docMk/>
            <pc:sldMk cId="3652996267" sldId="844"/>
            <ac:picMk id="9" creationId="{8DB68BF3-D7A5-817C-CEE8-1BDE149E68B3}"/>
          </ac:picMkLst>
        </pc:picChg>
        <pc:picChg chg="add del mod topLvl">
          <ac:chgData name="Fernandez Ruiz, Beatriz" userId="c17f1ae3-fcbb-4e0c-a100-96fa69ccc7c1" providerId="ADAL" clId="{F333056E-48AA-4232-8694-7E568351CEFC}" dt="2026-07-16T19:58:57.288" v="8448" actId="478"/>
          <ac:picMkLst>
            <pc:docMk/>
            <pc:sldMk cId="3652996267" sldId="844"/>
            <ac:picMk id="12" creationId="{544D2B96-3AB4-8F36-F3A0-D63DB22965C3}"/>
          </ac:picMkLst>
        </pc:picChg>
        <pc:picChg chg="add mod">
          <ac:chgData name="Fernandez Ruiz, Beatriz" userId="c17f1ae3-fcbb-4e0c-a100-96fa69ccc7c1" providerId="ADAL" clId="{F333056E-48AA-4232-8694-7E568351CEFC}" dt="2026-07-16T19:53:14.175" v="8443" actId="164"/>
          <ac:picMkLst>
            <pc:docMk/>
            <pc:sldMk cId="3652996267" sldId="844"/>
            <ac:picMk id="15" creationId="{0F447B54-8083-E1CC-7521-4EBC25E7FAF8}"/>
          </ac:picMkLst>
        </pc:picChg>
        <pc:picChg chg="add del mod topLvl">
          <ac:chgData name="Fernandez Ruiz, Beatriz" userId="c17f1ae3-fcbb-4e0c-a100-96fa69ccc7c1" providerId="ADAL" clId="{F333056E-48AA-4232-8694-7E568351CEFC}" dt="2026-07-16T20:00:12.319" v="8463" actId="478"/>
          <ac:picMkLst>
            <pc:docMk/>
            <pc:sldMk cId="3652996267" sldId="844"/>
            <ac:picMk id="18" creationId="{B8EAE37E-3762-D105-D291-231AE201EEFC}"/>
          </ac:picMkLst>
        </pc:picChg>
        <pc:cxnChg chg="add mod">
          <ac:chgData name="Fernandez Ruiz, Beatriz" userId="c17f1ae3-fcbb-4e0c-a100-96fa69ccc7c1" providerId="ADAL" clId="{F333056E-48AA-4232-8694-7E568351CEFC}" dt="2026-07-16T21:06:08.626" v="10313" actId="1076"/>
          <ac:cxnSpMkLst>
            <pc:docMk/>
            <pc:sldMk cId="3652996267" sldId="844"/>
            <ac:cxnSpMk id="20" creationId="{5BCFB54F-BDBC-457C-22B0-89F0DB32339C}"/>
          </ac:cxnSpMkLst>
        </pc:cxnChg>
        <pc:cxnChg chg="add mod">
          <ac:chgData name="Fernandez Ruiz, Beatriz" userId="c17f1ae3-fcbb-4e0c-a100-96fa69ccc7c1" providerId="ADAL" clId="{F333056E-48AA-4232-8694-7E568351CEFC}" dt="2026-07-16T21:06:08.626" v="10313" actId="1076"/>
          <ac:cxnSpMkLst>
            <pc:docMk/>
            <pc:sldMk cId="3652996267" sldId="844"/>
            <ac:cxnSpMk id="23" creationId="{CA7A8AB0-7781-985F-4CCB-FC985E572411}"/>
          </ac:cxnSpMkLst>
        </pc:cxnChg>
        <pc:cxnChg chg="add mod">
          <ac:chgData name="Fernandez Ruiz, Beatriz" userId="c17f1ae3-fcbb-4e0c-a100-96fa69ccc7c1" providerId="ADAL" clId="{F333056E-48AA-4232-8694-7E568351CEFC}" dt="2026-07-16T21:06:08.626" v="10313" actId="1076"/>
          <ac:cxnSpMkLst>
            <pc:docMk/>
            <pc:sldMk cId="3652996267" sldId="844"/>
            <ac:cxnSpMk id="26" creationId="{BD7A0FA3-609F-480F-2F2B-D3200E358C83}"/>
          </ac:cxnSpMkLst>
        </pc:cxnChg>
      </pc:sldChg>
      <pc:sldChg chg="delSp modSp add mod">
        <pc:chgData name="Fernandez Ruiz, Beatriz" userId="c17f1ae3-fcbb-4e0c-a100-96fa69ccc7c1" providerId="ADAL" clId="{F333056E-48AA-4232-8694-7E568351CEFC}" dt="2026-07-16T19:59:48.153" v="8461" actId="1076"/>
        <pc:sldMkLst>
          <pc:docMk/>
          <pc:sldMk cId="172702247" sldId="845"/>
        </pc:sldMkLst>
        <pc:grpChg chg="del">
          <ac:chgData name="Fernandez Ruiz, Beatriz" userId="c17f1ae3-fcbb-4e0c-a100-96fa69ccc7c1" providerId="ADAL" clId="{F333056E-48AA-4232-8694-7E568351CEFC}" dt="2026-07-16T19:59:38.767" v="8459" actId="478"/>
          <ac:grpSpMkLst>
            <pc:docMk/>
            <pc:sldMk cId="172702247" sldId="845"/>
            <ac:grpSpMk id="10" creationId="{2EB36F4B-DC11-0A8A-41B1-5DF9AE6EC204}"/>
          </ac:grpSpMkLst>
        </pc:grpChg>
        <pc:grpChg chg="mod">
          <ac:chgData name="Fernandez Ruiz, Beatriz" userId="c17f1ae3-fcbb-4e0c-a100-96fa69ccc7c1" providerId="ADAL" clId="{F333056E-48AA-4232-8694-7E568351CEFC}" dt="2026-07-16T19:59:48.153" v="8461" actId="1076"/>
          <ac:grpSpMkLst>
            <pc:docMk/>
            <pc:sldMk cId="172702247" sldId="845"/>
            <ac:grpSpMk id="16" creationId="{273E2E82-C10E-5E13-3BB4-9373C575341C}"/>
          </ac:grpSpMkLst>
        </pc:grpChg>
        <pc:grpChg chg="mod">
          <ac:chgData name="Fernandez Ruiz, Beatriz" userId="c17f1ae3-fcbb-4e0c-a100-96fa69ccc7c1" providerId="ADAL" clId="{F333056E-48AA-4232-8694-7E568351CEFC}" dt="2026-07-16T19:59:40.859" v="8460" actId="1076"/>
          <ac:grpSpMkLst>
            <pc:docMk/>
            <pc:sldMk cId="172702247" sldId="845"/>
            <ac:grpSpMk id="19" creationId="{D93FBC3B-EF03-EBA6-7E3A-ED192AF0B0DD}"/>
          </ac:grpSpMkLst>
        </pc:grpChg>
      </pc:sldChg>
      <pc:sldChg chg="addSp delSp modSp add mod">
        <pc:chgData name="Fernandez Ruiz, Beatriz" userId="c17f1ae3-fcbb-4e0c-a100-96fa69ccc7c1" providerId="ADAL" clId="{F333056E-48AA-4232-8694-7E568351CEFC}" dt="2026-07-16T20:02:56.488" v="8486" actId="164"/>
        <pc:sldMkLst>
          <pc:docMk/>
          <pc:sldMk cId="4240720683" sldId="846"/>
        </pc:sldMkLst>
        <pc:grpChg chg="add mod">
          <ac:chgData name="Fernandez Ruiz, Beatriz" userId="c17f1ae3-fcbb-4e0c-a100-96fa69ccc7c1" providerId="ADAL" clId="{F333056E-48AA-4232-8694-7E568351CEFC}" dt="2026-07-16T20:02:56.488" v="8486" actId="164"/>
          <ac:grpSpMkLst>
            <pc:docMk/>
            <pc:sldMk cId="4240720683" sldId="846"/>
            <ac:grpSpMk id="4" creationId="{4E26DDF1-5109-F1CB-7E35-7733B3EF63C7}"/>
          </ac:grpSpMkLst>
        </pc:grpChg>
        <pc:grpChg chg="del">
          <ac:chgData name="Fernandez Ruiz, Beatriz" userId="c17f1ae3-fcbb-4e0c-a100-96fa69ccc7c1" providerId="ADAL" clId="{F333056E-48AA-4232-8694-7E568351CEFC}" dt="2026-07-16T20:01:15.985" v="8470" actId="478"/>
          <ac:grpSpMkLst>
            <pc:docMk/>
            <pc:sldMk cId="4240720683" sldId="846"/>
            <ac:grpSpMk id="8" creationId="{207A6276-254D-3001-3CB2-785299AA1030}"/>
          </ac:grpSpMkLst>
        </pc:grpChg>
        <pc:grpChg chg="del mod">
          <ac:chgData name="Fernandez Ruiz, Beatriz" userId="c17f1ae3-fcbb-4e0c-a100-96fa69ccc7c1" providerId="ADAL" clId="{F333056E-48AA-4232-8694-7E568351CEFC}" dt="2026-07-16T20:01:19.449" v="8472" actId="478"/>
          <ac:grpSpMkLst>
            <pc:docMk/>
            <pc:sldMk cId="4240720683" sldId="846"/>
            <ac:grpSpMk id="12" creationId="{71F1EF9C-4233-D121-F4EF-6F09A9E3035F}"/>
          </ac:grpSpMkLst>
        </pc:grpChg>
        <pc:grpChg chg="del mod">
          <ac:chgData name="Fernandez Ruiz, Beatriz" userId="c17f1ae3-fcbb-4e0c-a100-96fa69ccc7c1" providerId="ADAL" clId="{F333056E-48AA-4232-8694-7E568351CEFC}" dt="2026-07-16T20:01:23.113" v="8474" actId="478"/>
          <ac:grpSpMkLst>
            <pc:docMk/>
            <pc:sldMk cId="4240720683" sldId="846"/>
            <ac:grpSpMk id="16" creationId="{B9324286-D0E4-D4CE-4402-B659774D1764}"/>
          </ac:grpSpMkLst>
        </pc:grpChg>
        <pc:picChg chg="add mod">
          <ac:chgData name="Fernandez Ruiz, Beatriz" userId="c17f1ae3-fcbb-4e0c-a100-96fa69ccc7c1" providerId="ADAL" clId="{F333056E-48AA-4232-8694-7E568351CEFC}" dt="2026-07-16T20:02:56.488" v="8486" actId="164"/>
          <ac:picMkLst>
            <pc:docMk/>
            <pc:sldMk cId="4240720683" sldId="846"/>
            <ac:picMk id="3" creationId="{35DBA3C2-9FFE-734F-A934-98111B871985}"/>
          </ac:picMkLst>
        </pc:picChg>
        <pc:picChg chg="del topLvl">
          <ac:chgData name="Fernandez Ruiz, Beatriz" userId="c17f1ae3-fcbb-4e0c-a100-96fa69ccc7c1" providerId="ADAL" clId="{F333056E-48AA-4232-8694-7E568351CEFC}" dt="2026-07-16T20:01:19.449" v="8472" actId="478"/>
          <ac:picMkLst>
            <pc:docMk/>
            <pc:sldMk cId="4240720683" sldId="846"/>
            <ac:picMk id="10" creationId="{013A5794-AD3D-2425-72DC-4D91D9BC0878}"/>
          </ac:picMkLst>
        </pc:picChg>
        <pc:picChg chg="mod topLvl">
          <ac:chgData name="Fernandez Ruiz, Beatriz" userId="c17f1ae3-fcbb-4e0c-a100-96fa69ccc7c1" providerId="ADAL" clId="{F333056E-48AA-4232-8694-7E568351CEFC}" dt="2026-07-16T20:02:56.488" v="8486" actId="164"/>
          <ac:picMkLst>
            <pc:docMk/>
            <pc:sldMk cId="4240720683" sldId="846"/>
            <ac:picMk id="11" creationId="{A43C3052-1FE4-854C-ABEB-794C02B793C0}"/>
          </ac:picMkLst>
        </pc:picChg>
        <pc:picChg chg="mod topLvl">
          <ac:chgData name="Fernandez Ruiz, Beatriz" userId="c17f1ae3-fcbb-4e0c-a100-96fa69ccc7c1" providerId="ADAL" clId="{F333056E-48AA-4232-8694-7E568351CEFC}" dt="2026-07-16T20:02:56.488" v="8486" actId="164"/>
          <ac:picMkLst>
            <pc:docMk/>
            <pc:sldMk cId="4240720683" sldId="846"/>
            <ac:picMk id="14" creationId="{0D3A7B6E-00EE-B5BC-EEA9-655C49408178}"/>
          </ac:picMkLst>
        </pc:picChg>
        <pc:picChg chg="del topLvl">
          <ac:chgData name="Fernandez Ruiz, Beatriz" userId="c17f1ae3-fcbb-4e0c-a100-96fa69ccc7c1" providerId="ADAL" clId="{F333056E-48AA-4232-8694-7E568351CEFC}" dt="2026-07-16T20:01:23.113" v="8474" actId="478"/>
          <ac:picMkLst>
            <pc:docMk/>
            <pc:sldMk cId="4240720683" sldId="846"/>
            <ac:picMk id="15" creationId="{A7A77411-4A66-D9DA-698C-B1E0F793B232}"/>
          </ac:picMkLst>
        </pc:picChg>
      </pc:sldChg>
      <pc:sldChg chg="addSp delSp modSp new mod">
        <pc:chgData name="Fernandez Ruiz, Beatriz" userId="c17f1ae3-fcbb-4e0c-a100-96fa69ccc7c1" providerId="ADAL" clId="{F333056E-48AA-4232-8694-7E568351CEFC}" dt="2026-07-16T21:06:40.643" v="10340" actId="1038"/>
        <pc:sldMkLst>
          <pc:docMk/>
          <pc:sldMk cId="263896476" sldId="847"/>
        </pc:sldMkLst>
        <pc:spChg chg="del">
          <ac:chgData name="Fernandez Ruiz, Beatriz" userId="c17f1ae3-fcbb-4e0c-a100-96fa69ccc7c1" providerId="ADAL" clId="{F333056E-48AA-4232-8694-7E568351CEFC}" dt="2026-07-16T20:04:26.279" v="8490" actId="478"/>
          <ac:spMkLst>
            <pc:docMk/>
            <pc:sldMk cId="263896476" sldId="847"/>
            <ac:spMk id="2" creationId="{E18B881C-F238-4C3F-1CC1-BB3E87760377}"/>
          </ac:spMkLst>
        </pc:spChg>
        <pc:spChg chg="del">
          <ac:chgData name="Fernandez Ruiz, Beatriz" userId="c17f1ae3-fcbb-4e0c-a100-96fa69ccc7c1" providerId="ADAL" clId="{F333056E-48AA-4232-8694-7E568351CEFC}" dt="2026-07-16T20:04:26.279" v="8490" actId="478"/>
          <ac:spMkLst>
            <pc:docMk/>
            <pc:sldMk cId="263896476" sldId="847"/>
            <ac:spMk id="3" creationId="{F94F9A1C-F4E6-1863-12D6-925356DA097B}"/>
          </ac:spMkLst>
        </pc:spChg>
        <pc:spChg chg="add mod">
          <ac:chgData name="Fernandez Ruiz, Beatriz" userId="c17f1ae3-fcbb-4e0c-a100-96fa69ccc7c1" providerId="ADAL" clId="{F333056E-48AA-4232-8694-7E568351CEFC}" dt="2026-07-16T20:15:58.673" v="8529" actId="207"/>
          <ac:spMkLst>
            <pc:docMk/>
            <pc:sldMk cId="263896476" sldId="847"/>
            <ac:spMk id="10" creationId="{B95F49F3-737B-2192-FBA5-9B91F78B5C5F}"/>
          </ac:spMkLst>
        </pc:spChg>
        <pc:spChg chg="add mod">
          <ac:chgData name="Fernandez Ruiz, Beatriz" userId="c17f1ae3-fcbb-4e0c-a100-96fa69ccc7c1" providerId="ADAL" clId="{F333056E-48AA-4232-8694-7E568351CEFC}" dt="2026-07-16T21:06:29.187" v="10322"/>
          <ac:spMkLst>
            <pc:docMk/>
            <pc:sldMk cId="263896476" sldId="847"/>
            <ac:spMk id="12" creationId="{AAD5AE67-F0CB-876C-BEE1-FFA31DEFC24F}"/>
          </ac:spMkLst>
        </pc:spChg>
        <pc:spChg chg="add mod">
          <ac:chgData name="Fernandez Ruiz, Beatriz" userId="c17f1ae3-fcbb-4e0c-a100-96fa69ccc7c1" providerId="ADAL" clId="{F333056E-48AA-4232-8694-7E568351CEFC}" dt="2026-07-16T21:06:29.187" v="10322"/>
          <ac:spMkLst>
            <pc:docMk/>
            <pc:sldMk cId="263896476" sldId="847"/>
            <ac:spMk id="13" creationId="{C73C6B29-640C-844C-FE69-0BD2F34C624F}"/>
          </ac:spMkLst>
        </pc:spChg>
        <pc:spChg chg="add mod">
          <ac:chgData name="Fernandez Ruiz, Beatriz" userId="c17f1ae3-fcbb-4e0c-a100-96fa69ccc7c1" providerId="ADAL" clId="{F333056E-48AA-4232-8694-7E568351CEFC}" dt="2026-07-16T21:06:29.187" v="10322"/>
          <ac:spMkLst>
            <pc:docMk/>
            <pc:sldMk cId="263896476" sldId="847"/>
            <ac:spMk id="15" creationId="{9EBB2E66-4103-78DC-BA83-38B4F9BA0782}"/>
          </ac:spMkLst>
        </pc:spChg>
        <pc:spChg chg="add mod">
          <ac:chgData name="Fernandez Ruiz, Beatriz" userId="c17f1ae3-fcbb-4e0c-a100-96fa69ccc7c1" providerId="ADAL" clId="{F333056E-48AA-4232-8694-7E568351CEFC}" dt="2026-07-16T21:06:29.187" v="10322"/>
          <ac:spMkLst>
            <pc:docMk/>
            <pc:sldMk cId="263896476" sldId="847"/>
            <ac:spMk id="16" creationId="{F33766AF-99CB-6979-8E5D-BD35595BF70F}"/>
          </ac:spMkLst>
        </pc:spChg>
        <pc:spChg chg="add mod">
          <ac:chgData name="Fernandez Ruiz, Beatriz" userId="c17f1ae3-fcbb-4e0c-a100-96fa69ccc7c1" providerId="ADAL" clId="{F333056E-48AA-4232-8694-7E568351CEFC}" dt="2026-07-16T21:06:29.187" v="10322"/>
          <ac:spMkLst>
            <pc:docMk/>
            <pc:sldMk cId="263896476" sldId="847"/>
            <ac:spMk id="18" creationId="{B39D8629-CB2E-91BB-7CDD-56291EA162DB}"/>
          </ac:spMkLst>
        </pc:spChg>
        <pc:spChg chg="add mod">
          <ac:chgData name="Fernandez Ruiz, Beatriz" userId="c17f1ae3-fcbb-4e0c-a100-96fa69ccc7c1" providerId="ADAL" clId="{F333056E-48AA-4232-8694-7E568351CEFC}" dt="2026-07-16T21:06:29.187" v="10322"/>
          <ac:spMkLst>
            <pc:docMk/>
            <pc:sldMk cId="263896476" sldId="847"/>
            <ac:spMk id="19" creationId="{8E0FCB94-3273-9F83-D75F-F7B689888F3B}"/>
          </ac:spMkLst>
        </pc:spChg>
        <pc:grpChg chg="add mod">
          <ac:chgData name="Fernandez Ruiz, Beatriz" userId="c17f1ae3-fcbb-4e0c-a100-96fa69ccc7c1" providerId="ADAL" clId="{F333056E-48AA-4232-8694-7E568351CEFC}" dt="2026-07-16T21:06:40.643" v="10340" actId="1038"/>
          <ac:grpSpMkLst>
            <pc:docMk/>
            <pc:sldMk cId="263896476" sldId="847"/>
            <ac:grpSpMk id="8" creationId="{97BCDFD5-51C7-C8EE-64E0-6C4E285E8569}"/>
          </ac:grpSpMkLst>
        </pc:grpChg>
        <pc:picChg chg="add mod">
          <ac:chgData name="Fernandez Ruiz, Beatriz" userId="c17f1ae3-fcbb-4e0c-a100-96fa69ccc7c1" providerId="ADAL" clId="{F333056E-48AA-4232-8694-7E568351CEFC}" dt="2026-07-16T20:12:38.099" v="8495" actId="164"/>
          <ac:picMkLst>
            <pc:docMk/>
            <pc:sldMk cId="263896476" sldId="847"/>
            <ac:picMk id="5" creationId="{26D6BE19-01CA-EFFD-8A47-D732B4C86DC4}"/>
          </ac:picMkLst>
        </pc:picChg>
        <pc:picChg chg="add mod">
          <ac:chgData name="Fernandez Ruiz, Beatriz" userId="c17f1ae3-fcbb-4e0c-a100-96fa69ccc7c1" providerId="ADAL" clId="{F333056E-48AA-4232-8694-7E568351CEFC}" dt="2026-07-16T20:12:38.099" v="8495" actId="164"/>
          <ac:picMkLst>
            <pc:docMk/>
            <pc:sldMk cId="263896476" sldId="847"/>
            <ac:picMk id="7" creationId="{EFA14BB0-69BF-4653-41F0-9119B2621B9D}"/>
          </ac:picMkLst>
        </pc:picChg>
        <pc:picChg chg="add del mod">
          <ac:chgData name="Fernandez Ruiz, Beatriz" userId="c17f1ae3-fcbb-4e0c-a100-96fa69ccc7c1" providerId="ADAL" clId="{F333056E-48AA-4232-8694-7E568351CEFC}" dt="2026-07-16T20:15:12.151" v="8522" actId="478"/>
          <ac:picMkLst>
            <pc:docMk/>
            <pc:sldMk cId="263896476" sldId="847"/>
            <ac:picMk id="9" creationId="{A48A6BB0-9732-01E3-1048-251D9AB1A7D4}"/>
          </ac:picMkLst>
        </pc:picChg>
        <pc:cxnChg chg="add mod">
          <ac:chgData name="Fernandez Ruiz, Beatriz" userId="c17f1ae3-fcbb-4e0c-a100-96fa69ccc7c1" providerId="ADAL" clId="{F333056E-48AA-4232-8694-7E568351CEFC}" dt="2026-07-16T21:06:29.187" v="10322"/>
          <ac:cxnSpMkLst>
            <pc:docMk/>
            <pc:sldMk cId="263896476" sldId="847"/>
            <ac:cxnSpMk id="11" creationId="{FD9D54CD-FBB5-637C-C74A-F64511425493}"/>
          </ac:cxnSpMkLst>
        </pc:cxnChg>
        <pc:cxnChg chg="add mod">
          <ac:chgData name="Fernandez Ruiz, Beatriz" userId="c17f1ae3-fcbb-4e0c-a100-96fa69ccc7c1" providerId="ADAL" clId="{F333056E-48AA-4232-8694-7E568351CEFC}" dt="2026-07-16T21:06:29.187" v="10322"/>
          <ac:cxnSpMkLst>
            <pc:docMk/>
            <pc:sldMk cId="263896476" sldId="847"/>
            <ac:cxnSpMk id="14" creationId="{5BEC2F4D-85EA-70A4-F319-3EF674F0A53A}"/>
          </ac:cxnSpMkLst>
        </pc:cxnChg>
        <pc:cxnChg chg="add mod">
          <ac:chgData name="Fernandez Ruiz, Beatriz" userId="c17f1ae3-fcbb-4e0c-a100-96fa69ccc7c1" providerId="ADAL" clId="{F333056E-48AA-4232-8694-7E568351CEFC}" dt="2026-07-16T21:06:29.187" v="10322"/>
          <ac:cxnSpMkLst>
            <pc:docMk/>
            <pc:sldMk cId="263896476" sldId="847"/>
            <ac:cxnSpMk id="17" creationId="{8651515E-334C-3013-CC52-44F7B6C053A2}"/>
          </ac:cxnSpMkLst>
        </pc:cxnChg>
      </pc:sldChg>
      <pc:sldChg chg="addSp delSp modSp add mod">
        <pc:chgData name="Fernandez Ruiz, Beatriz" userId="c17f1ae3-fcbb-4e0c-a100-96fa69ccc7c1" providerId="ADAL" clId="{F333056E-48AA-4232-8694-7E568351CEFC}" dt="2026-07-16T20:14:29.609" v="8521" actId="1035"/>
        <pc:sldMkLst>
          <pc:docMk/>
          <pc:sldMk cId="54752491" sldId="848"/>
        </pc:sldMkLst>
        <pc:grpChg chg="del">
          <ac:chgData name="Fernandez Ruiz, Beatriz" userId="c17f1ae3-fcbb-4e0c-a100-96fa69ccc7c1" providerId="ADAL" clId="{F333056E-48AA-4232-8694-7E568351CEFC}" dt="2026-07-16T20:12:52.488" v="8501" actId="478"/>
          <ac:grpSpMkLst>
            <pc:docMk/>
            <pc:sldMk cId="54752491" sldId="848"/>
            <ac:grpSpMk id="8" creationId="{97BCDFD5-51C7-C8EE-64E0-6C4E285E8569}"/>
          </ac:grpSpMkLst>
        </pc:grpChg>
        <pc:picChg chg="add mod">
          <ac:chgData name="Fernandez Ruiz, Beatriz" userId="c17f1ae3-fcbb-4e0c-a100-96fa69ccc7c1" providerId="ADAL" clId="{F333056E-48AA-4232-8694-7E568351CEFC}" dt="2026-07-16T20:13:29.292" v="8504" actId="1076"/>
          <ac:picMkLst>
            <pc:docMk/>
            <pc:sldMk cId="54752491" sldId="848"/>
            <ac:picMk id="3" creationId="{CD23FE2C-07A0-3800-CC93-F718F32CD0EF}"/>
          </ac:picMkLst>
        </pc:picChg>
        <pc:picChg chg="add mod ord">
          <ac:chgData name="Fernandez Ruiz, Beatriz" userId="c17f1ae3-fcbb-4e0c-a100-96fa69ccc7c1" providerId="ADAL" clId="{F333056E-48AA-4232-8694-7E568351CEFC}" dt="2026-07-16T20:14:29.609" v="8521" actId="1035"/>
          <ac:picMkLst>
            <pc:docMk/>
            <pc:sldMk cId="54752491" sldId="848"/>
            <ac:picMk id="6" creationId="{764CF72E-97B6-0F29-9111-5606CD329937}"/>
          </ac:picMkLst>
        </pc:picChg>
        <pc:picChg chg="mod">
          <ac:chgData name="Fernandez Ruiz, Beatriz" userId="c17f1ae3-fcbb-4e0c-a100-96fa69ccc7c1" providerId="ADAL" clId="{F333056E-48AA-4232-8694-7E568351CEFC}" dt="2026-07-16T20:12:55.144" v="8502" actId="1076"/>
          <ac:picMkLst>
            <pc:docMk/>
            <pc:sldMk cId="54752491" sldId="848"/>
            <ac:picMk id="9" creationId="{A48A6BB0-9732-01E3-1048-251D9AB1A7D4}"/>
          </ac:picMkLst>
        </pc:picChg>
      </pc:sldChg>
      <pc:sldChg chg="addSp delSp modSp new mod">
        <pc:chgData name="Fernandez Ruiz, Beatriz" userId="c17f1ae3-fcbb-4e0c-a100-96fa69ccc7c1" providerId="ADAL" clId="{F333056E-48AA-4232-8694-7E568351CEFC}" dt="2026-07-16T21:07:00.538" v="10342" actId="1076"/>
        <pc:sldMkLst>
          <pc:docMk/>
          <pc:sldMk cId="1643163570" sldId="849"/>
        </pc:sldMkLst>
        <pc:spChg chg="del">
          <ac:chgData name="Fernandez Ruiz, Beatriz" userId="c17f1ae3-fcbb-4e0c-a100-96fa69ccc7c1" providerId="ADAL" clId="{F333056E-48AA-4232-8694-7E568351CEFC}" dt="2026-07-16T20:23:53.840" v="8531" actId="478"/>
          <ac:spMkLst>
            <pc:docMk/>
            <pc:sldMk cId="1643163570" sldId="849"/>
            <ac:spMk id="2" creationId="{9389AE3C-416A-EDBE-99A3-26CFBC48EF5E}"/>
          </ac:spMkLst>
        </pc:spChg>
        <pc:spChg chg="del">
          <ac:chgData name="Fernandez Ruiz, Beatriz" userId="c17f1ae3-fcbb-4e0c-a100-96fa69ccc7c1" providerId="ADAL" clId="{F333056E-48AA-4232-8694-7E568351CEFC}" dt="2026-07-16T20:23:53.840" v="8531" actId="478"/>
          <ac:spMkLst>
            <pc:docMk/>
            <pc:sldMk cId="1643163570" sldId="849"/>
            <ac:spMk id="3" creationId="{9A3CE9E6-8080-E447-B8E8-EEB61E53A258}"/>
          </ac:spMkLst>
        </pc:spChg>
        <pc:spChg chg="add mod">
          <ac:chgData name="Fernandez Ruiz, Beatriz" userId="c17f1ae3-fcbb-4e0c-a100-96fa69ccc7c1" providerId="ADAL" clId="{F333056E-48AA-4232-8694-7E568351CEFC}" dt="2026-07-16T21:07:00.538" v="10342" actId="1076"/>
          <ac:spMkLst>
            <pc:docMk/>
            <pc:sldMk cId="1643163570" sldId="849"/>
            <ac:spMk id="11" creationId="{33095D80-2523-1465-ED09-6558797E0CC0}"/>
          </ac:spMkLst>
        </pc:spChg>
        <pc:spChg chg="add mod">
          <ac:chgData name="Fernandez Ruiz, Beatriz" userId="c17f1ae3-fcbb-4e0c-a100-96fa69ccc7c1" providerId="ADAL" clId="{F333056E-48AA-4232-8694-7E568351CEFC}" dt="2026-07-16T21:07:00.538" v="10342" actId="1076"/>
          <ac:spMkLst>
            <pc:docMk/>
            <pc:sldMk cId="1643163570" sldId="849"/>
            <ac:spMk id="12" creationId="{896EBD6F-DE68-3907-C64A-5742A6A7905A}"/>
          </ac:spMkLst>
        </pc:spChg>
        <pc:spChg chg="add mod">
          <ac:chgData name="Fernandez Ruiz, Beatriz" userId="c17f1ae3-fcbb-4e0c-a100-96fa69ccc7c1" providerId="ADAL" clId="{F333056E-48AA-4232-8694-7E568351CEFC}" dt="2026-07-16T21:07:00.538" v="10342" actId="1076"/>
          <ac:spMkLst>
            <pc:docMk/>
            <pc:sldMk cId="1643163570" sldId="849"/>
            <ac:spMk id="14" creationId="{63008432-91C2-ADA0-1B55-59FA66B55CCE}"/>
          </ac:spMkLst>
        </pc:spChg>
        <pc:spChg chg="add mod">
          <ac:chgData name="Fernandez Ruiz, Beatriz" userId="c17f1ae3-fcbb-4e0c-a100-96fa69ccc7c1" providerId="ADAL" clId="{F333056E-48AA-4232-8694-7E568351CEFC}" dt="2026-07-16T21:07:00.538" v="10342" actId="1076"/>
          <ac:spMkLst>
            <pc:docMk/>
            <pc:sldMk cId="1643163570" sldId="849"/>
            <ac:spMk id="15" creationId="{62220A3D-E213-8B0D-B941-52D5AAF6DF64}"/>
          </ac:spMkLst>
        </pc:spChg>
        <pc:spChg chg="add mod">
          <ac:chgData name="Fernandez Ruiz, Beatriz" userId="c17f1ae3-fcbb-4e0c-a100-96fa69ccc7c1" providerId="ADAL" clId="{F333056E-48AA-4232-8694-7E568351CEFC}" dt="2026-07-16T21:07:00.538" v="10342" actId="1076"/>
          <ac:spMkLst>
            <pc:docMk/>
            <pc:sldMk cId="1643163570" sldId="849"/>
            <ac:spMk id="17" creationId="{8BDC2388-8CD8-11EF-04B7-EF3C373505D0}"/>
          </ac:spMkLst>
        </pc:spChg>
        <pc:spChg chg="add mod">
          <ac:chgData name="Fernandez Ruiz, Beatriz" userId="c17f1ae3-fcbb-4e0c-a100-96fa69ccc7c1" providerId="ADAL" clId="{F333056E-48AA-4232-8694-7E568351CEFC}" dt="2026-07-16T21:07:00.538" v="10342" actId="1076"/>
          <ac:spMkLst>
            <pc:docMk/>
            <pc:sldMk cId="1643163570" sldId="849"/>
            <ac:spMk id="18" creationId="{6A95FB35-54CC-0022-CFA0-1CAE27A10305}"/>
          </ac:spMkLst>
        </pc:spChg>
        <pc:grpChg chg="add mod">
          <ac:chgData name="Fernandez Ruiz, Beatriz" userId="c17f1ae3-fcbb-4e0c-a100-96fa69ccc7c1" providerId="ADAL" clId="{F333056E-48AA-4232-8694-7E568351CEFC}" dt="2026-07-16T20:25:05.767" v="8542" actId="1076"/>
          <ac:grpSpMkLst>
            <pc:docMk/>
            <pc:sldMk cId="1643163570" sldId="849"/>
            <ac:grpSpMk id="8" creationId="{FBD9E813-63AC-6651-8A97-3D5722FBCBAA}"/>
          </ac:grpSpMkLst>
        </pc:grpChg>
        <pc:picChg chg="add mod">
          <ac:chgData name="Fernandez Ruiz, Beatriz" userId="c17f1ae3-fcbb-4e0c-a100-96fa69ccc7c1" providerId="ADAL" clId="{F333056E-48AA-4232-8694-7E568351CEFC}" dt="2026-07-16T20:24:55.395" v="8538" actId="164"/>
          <ac:picMkLst>
            <pc:docMk/>
            <pc:sldMk cId="1643163570" sldId="849"/>
            <ac:picMk id="5" creationId="{2D1F96F8-D752-8F7F-4B96-88E011B5338F}"/>
          </ac:picMkLst>
        </pc:picChg>
        <pc:picChg chg="add mod">
          <ac:chgData name="Fernandez Ruiz, Beatriz" userId="c17f1ae3-fcbb-4e0c-a100-96fa69ccc7c1" providerId="ADAL" clId="{F333056E-48AA-4232-8694-7E568351CEFC}" dt="2026-07-16T20:24:55.395" v="8538" actId="164"/>
          <ac:picMkLst>
            <pc:docMk/>
            <pc:sldMk cId="1643163570" sldId="849"/>
            <ac:picMk id="7" creationId="{1FC9A846-CEF6-38E3-7D2F-E24C8B988D8E}"/>
          </ac:picMkLst>
        </pc:picChg>
        <pc:picChg chg="add del mod">
          <ac:chgData name="Fernandez Ruiz, Beatriz" userId="c17f1ae3-fcbb-4e0c-a100-96fa69ccc7c1" providerId="ADAL" clId="{F333056E-48AA-4232-8694-7E568351CEFC}" dt="2026-07-16T20:26:58.127" v="8568" actId="478"/>
          <ac:picMkLst>
            <pc:docMk/>
            <pc:sldMk cId="1643163570" sldId="849"/>
            <ac:picMk id="9" creationId="{22FDE24A-3C45-F2C2-BB47-50E5E49E5FD8}"/>
          </ac:picMkLst>
        </pc:picChg>
        <pc:cxnChg chg="add mod">
          <ac:chgData name="Fernandez Ruiz, Beatriz" userId="c17f1ae3-fcbb-4e0c-a100-96fa69ccc7c1" providerId="ADAL" clId="{F333056E-48AA-4232-8694-7E568351CEFC}" dt="2026-07-16T21:07:00.538" v="10342" actId="1076"/>
          <ac:cxnSpMkLst>
            <pc:docMk/>
            <pc:sldMk cId="1643163570" sldId="849"/>
            <ac:cxnSpMk id="10" creationId="{2E9CD8A9-965D-7F81-2147-CCBAB4147ECF}"/>
          </ac:cxnSpMkLst>
        </pc:cxnChg>
        <pc:cxnChg chg="add mod">
          <ac:chgData name="Fernandez Ruiz, Beatriz" userId="c17f1ae3-fcbb-4e0c-a100-96fa69ccc7c1" providerId="ADAL" clId="{F333056E-48AA-4232-8694-7E568351CEFC}" dt="2026-07-16T21:07:00.538" v="10342" actId="1076"/>
          <ac:cxnSpMkLst>
            <pc:docMk/>
            <pc:sldMk cId="1643163570" sldId="849"/>
            <ac:cxnSpMk id="13" creationId="{996A16BC-2B1A-3481-3202-78C2BB0F881E}"/>
          </ac:cxnSpMkLst>
        </pc:cxnChg>
        <pc:cxnChg chg="add mod">
          <ac:chgData name="Fernandez Ruiz, Beatriz" userId="c17f1ae3-fcbb-4e0c-a100-96fa69ccc7c1" providerId="ADAL" clId="{F333056E-48AA-4232-8694-7E568351CEFC}" dt="2026-07-16T21:07:00.538" v="10342" actId="1076"/>
          <ac:cxnSpMkLst>
            <pc:docMk/>
            <pc:sldMk cId="1643163570" sldId="849"/>
            <ac:cxnSpMk id="16" creationId="{1F277B2C-F385-BA1A-C2D6-83EB1FD1BFB2}"/>
          </ac:cxnSpMkLst>
        </pc:cxnChg>
      </pc:sldChg>
      <pc:sldChg chg="addSp delSp modSp add mod">
        <pc:chgData name="Fernandez Ruiz, Beatriz" userId="c17f1ae3-fcbb-4e0c-a100-96fa69ccc7c1" providerId="ADAL" clId="{F333056E-48AA-4232-8694-7E568351CEFC}" dt="2026-07-16T20:26:33.870" v="8567" actId="1035"/>
        <pc:sldMkLst>
          <pc:docMk/>
          <pc:sldMk cId="2213369757" sldId="850"/>
        </pc:sldMkLst>
        <pc:grpChg chg="del">
          <ac:chgData name="Fernandez Ruiz, Beatriz" userId="c17f1ae3-fcbb-4e0c-a100-96fa69ccc7c1" providerId="ADAL" clId="{F333056E-48AA-4232-8694-7E568351CEFC}" dt="2026-07-16T20:25:08.802" v="8544" actId="478"/>
          <ac:grpSpMkLst>
            <pc:docMk/>
            <pc:sldMk cId="2213369757" sldId="850"/>
            <ac:grpSpMk id="8" creationId="{FBD9E813-63AC-6651-8A97-3D5722FBCBAA}"/>
          </ac:grpSpMkLst>
        </pc:grpChg>
        <pc:grpChg chg="add mod">
          <ac:chgData name="Fernandez Ruiz, Beatriz" userId="c17f1ae3-fcbb-4e0c-a100-96fa69ccc7c1" providerId="ADAL" clId="{F333056E-48AA-4232-8694-7E568351CEFC}" dt="2026-07-16T20:26:33.870" v="8567" actId="1035"/>
          <ac:grpSpMkLst>
            <pc:docMk/>
            <pc:sldMk cId="2213369757" sldId="850"/>
            <ac:grpSpMk id="10" creationId="{4EBC5DF9-E294-0BF0-7EC4-911F4338F2AB}"/>
          </ac:grpSpMkLst>
        </pc:grpChg>
        <pc:picChg chg="add mod">
          <ac:chgData name="Fernandez Ruiz, Beatriz" userId="c17f1ae3-fcbb-4e0c-a100-96fa69ccc7c1" providerId="ADAL" clId="{F333056E-48AA-4232-8694-7E568351CEFC}" dt="2026-07-16T20:26:30.772" v="8552" actId="164"/>
          <ac:picMkLst>
            <pc:docMk/>
            <pc:sldMk cId="2213369757" sldId="850"/>
            <ac:picMk id="3" creationId="{75401B69-E8B1-4020-15B8-5AAA14123A23}"/>
          </ac:picMkLst>
        </pc:picChg>
        <pc:picChg chg="add mod">
          <ac:chgData name="Fernandez Ruiz, Beatriz" userId="c17f1ae3-fcbb-4e0c-a100-96fa69ccc7c1" providerId="ADAL" clId="{F333056E-48AA-4232-8694-7E568351CEFC}" dt="2026-07-16T20:26:30.772" v="8552" actId="164"/>
          <ac:picMkLst>
            <pc:docMk/>
            <pc:sldMk cId="2213369757" sldId="850"/>
            <ac:picMk id="6" creationId="{A1D823DB-3ECD-6C95-4F52-2142975AEF6C}"/>
          </ac:picMkLst>
        </pc:picChg>
        <pc:picChg chg="mod">
          <ac:chgData name="Fernandez Ruiz, Beatriz" userId="c17f1ae3-fcbb-4e0c-a100-96fa69ccc7c1" providerId="ADAL" clId="{F333056E-48AA-4232-8694-7E568351CEFC}" dt="2026-07-16T20:26:30.772" v="8552" actId="164"/>
          <ac:picMkLst>
            <pc:docMk/>
            <pc:sldMk cId="2213369757" sldId="850"/>
            <ac:picMk id="9" creationId="{22FDE24A-3C45-F2C2-BB47-50E5E49E5FD8}"/>
          </ac:picMkLst>
        </pc:picChg>
      </pc:sldChg>
      <pc:sldChg chg="addSp delSp modSp new mod">
        <pc:chgData name="Fernandez Ruiz, Beatriz" userId="c17f1ae3-fcbb-4e0c-a100-96fa69ccc7c1" providerId="ADAL" clId="{F333056E-48AA-4232-8694-7E568351CEFC}" dt="2026-07-16T20:41:04.791" v="9453" actId="1076"/>
        <pc:sldMkLst>
          <pc:docMk/>
          <pc:sldMk cId="1859172798" sldId="851"/>
        </pc:sldMkLst>
        <pc:spChg chg="del">
          <ac:chgData name="Fernandez Ruiz, Beatriz" userId="c17f1ae3-fcbb-4e0c-a100-96fa69ccc7c1" providerId="ADAL" clId="{F333056E-48AA-4232-8694-7E568351CEFC}" dt="2026-07-16T20:34:30.328" v="8601" actId="478"/>
          <ac:spMkLst>
            <pc:docMk/>
            <pc:sldMk cId="1859172798" sldId="851"/>
            <ac:spMk id="2" creationId="{1C73ABD5-ADC4-076D-551B-86C043E19C58}"/>
          </ac:spMkLst>
        </pc:spChg>
        <pc:spChg chg="del">
          <ac:chgData name="Fernandez Ruiz, Beatriz" userId="c17f1ae3-fcbb-4e0c-a100-96fa69ccc7c1" providerId="ADAL" clId="{F333056E-48AA-4232-8694-7E568351CEFC}" dt="2026-07-16T20:34:30.328" v="8601" actId="478"/>
          <ac:spMkLst>
            <pc:docMk/>
            <pc:sldMk cId="1859172798" sldId="851"/>
            <ac:spMk id="3" creationId="{57FF137A-EC96-788B-373F-5AD10BDF7212}"/>
          </ac:spMkLst>
        </pc:spChg>
        <pc:spChg chg="add mod">
          <ac:chgData name="Fernandez Ruiz, Beatriz" userId="c17f1ae3-fcbb-4e0c-a100-96fa69ccc7c1" providerId="ADAL" clId="{F333056E-48AA-4232-8694-7E568351CEFC}" dt="2026-07-16T20:41:04.791" v="9453" actId="1076"/>
          <ac:spMkLst>
            <pc:docMk/>
            <pc:sldMk cId="1859172798" sldId="851"/>
            <ac:spMk id="4" creationId="{AADB19A0-BCED-37DB-83FC-A5F0B6D5D398}"/>
          </ac:spMkLst>
        </pc:spChg>
        <pc:spChg chg="add mod">
          <ac:chgData name="Fernandez Ruiz, Beatriz" userId="c17f1ae3-fcbb-4e0c-a100-96fa69ccc7c1" providerId="ADAL" clId="{F333056E-48AA-4232-8694-7E568351CEFC}" dt="2026-07-16T20:40:55.777" v="9451" actId="5793"/>
          <ac:spMkLst>
            <pc:docMk/>
            <pc:sldMk cId="1859172798" sldId="851"/>
            <ac:spMk id="5" creationId="{D81FC23A-CB1F-D895-C43A-4DD3309E112F}"/>
          </ac:spMkLst>
        </pc:spChg>
        <pc:spChg chg="add mod">
          <ac:chgData name="Fernandez Ruiz, Beatriz" userId="c17f1ae3-fcbb-4e0c-a100-96fa69ccc7c1" providerId="ADAL" clId="{F333056E-48AA-4232-8694-7E568351CEFC}" dt="2026-07-16T20:41:01.958" v="9452" actId="1076"/>
          <ac:spMkLst>
            <pc:docMk/>
            <pc:sldMk cId="1859172798" sldId="851"/>
            <ac:spMk id="6" creationId="{06BDD6F5-61CA-3FA4-E8AB-ECF885551AFD}"/>
          </ac:spMkLst>
        </pc:spChg>
      </pc:sldChg>
      <pc:sldChg chg="add">
        <pc:chgData name="Fernandez Ruiz, Beatriz" userId="c17f1ae3-fcbb-4e0c-a100-96fa69ccc7c1" providerId="ADAL" clId="{F333056E-48AA-4232-8694-7E568351CEFC}" dt="2026-07-16T20:41:35.980" v="9454"/>
        <pc:sldMkLst>
          <pc:docMk/>
          <pc:sldMk cId="4085382421" sldId="852"/>
        </pc:sldMkLst>
      </pc:sldChg>
      <pc:sldChg chg="addSp delSp modSp new mod">
        <pc:chgData name="Fernandez Ruiz, Beatriz" userId="c17f1ae3-fcbb-4e0c-a100-96fa69ccc7c1" providerId="ADAL" clId="{F333056E-48AA-4232-8694-7E568351CEFC}" dt="2026-07-16T20:46:48.920" v="10152" actId="2711"/>
        <pc:sldMkLst>
          <pc:docMk/>
          <pc:sldMk cId="4103501357" sldId="853"/>
        </pc:sldMkLst>
        <pc:spChg chg="del">
          <ac:chgData name="Fernandez Ruiz, Beatriz" userId="c17f1ae3-fcbb-4e0c-a100-96fa69ccc7c1" providerId="ADAL" clId="{F333056E-48AA-4232-8694-7E568351CEFC}" dt="2026-07-16T20:41:53.718" v="9456" actId="478"/>
          <ac:spMkLst>
            <pc:docMk/>
            <pc:sldMk cId="4103501357" sldId="853"/>
            <ac:spMk id="2" creationId="{8E263430-BE3B-EBE0-808B-3FD3786254EA}"/>
          </ac:spMkLst>
        </pc:spChg>
        <pc:spChg chg="del">
          <ac:chgData name="Fernandez Ruiz, Beatriz" userId="c17f1ae3-fcbb-4e0c-a100-96fa69ccc7c1" providerId="ADAL" clId="{F333056E-48AA-4232-8694-7E568351CEFC}" dt="2026-07-16T20:41:53.718" v="9456" actId="478"/>
          <ac:spMkLst>
            <pc:docMk/>
            <pc:sldMk cId="4103501357" sldId="853"/>
            <ac:spMk id="3" creationId="{03CDEE74-DBF9-68B8-9E8C-E50FFFC6D9C2}"/>
          </ac:spMkLst>
        </pc:spChg>
        <pc:spChg chg="add del mod">
          <ac:chgData name="Fernandez Ruiz, Beatriz" userId="c17f1ae3-fcbb-4e0c-a100-96fa69ccc7c1" providerId="ADAL" clId="{F333056E-48AA-4232-8694-7E568351CEFC}" dt="2026-07-16T20:42:02.165" v="9458" actId="478"/>
          <ac:spMkLst>
            <pc:docMk/>
            <pc:sldMk cId="4103501357" sldId="853"/>
            <ac:spMk id="4" creationId="{BC1CD0D0-5BC6-D7FC-783B-45537F7892EA}"/>
          </ac:spMkLst>
        </pc:spChg>
        <pc:spChg chg="add mod">
          <ac:chgData name="Fernandez Ruiz, Beatriz" userId="c17f1ae3-fcbb-4e0c-a100-96fa69ccc7c1" providerId="ADAL" clId="{F333056E-48AA-4232-8694-7E568351CEFC}" dt="2026-07-16T20:45:30.784" v="10018" actId="1076"/>
          <ac:spMkLst>
            <pc:docMk/>
            <pc:sldMk cId="4103501357" sldId="853"/>
            <ac:spMk id="5" creationId="{3927B5F7-40F4-1E26-826F-DF305A1ECBEB}"/>
          </ac:spMkLst>
        </pc:spChg>
        <pc:spChg chg="add mod">
          <ac:chgData name="Fernandez Ruiz, Beatriz" userId="c17f1ae3-fcbb-4e0c-a100-96fa69ccc7c1" providerId="ADAL" clId="{F333056E-48AA-4232-8694-7E568351CEFC}" dt="2026-07-16T20:45:33.568" v="10019" actId="1076"/>
          <ac:spMkLst>
            <pc:docMk/>
            <pc:sldMk cId="4103501357" sldId="853"/>
            <ac:spMk id="6" creationId="{54F4D0D1-DEF7-1C1F-0304-627BE487097C}"/>
          </ac:spMkLst>
        </pc:spChg>
        <pc:spChg chg="add mod">
          <ac:chgData name="Fernandez Ruiz, Beatriz" userId="c17f1ae3-fcbb-4e0c-a100-96fa69ccc7c1" providerId="ADAL" clId="{F333056E-48AA-4232-8694-7E568351CEFC}" dt="2026-07-16T20:46:48.920" v="10152" actId="2711"/>
          <ac:spMkLst>
            <pc:docMk/>
            <pc:sldMk cId="4103501357" sldId="853"/>
            <ac:spMk id="7" creationId="{2E25A52D-1B2B-58F1-6692-17AEEFAA81F1}"/>
          </ac:spMkLst>
        </pc:spChg>
      </pc:sldChg>
    </pc:docChg>
  </pc:docChgLst>
  <pc:docChgLst>
    <pc:chgData name="Fernandez Ruiz, Beatriz" userId="c17f1ae3-fcbb-4e0c-a100-96fa69ccc7c1" providerId="ADAL" clId="{72458C1B-425E-4F64-9116-623188713355}"/>
    <pc:docChg chg="delSld modSld">
      <pc:chgData name="Fernandez Ruiz, Beatriz" userId="c17f1ae3-fcbb-4e0c-a100-96fa69ccc7c1" providerId="ADAL" clId="{72458C1B-425E-4F64-9116-623188713355}" dt="2025-10-13T11:53:59.577" v="9" actId="47"/>
      <pc:docMkLst>
        <pc:docMk/>
      </pc:docMkLst>
      <pc:sldChg chg="del">
        <pc:chgData name="Fernandez Ruiz, Beatriz" userId="c17f1ae3-fcbb-4e0c-a100-96fa69ccc7c1" providerId="ADAL" clId="{72458C1B-425E-4F64-9116-623188713355}" dt="2025-10-13T11:53:59.577" v="9" actId="47"/>
        <pc:sldMkLst>
          <pc:docMk/>
          <pc:sldMk cId="1598282490" sldId="257"/>
        </pc:sldMkLst>
      </pc:sldChg>
      <pc:sldChg chg="modNotesTx">
        <pc:chgData name="Fernandez Ruiz, Beatriz" userId="c17f1ae3-fcbb-4e0c-a100-96fa69ccc7c1" providerId="ADAL" clId="{72458C1B-425E-4F64-9116-623188713355}" dt="2025-10-13T11:53:50.304" v="7" actId="20577"/>
        <pc:sldMkLst>
          <pc:docMk/>
          <pc:sldMk cId="3609287146" sldId="258"/>
        </pc:sldMkLst>
      </pc:sldChg>
      <pc:sldChg chg="modNotesTx">
        <pc:chgData name="Fernandez Ruiz, Beatriz" userId="c17f1ae3-fcbb-4e0c-a100-96fa69ccc7c1" providerId="ADAL" clId="{72458C1B-425E-4F64-9116-623188713355}" dt="2025-10-13T11:53:32.810" v="1" actId="20577"/>
        <pc:sldMkLst>
          <pc:docMk/>
          <pc:sldMk cId="3390696531" sldId="260"/>
        </pc:sldMkLst>
      </pc:sldChg>
      <pc:sldChg chg="modNotesTx">
        <pc:chgData name="Fernandez Ruiz, Beatriz" userId="c17f1ae3-fcbb-4e0c-a100-96fa69ccc7c1" providerId="ADAL" clId="{72458C1B-425E-4F64-9116-623188713355}" dt="2025-10-13T11:53:47.873" v="6" actId="20577"/>
        <pc:sldMkLst>
          <pc:docMk/>
          <pc:sldMk cId="592706774" sldId="261"/>
        </pc:sldMkLst>
      </pc:sldChg>
      <pc:sldChg chg="modNotesTx">
        <pc:chgData name="Fernandez Ruiz, Beatriz" userId="c17f1ae3-fcbb-4e0c-a100-96fa69ccc7c1" providerId="ADAL" clId="{72458C1B-425E-4F64-9116-623188713355}" dt="2025-10-13T11:53:29.450" v="0" actId="20577"/>
        <pc:sldMkLst>
          <pc:docMk/>
          <pc:sldMk cId="2118241259" sldId="262"/>
        </pc:sldMkLst>
      </pc:sldChg>
      <pc:sldChg chg="modNotesTx">
        <pc:chgData name="Fernandez Ruiz, Beatriz" userId="c17f1ae3-fcbb-4e0c-a100-96fa69ccc7c1" providerId="ADAL" clId="{72458C1B-425E-4F64-9116-623188713355}" dt="2025-10-13T11:53:44.056" v="5" actId="20577"/>
        <pc:sldMkLst>
          <pc:docMk/>
          <pc:sldMk cId="3503025964" sldId="264"/>
        </pc:sldMkLst>
      </pc:sldChg>
      <pc:sldChg chg="modNotesTx">
        <pc:chgData name="Fernandez Ruiz, Beatriz" userId="c17f1ae3-fcbb-4e0c-a100-96fa69ccc7c1" providerId="ADAL" clId="{72458C1B-425E-4F64-9116-623188713355}" dt="2025-10-13T11:53:41.762" v="4" actId="20577"/>
        <pc:sldMkLst>
          <pc:docMk/>
          <pc:sldMk cId="3375953361" sldId="266"/>
        </pc:sldMkLst>
      </pc:sldChg>
      <pc:sldChg chg="modNotesTx">
        <pc:chgData name="Fernandez Ruiz, Beatriz" userId="c17f1ae3-fcbb-4e0c-a100-96fa69ccc7c1" providerId="ADAL" clId="{72458C1B-425E-4F64-9116-623188713355}" dt="2025-10-13T11:53:35.649" v="2" actId="20577"/>
        <pc:sldMkLst>
          <pc:docMk/>
          <pc:sldMk cId="1276376794" sldId="792"/>
        </pc:sldMkLst>
      </pc:sldChg>
      <pc:sldChg chg="modNotesTx">
        <pc:chgData name="Fernandez Ruiz, Beatriz" userId="c17f1ae3-fcbb-4e0c-a100-96fa69ccc7c1" providerId="ADAL" clId="{72458C1B-425E-4F64-9116-623188713355}" dt="2025-10-13T11:53:38.824" v="3" actId="20577"/>
        <pc:sldMkLst>
          <pc:docMk/>
          <pc:sldMk cId="3645237078" sldId="793"/>
        </pc:sldMkLst>
      </pc:sldChg>
      <pc:sldChg chg="del">
        <pc:chgData name="Fernandez Ruiz, Beatriz" userId="c17f1ae3-fcbb-4e0c-a100-96fa69ccc7c1" providerId="ADAL" clId="{72458C1B-425E-4F64-9116-623188713355}" dt="2025-10-13T11:53:57.831" v="8" actId="47"/>
        <pc:sldMkLst>
          <pc:docMk/>
          <pc:sldMk cId="1154662955" sldId="794"/>
        </pc:sldMkLst>
      </pc:sldChg>
    </pc:docChg>
  </pc:docChgLst>
  <pc:docChgLst>
    <pc:chgData name="Fernandez Ruiz, Beatriz" userId="c17f1ae3-fcbb-4e0c-a100-96fa69ccc7c1" providerId="ADAL" clId="{83602CC7-E73B-47AA-9688-E7E030CF3348}"/>
    <pc:docChg chg="custSel modSld">
      <pc:chgData name="Fernandez Ruiz, Beatriz" userId="c17f1ae3-fcbb-4e0c-a100-96fa69ccc7c1" providerId="ADAL" clId="{83602CC7-E73B-47AA-9688-E7E030CF3348}" dt="2026-02-13T14:09:25.773" v="135" actId="207"/>
      <pc:docMkLst>
        <pc:docMk/>
      </pc:docMkLst>
      <pc:sldChg chg="addSp modSp mod">
        <pc:chgData name="Fernandez Ruiz, Beatriz" userId="c17f1ae3-fcbb-4e0c-a100-96fa69ccc7c1" providerId="ADAL" clId="{83602CC7-E73B-47AA-9688-E7E030CF3348}" dt="2026-02-13T14:09:25.773" v="135" actId="207"/>
        <pc:sldMkLst>
          <pc:docMk/>
          <pc:sldMk cId="2882225463" sldId="790"/>
        </pc:sldMkLst>
        <pc:spChg chg="add mod">
          <ac:chgData name="Fernandez Ruiz, Beatriz" userId="c17f1ae3-fcbb-4e0c-a100-96fa69ccc7c1" providerId="ADAL" clId="{83602CC7-E73B-47AA-9688-E7E030CF3348}" dt="2026-02-13T14:09:25.773" v="135" actId="207"/>
          <ac:spMkLst>
            <pc:docMk/>
            <pc:sldMk cId="2882225463" sldId="790"/>
            <ac:spMk id="2" creationId="{9C577908-7DD9-3710-47B9-4C2EB331932B}"/>
          </ac:spMkLst>
        </pc:spChg>
      </pc:sldChg>
    </pc:docChg>
  </pc:docChgLst>
  <pc:docChgLst>
    <pc:chgData name="Fernandez Ruiz, Beatriz" userId="c17f1ae3-fcbb-4e0c-a100-96fa69ccc7c1" providerId="ADAL" clId="{736D36EC-0BF7-4A42-97B9-2CC6360C2E09}"/>
    <pc:docChg chg="modSld">
      <pc:chgData name="Fernandez Ruiz, Beatriz" userId="c17f1ae3-fcbb-4e0c-a100-96fa69ccc7c1" providerId="ADAL" clId="{736D36EC-0BF7-4A42-97B9-2CC6360C2E09}" dt="2026-08-27T14:44:11.400" v="1" actId="20577"/>
      <pc:docMkLst>
        <pc:docMk/>
      </pc:docMkLst>
      <pc:sldChg chg="modSp">
        <pc:chgData name="Fernandez Ruiz, Beatriz" userId="c17f1ae3-fcbb-4e0c-a100-96fa69ccc7c1" providerId="ADAL" clId="{736D36EC-0BF7-4A42-97B9-2CC6360C2E09}" dt="2026-08-27T14:44:11.400" v="1" actId="20577"/>
        <pc:sldMkLst>
          <pc:docMk/>
          <pc:sldMk cId="3618208280" sldId="795"/>
        </pc:sldMkLst>
        <pc:spChg chg="mod">
          <ac:chgData name="Fernandez Ruiz, Beatriz" userId="c17f1ae3-fcbb-4e0c-a100-96fa69ccc7c1" providerId="ADAL" clId="{736D36EC-0BF7-4A42-97B9-2CC6360C2E09}" dt="2026-08-27T14:44:11.400" v="1" actId="20577"/>
          <ac:spMkLst>
            <pc:docMk/>
            <pc:sldMk cId="3618208280" sldId="795"/>
            <ac:spMk id="59" creationId="{DEA22773-FC65-D979-B5E1-20A0E1D3D57E}"/>
          </ac:spMkLst>
        </pc:spChg>
      </pc:sldChg>
    </pc:docChg>
  </pc:docChgLst>
  <pc:docChgLst>
    <pc:chgData name="Fernandez Ruiz, Beatriz" userId="c17f1ae3-fcbb-4e0c-a100-96fa69ccc7c1" providerId="ADAL" clId="{B571EC1E-34A6-46A0-9D0A-16D74338C3DF}"/>
    <pc:docChg chg="undo custSel addSld delSld modSld sldOrd">
      <pc:chgData name="Fernandez Ruiz, Beatriz" userId="c17f1ae3-fcbb-4e0c-a100-96fa69ccc7c1" providerId="ADAL" clId="{B571EC1E-34A6-46A0-9D0A-16D74338C3DF}" dt="2025-10-10T13:00:06.393" v="4408"/>
      <pc:docMkLst>
        <pc:docMk/>
      </pc:docMkLst>
      <pc:sldChg chg="modSp new mod">
        <pc:chgData name="Fernandez Ruiz, Beatriz" userId="c17f1ae3-fcbb-4e0c-a100-96fa69ccc7c1" providerId="ADAL" clId="{B571EC1E-34A6-46A0-9D0A-16D74338C3DF}" dt="2025-10-09T19:09:30.977" v="174" actId="20577"/>
        <pc:sldMkLst>
          <pc:docMk/>
          <pc:sldMk cId="2003285513" sldId="256"/>
        </pc:sldMkLst>
        <pc:spChg chg="mod">
          <ac:chgData name="Fernandez Ruiz, Beatriz" userId="c17f1ae3-fcbb-4e0c-a100-96fa69ccc7c1" providerId="ADAL" clId="{B571EC1E-34A6-46A0-9D0A-16D74338C3DF}" dt="2025-10-09T19:09:30.977" v="174" actId="20577"/>
          <ac:spMkLst>
            <pc:docMk/>
            <pc:sldMk cId="2003285513" sldId="256"/>
            <ac:spMk id="2" creationId="{BD424884-4AE4-456C-AA2F-BCF49AAAECBD}"/>
          </ac:spMkLst>
        </pc:spChg>
        <pc:spChg chg="mod">
          <ac:chgData name="Fernandez Ruiz, Beatriz" userId="c17f1ae3-fcbb-4e0c-a100-96fa69ccc7c1" providerId="ADAL" clId="{B571EC1E-34A6-46A0-9D0A-16D74338C3DF}" dt="2025-10-09T19:05:41.227" v="57" actId="20577"/>
          <ac:spMkLst>
            <pc:docMk/>
            <pc:sldMk cId="2003285513" sldId="256"/>
            <ac:spMk id="3" creationId="{B0AA5775-ECB2-4397-A924-C290F5043010}"/>
          </ac:spMkLst>
        </pc:spChg>
      </pc:sldChg>
      <pc:sldChg chg="addSp modSp add mod">
        <pc:chgData name="Fernandez Ruiz, Beatriz" userId="c17f1ae3-fcbb-4e0c-a100-96fa69ccc7c1" providerId="ADAL" clId="{B571EC1E-34A6-46A0-9D0A-16D74338C3DF}" dt="2025-10-10T07:28:52.118" v="3980" actId="1076"/>
        <pc:sldMkLst>
          <pc:docMk/>
          <pc:sldMk cId="1598282490" sldId="257"/>
        </pc:sldMkLst>
        <pc:spChg chg="mod">
          <ac:chgData name="Fernandez Ruiz, Beatriz" userId="c17f1ae3-fcbb-4e0c-a100-96fa69ccc7c1" providerId="ADAL" clId="{B571EC1E-34A6-46A0-9D0A-16D74338C3DF}" dt="2025-10-10T07:28:49.280" v="3979" actId="113"/>
          <ac:spMkLst>
            <pc:docMk/>
            <pc:sldMk cId="1598282490" sldId="257"/>
            <ac:spMk id="4" creationId="{BEBD744D-B61C-7222-E170-B8DF0F5FBECD}"/>
          </ac:spMkLst>
        </pc:spChg>
        <pc:spChg chg="add mod">
          <ac:chgData name="Fernandez Ruiz, Beatriz" userId="c17f1ae3-fcbb-4e0c-a100-96fa69ccc7c1" providerId="ADAL" clId="{B571EC1E-34A6-46A0-9D0A-16D74338C3DF}" dt="2025-10-09T23:29:59.661" v="3709" actId="1076"/>
          <ac:spMkLst>
            <pc:docMk/>
            <pc:sldMk cId="1598282490" sldId="257"/>
            <ac:spMk id="5" creationId="{D7509B9C-0518-4A5C-BBB5-7CE8321EBB2F}"/>
          </ac:spMkLst>
        </pc:spChg>
        <pc:picChg chg="mod">
          <ac:chgData name="Fernandez Ruiz, Beatriz" userId="c17f1ae3-fcbb-4e0c-a100-96fa69ccc7c1" providerId="ADAL" clId="{B571EC1E-34A6-46A0-9D0A-16D74338C3DF}" dt="2025-10-10T07:28:52.118" v="3980" actId="1076"/>
          <ac:picMkLst>
            <pc:docMk/>
            <pc:sldMk cId="1598282490" sldId="257"/>
            <ac:picMk id="3" creationId="{CF58868D-DE06-88E2-96D6-70A3E4076D1F}"/>
          </ac:picMkLst>
        </pc:picChg>
      </pc:sldChg>
      <pc:sldChg chg="addSp delSp modSp new del mod">
        <pc:chgData name="Fernandez Ruiz, Beatriz" userId="c17f1ae3-fcbb-4e0c-a100-96fa69ccc7c1" providerId="ADAL" clId="{B571EC1E-34A6-46A0-9D0A-16D74338C3DF}" dt="2025-10-09T22:58:56.491" v="3483" actId="47"/>
        <pc:sldMkLst>
          <pc:docMk/>
          <pc:sldMk cId="1605879355" sldId="257"/>
        </pc:sldMkLst>
        <pc:spChg chg="del">
          <ac:chgData name="Fernandez Ruiz, Beatriz" userId="c17f1ae3-fcbb-4e0c-a100-96fa69ccc7c1" providerId="ADAL" clId="{B571EC1E-34A6-46A0-9D0A-16D74338C3DF}" dt="2025-10-09T19:05:45.600" v="59" actId="478"/>
          <ac:spMkLst>
            <pc:docMk/>
            <pc:sldMk cId="1605879355" sldId="257"/>
            <ac:spMk id="2" creationId="{1E4B5EFC-4AA0-4ABA-AB7C-77A85684466E}"/>
          </ac:spMkLst>
        </pc:spChg>
        <pc:spChg chg="del">
          <ac:chgData name="Fernandez Ruiz, Beatriz" userId="c17f1ae3-fcbb-4e0c-a100-96fa69ccc7c1" providerId="ADAL" clId="{B571EC1E-34A6-46A0-9D0A-16D74338C3DF}" dt="2025-10-09T19:05:45.600" v="59" actId="478"/>
          <ac:spMkLst>
            <pc:docMk/>
            <pc:sldMk cId="1605879355" sldId="257"/>
            <ac:spMk id="3" creationId="{3404202A-CCE0-46F3-B059-CD3DC6B4FD00}"/>
          </ac:spMkLst>
        </pc:spChg>
        <pc:spChg chg="add mod">
          <ac:chgData name="Fernandez Ruiz, Beatriz" userId="c17f1ae3-fcbb-4e0c-a100-96fa69ccc7c1" providerId="ADAL" clId="{B571EC1E-34A6-46A0-9D0A-16D74338C3DF}" dt="2025-10-09T19:05:56.557" v="106" actId="20577"/>
          <ac:spMkLst>
            <pc:docMk/>
            <pc:sldMk cId="1605879355" sldId="257"/>
            <ac:spMk id="4" creationId="{4F7F033F-9FFF-4025-9868-5794D8956579}"/>
          </ac:spMkLst>
        </pc:spChg>
      </pc:sldChg>
      <pc:sldChg chg="addSp delSp modSp new del mod">
        <pc:chgData name="Fernandez Ruiz, Beatriz" userId="c17f1ae3-fcbb-4e0c-a100-96fa69ccc7c1" providerId="ADAL" clId="{B571EC1E-34A6-46A0-9D0A-16D74338C3DF}" dt="2025-10-09T22:59:00.749" v="3484" actId="47"/>
        <pc:sldMkLst>
          <pc:docMk/>
          <pc:sldMk cId="2881662277" sldId="258"/>
        </pc:sldMkLst>
        <pc:spChg chg="del">
          <ac:chgData name="Fernandez Ruiz, Beatriz" userId="c17f1ae3-fcbb-4e0c-a100-96fa69ccc7c1" providerId="ADAL" clId="{B571EC1E-34A6-46A0-9D0A-16D74338C3DF}" dt="2025-10-09T19:06:10.818" v="108" actId="478"/>
          <ac:spMkLst>
            <pc:docMk/>
            <pc:sldMk cId="2881662277" sldId="258"/>
            <ac:spMk id="2" creationId="{A74A2BDD-E257-456C-8D38-61C81ACB3556}"/>
          </ac:spMkLst>
        </pc:spChg>
        <pc:spChg chg="del">
          <ac:chgData name="Fernandez Ruiz, Beatriz" userId="c17f1ae3-fcbb-4e0c-a100-96fa69ccc7c1" providerId="ADAL" clId="{B571EC1E-34A6-46A0-9D0A-16D74338C3DF}" dt="2025-10-09T19:06:10.818" v="108" actId="478"/>
          <ac:spMkLst>
            <pc:docMk/>
            <pc:sldMk cId="2881662277" sldId="258"/>
            <ac:spMk id="3" creationId="{1B154C8D-E897-4955-8937-C3F18BFCC339}"/>
          </ac:spMkLst>
        </pc:spChg>
        <pc:spChg chg="add mod">
          <ac:chgData name="Fernandez Ruiz, Beatriz" userId="c17f1ae3-fcbb-4e0c-a100-96fa69ccc7c1" providerId="ADAL" clId="{B571EC1E-34A6-46A0-9D0A-16D74338C3DF}" dt="2025-10-09T19:06:21.299" v="125" actId="20577"/>
          <ac:spMkLst>
            <pc:docMk/>
            <pc:sldMk cId="2881662277" sldId="258"/>
            <ac:spMk id="4" creationId="{7183312F-DDC2-4ECB-A52F-226D51946BEF}"/>
          </ac:spMkLst>
        </pc:spChg>
        <pc:graphicFrameChg chg="add del mod">
          <ac:chgData name="Fernandez Ruiz, Beatriz" userId="c17f1ae3-fcbb-4e0c-a100-96fa69ccc7c1" providerId="ADAL" clId="{B571EC1E-34A6-46A0-9D0A-16D74338C3DF}" dt="2025-10-09T19:06:35.399" v="128" actId="478"/>
          <ac:graphicFrameMkLst>
            <pc:docMk/>
            <pc:sldMk cId="2881662277" sldId="258"/>
            <ac:graphicFrameMk id="5" creationId="{FEC7C739-1164-4515-9A33-92815AD1E4CC}"/>
          </ac:graphicFrameMkLst>
        </pc:graphicFrameChg>
        <pc:graphicFrameChg chg="add mod">
          <ac:chgData name="Fernandez Ruiz, Beatriz" userId="c17f1ae3-fcbb-4e0c-a100-96fa69ccc7c1" providerId="ADAL" clId="{B571EC1E-34A6-46A0-9D0A-16D74338C3DF}" dt="2025-10-09T19:06:44.819" v="130" actId="1076"/>
          <ac:graphicFrameMkLst>
            <pc:docMk/>
            <pc:sldMk cId="2881662277" sldId="258"/>
            <ac:graphicFrameMk id="6" creationId="{43D4D3C0-E02F-48DA-AAF1-482AE7433609}"/>
          </ac:graphicFrameMkLst>
        </pc:graphicFrameChg>
      </pc:sldChg>
      <pc:sldChg chg="addSp modSp add mod">
        <pc:chgData name="Fernandez Ruiz, Beatriz" userId="c17f1ae3-fcbb-4e0c-a100-96fa69ccc7c1" providerId="ADAL" clId="{B571EC1E-34A6-46A0-9D0A-16D74338C3DF}" dt="2025-10-10T07:28:05.762" v="3966" actId="1076"/>
        <pc:sldMkLst>
          <pc:docMk/>
          <pc:sldMk cId="3609287146" sldId="258"/>
        </pc:sldMkLst>
        <pc:spChg chg="mod">
          <ac:chgData name="Fernandez Ruiz, Beatriz" userId="c17f1ae3-fcbb-4e0c-a100-96fa69ccc7c1" providerId="ADAL" clId="{B571EC1E-34A6-46A0-9D0A-16D74338C3DF}" dt="2025-10-10T07:28:00.555" v="3965" actId="113"/>
          <ac:spMkLst>
            <pc:docMk/>
            <pc:sldMk cId="3609287146" sldId="258"/>
            <ac:spMk id="3" creationId="{99D795F6-C561-9CF3-FB89-653F6F868F52}"/>
          </ac:spMkLst>
        </pc:spChg>
        <pc:spChg chg="add mod">
          <ac:chgData name="Fernandez Ruiz, Beatriz" userId="c17f1ae3-fcbb-4e0c-a100-96fa69ccc7c1" providerId="ADAL" clId="{B571EC1E-34A6-46A0-9D0A-16D74338C3DF}" dt="2025-10-10T07:28:05.762" v="3966" actId="1076"/>
          <ac:spMkLst>
            <pc:docMk/>
            <pc:sldMk cId="3609287146" sldId="258"/>
            <ac:spMk id="4" creationId="{E6B31394-4FFA-4CB4-8B04-0953DB13092F}"/>
          </ac:spMkLst>
        </pc:spChg>
      </pc:sldChg>
      <pc:sldChg chg="add">
        <pc:chgData name="Fernandez Ruiz, Beatriz" userId="c17f1ae3-fcbb-4e0c-a100-96fa69ccc7c1" providerId="ADAL" clId="{B571EC1E-34A6-46A0-9D0A-16D74338C3DF}" dt="2025-10-09T19:10:41.248" v="176"/>
        <pc:sldMkLst>
          <pc:docMk/>
          <pc:sldMk cId="2774535957" sldId="259"/>
        </pc:sldMkLst>
      </pc:sldChg>
      <pc:sldChg chg="addSp modSp add mod">
        <pc:chgData name="Fernandez Ruiz, Beatriz" userId="c17f1ae3-fcbb-4e0c-a100-96fa69ccc7c1" providerId="ADAL" clId="{B571EC1E-34A6-46A0-9D0A-16D74338C3DF}" dt="2025-10-10T07:26:22.205" v="3941" actId="1076"/>
        <pc:sldMkLst>
          <pc:docMk/>
          <pc:sldMk cId="3390696531" sldId="260"/>
        </pc:sldMkLst>
        <pc:spChg chg="mod">
          <ac:chgData name="Fernandez Ruiz, Beatriz" userId="c17f1ae3-fcbb-4e0c-a100-96fa69ccc7c1" providerId="ADAL" clId="{B571EC1E-34A6-46A0-9D0A-16D74338C3DF}" dt="2025-10-10T07:26:18.324" v="3940" actId="108"/>
          <ac:spMkLst>
            <pc:docMk/>
            <pc:sldMk cId="3390696531" sldId="260"/>
            <ac:spMk id="4" creationId="{F7822C8B-48CB-D9FC-23D2-DF0DEC5AC30F}"/>
          </ac:spMkLst>
        </pc:spChg>
        <pc:spChg chg="add mod">
          <ac:chgData name="Fernandez Ruiz, Beatriz" userId="c17f1ae3-fcbb-4e0c-a100-96fa69ccc7c1" providerId="ADAL" clId="{B571EC1E-34A6-46A0-9D0A-16D74338C3DF}" dt="2025-10-10T07:26:22.205" v="3941" actId="1076"/>
          <ac:spMkLst>
            <pc:docMk/>
            <pc:sldMk cId="3390696531" sldId="260"/>
            <ac:spMk id="6" creationId="{CD236EBC-CEC0-427A-85D7-70AB0FB9FBEE}"/>
          </ac:spMkLst>
        </pc:spChg>
        <pc:picChg chg="mod modCrop">
          <ac:chgData name="Fernandez Ruiz, Beatriz" userId="c17f1ae3-fcbb-4e0c-a100-96fa69ccc7c1" providerId="ADAL" clId="{B571EC1E-34A6-46A0-9D0A-16D74338C3DF}" dt="2025-10-09T23:16:00.239" v="3651" actId="1076"/>
          <ac:picMkLst>
            <pc:docMk/>
            <pc:sldMk cId="3390696531" sldId="260"/>
            <ac:picMk id="3" creationId="{A5F394DF-09A7-0286-5C41-5549145750B8}"/>
          </ac:picMkLst>
        </pc:picChg>
        <pc:picChg chg="add mod">
          <ac:chgData name="Fernandez Ruiz, Beatriz" userId="c17f1ae3-fcbb-4e0c-a100-96fa69ccc7c1" providerId="ADAL" clId="{B571EC1E-34A6-46A0-9D0A-16D74338C3DF}" dt="2025-10-09T23:15:32.183" v="3649" actId="1076"/>
          <ac:picMkLst>
            <pc:docMk/>
            <pc:sldMk cId="3390696531" sldId="260"/>
            <ac:picMk id="5" creationId="{F0F6CC38-24A6-4F48-91BD-31A66DD5D275}"/>
          </ac:picMkLst>
        </pc:picChg>
      </pc:sldChg>
      <pc:sldChg chg="addSp modSp add mod">
        <pc:chgData name="Fernandez Ruiz, Beatriz" userId="c17f1ae3-fcbb-4e0c-a100-96fa69ccc7c1" providerId="ADAL" clId="{B571EC1E-34A6-46A0-9D0A-16D74338C3DF}" dt="2025-10-10T07:27:49.065" v="3962" actId="1076"/>
        <pc:sldMkLst>
          <pc:docMk/>
          <pc:sldMk cId="592706774" sldId="261"/>
        </pc:sldMkLst>
        <pc:spChg chg="mod">
          <ac:chgData name="Fernandez Ruiz, Beatriz" userId="c17f1ae3-fcbb-4e0c-a100-96fa69ccc7c1" providerId="ADAL" clId="{B571EC1E-34A6-46A0-9D0A-16D74338C3DF}" dt="2025-10-10T07:27:43.165" v="3960" actId="113"/>
          <ac:spMkLst>
            <pc:docMk/>
            <pc:sldMk cId="592706774" sldId="261"/>
            <ac:spMk id="4" creationId="{1E34E195-2A73-9E7A-CA7D-F3D04035DECD}"/>
          </ac:spMkLst>
        </pc:spChg>
        <pc:spChg chg="add mod">
          <ac:chgData name="Fernandez Ruiz, Beatriz" userId="c17f1ae3-fcbb-4e0c-a100-96fa69ccc7c1" providerId="ADAL" clId="{B571EC1E-34A6-46A0-9D0A-16D74338C3DF}" dt="2025-10-10T07:27:47.090" v="3961" actId="1076"/>
          <ac:spMkLst>
            <pc:docMk/>
            <pc:sldMk cId="592706774" sldId="261"/>
            <ac:spMk id="5" creationId="{7C293ABF-8341-49C6-A554-38CC4FFB693A}"/>
          </ac:spMkLst>
        </pc:spChg>
        <pc:picChg chg="mod">
          <ac:chgData name="Fernandez Ruiz, Beatriz" userId="c17f1ae3-fcbb-4e0c-a100-96fa69ccc7c1" providerId="ADAL" clId="{B571EC1E-34A6-46A0-9D0A-16D74338C3DF}" dt="2025-10-10T07:27:49.065" v="3962" actId="1076"/>
          <ac:picMkLst>
            <pc:docMk/>
            <pc:sldMk cId="592706774" sldId="261"/>
            <ac:picMk id="3" creationId="{1C593405-0BBA-50EF-6EC7-991BF3EB7342}"/>
          </ac:picMkLst>
        </pc:picChg>
      </pc:sldChg>
      <pc:sldChg chg="addSp modSp add mod ord">
        <pc:chgData name="Fernandez Ruiz, Beatriz" userId="c17f1ae3-fcbb-4e0c-a100-96fa69ccc7c1" providerId="ADAL" clId="{B571EC1E-34A6-46A0-9D0A-16D74338C3DF}" dt="2025-10-10T07:26:13.658" v="3939" actId="113"/>
        <pc:sldMkLst>
          <pc:docMk/>
          <pc:sldMk cId="2118241259" sldId="262"/>
        </pc:sldMkLst>
        <pc:spChg chg="mod">
          <ac:chgData name="Fernandez Ruiz, Beatriz" userId="c17f1ae3-fcbb-4e0c-a100-96fa69ccc7c1" providerId="ADAL" clId="{B571EC1E-34A6-46A0-9D0A-16D74338C3DF}" dt="2025-10-10T07:26:13.658" v="3939" actId="113"/>
          <ac:spMkLst>
            <pc:docMk/>
            <pc:sldMk cId="2118241259" sldId="262"/>
            <ac:spMk id="3" creationId="{D63E28B5-A1D2-E972-BBCA-537D5EE96ADE}"/>
          </ac:spMkLst>
        </pc:spChg>
        <pc:spChg chg="add mod">
          <ac:chgData name="Fernandez Ruiz, Beatriz" userId="c17f1ae3-fcbb-4e0c-a100-96fa69ccc7c1" providerId="ADAL" clId="{B571EC1E-34A6-46A0-9D0A-16D74338C3DF}" dt="2025-10-10T07:26:05.325" v="3935" actId="1076"/>
          <ac:spMkLst>
            <pc:docMk/>
            <pc:sldMk cId="2118241259" sldId="262"/>
            <ac:spMk id="4" creationId="{32DCE393-29D7-418E-A760-CAEA23E1BD7C}"/>
          </ac:spMkLst>
        </pc:spChg>
      </pc:sldChg>
      <pc:sldChg chg="addSp modSp add mod">
        <pc:chgData name="Fernandez Ruiz, Beatriz" userId="c17f1ae3-fcbb-4e0c-a100-96fa69ccc7c1" providerId="ADAL" clId="{B571EC1E-34A6-46A0-9D0A-16D74338C3DF}" dt="2025-10-10T07:27:34.674" v="3957" actId="1076"/>
        <pc:sldMkLst>
          <pc:docMk/>
          <pc:sldMk cId="3503025964" sldId="264"/>
        </pc:sldMkLst>
        <pc:spChg chg="mod">
          <ac:chgData name="Fernandez Ruiz, Beatriz" userId="c17f1ae3-fcbb-4e0c-a100-96fa69ccc7c1" providerId="ADAL" clId="{B571EC1E-34A6-46A0-9D0A-16D74338C3DF}" dt="2025-10-10T07:27:32.714" v="3956" actId="113"/>
          <ac:spMkLst>
            <pc:docMk/>
            <pc:sldMk cId="3503025964" sldId="264"/>
            <ac:spMk id="4" creationId="{1F06797E-AA3B-2383-5F8D-5074B61AB65F}"/>
          </ac:spMkLst>
        </pc:spChg>
        <pc:spChg chg="add mod">
          <ac:chgData name="Fernandez Ruiz, Beatriz" userId="c17f1ae3-fcbb-4e0c-a100-96fa69ccc7c1" providerId="ADAL" clId="{B571EC1E-34A6-46A0-9D0A-16D74338C3DF}" dt="2025-10-09T23:26:29.412" v="3703"/>
          <ac:spMkLst>
            <pc:docMk/>
            <pc:sldMk cId="3503025964" sldId="264"/>
            <ac:spMk id="5" creationId="{7B8AD611-3360-4131-9F65-598E78A21DBF}"/>
          </ac:spMkLst>
        </pc:spChg>
        <pc:picChg chg="mod">
          <ac:chgData name="Fernandez Ruiz, Beatriz" userId="c17f1ae3-fcbb-4e0c-a100-96fa69ccc7c1" providerId="ADAL" clId="{B571EC1E-34A6-46A0-9D0A-16D74338C3DF}" dt="2025-10-10T07:27:34.674" v="3957" actId="1076"/>
          <ac:picMkLst>
            <pc:docMk/>
            <pc:sldMk cId="3503025964" sldId="264"/>
            <ac:picMk id="3" creationId="{8D9896F6-75DC-B2E0-BE59-1FB01F355918}"/>
          </ac:picMkLst>
        </pc:picChg>
      </pc:sldChg>
      <pc:sldChg chg="addSp modSp add mod">
        <pc:chgData name="Fernandez Ruiz, Beatriz" userId="c17f1ae3-fcbb-4e0c-a100-96fa69ccc7c1" providerId="ADAL" clId="{B571EC1E-34A6-46A0-9D0A-16D74338C3DF}" dt="2025-10-10T07:27:20.417" v="3953" actId="1076"/>
        <pc:sldMkLst>
          <pc:docMk/>
          <pc:sldMk cId="3375953361" sldId="266"/>
        </pc:sldMkLst>
        <pc:spChg chg="mod">
          <ac:chgData name="Fernandez Ruiz, Beatriz" userId="c17f1ae3-fcbb-4e0c-a100-96fa69ccc7c1" providerId="ADAL" clId="{B571EC1E-34A6-46A0-9D0A-16D74338C3DF}" dt="2025-10-10T07:27:14.289" v="3951" actId="1076"/>
          <ac:spMkLst>
            <pc:docMk/>
            <pc:sldMk cId="3375953361" sldId="266"/>
            <ac:spMk id="4" creationId="{08477684-827F-715A-9D56-190DEC5F0084}"/>
          </ac:spMkLst>
        </pc:spChg>
        <pc:spChg chg="add mod">
          <ac:chgData name="Fernandez Ruiz, Beatriz" userId="c17f1ae3-fcbb-4e0c-a100-96fa69ccc7c1" providerId="ADAL" clId="{B571EC1E-34A6-46A0-9D0A-16D74338C3DF}" dt="2025-10-10T07:27:18.642" v="3952" actId="1076"/>
          <ac:spMkLst>
            <pc:docMk/>
            <pc:sldMk cId="3375953361" sldId="266"/>
            <ac:spMk id="5" creationId="{E7844BFA-B70C-4455-A378-95C93FEB7177}"/>
          </ac:spMkLst>
        </pc:spChg>
        <pc:picChg chg="mod">
          <ac:chgData name="Fernandez Ruiz, Beatriz" userId="c17f1ae3-fcbb-4e0c-a100-96fa69ccc7c1" providerId="ADAL" clId="{B571EC1E-34A6-46A0-9D0A-16D74338C3DF}" dt="2025-10-10T07:27:20.417" v="3953" actId="1076"/>
          <ac:picMkLst>
            <pc:docMk/>
            <pc:sldMk cId="3375953361" sldId="266"/>
            <ac:picMk id="3" creationId="{3B5CAF8E-E412-B6B9-A57A-DDBA3C50CB79}"/>
          </ac:picMkLst>
        </pc:picChg>
      </pc:sldChg>
      <pc:sldChg chg="addSp delSp modSp add mod delAnim modAnim">
        <pc:chgData name="Fernandez Ruiz, Beatriz" userId="c17f1ae3-fcbb-4e0c-a100-96fa69ccc7c1" providerId="ADAL" clId="{B571EC1E-34A6-46A0-9D0A-16D74338C3DF}" dt="2025-10-10T12:59:50.120" v="4407"/>
        <pc:sldMkLst>
          <pc:docMk/>
          <pc:sldMk cId="3349458299" sldId="309"/>
        </pc:sldMkLst>
        <pc:spChg chg="mod">
          <ac:chgData name="Fernandez Ruiz, Beatriz" userId="c17f1ae3-fcbb-4e0c-a100-96fa69ccc7c1" providerId="ADAL" clId="{B571EC1E-34A6-46A0-9D0A-16D74338C3DF}" dt="2025-10-09T20:16:49.928" v="454" actId="1076"/>
          <ac:spMkLst>
            <pc:docMk/>
            <pc:sldMk cId="3349458299" sldId="309"/>
            <ac:spMk id="2" creationId="{FF71C24D-F48E-4AAB-9AEF-9CCF3B4FE627}"/>
          </ac:spMkLst>
        </pc:spChg>
        <pc:spChg chg="add mod">
          <ac:chgData name="Fernandez Ruiz, Beatriz" userId="c17f1ae3-fcbb-4e0c-a100-96fa69ccc7c1" providerId="ADAL" clId="{B571EC1E-34A6-46A0-9D0A-16D74338C3DF}" dt="2025-10-10T06:49:26.039" v="3736" actId="20577"/>
          <ac:spMkLst>
            <pc:docMk/>
            <pc:sldMk cId="3349458299" sldId="309"/>
            <ac:spMk id="3" creationId="{FEC38302-C813-401E-8B6D-0F3537993007}"/>
          </ac:spMkLst>
        </pc:spChg>
        <pc:spChg chg="del mod">
          <ac:chgData name="Fernandez Ruiz, Beatriz" userId="c17f1ae3-fcbb-4e0c-a100-96fa69ccc7c1" providerId="ADAL" clId="{B571EC1E-34A6-46A0-9D0A-16D74338C3DF}" dt="2025-10-09T19:46:28.458" v="192" actId="478"/>
          <ac:spMkLst>
            <pc:docMk/>
            <pc:sldMk cId="3349458299" sldId="309"/>
            <ac:spMk id="7" creationId="{1F0E9CBF-4EC5-4BE2-9A03-2BF8D8639200}"/>
          </ac:spMkLst>
        </pc:spChg>
        <pc:spChg chg="mod">
          <ac:chgData name="Fernandez Ruiz, Beatriz" userId="c17f1ae3-fcbb-4e0c-a100-96fa69ccc7c1" providerId="ADAL" clId="{B571EC1E-34A6-46A0-9D0A-16D74338C3DF}" dt="2025-10-09T19:46:10.031" v="186" actId="1076"/>
          <ac:spMkLst>
            <pc:docMk/>
            <pc:sldMk cId="3349458299" sldId="309"/>
            <ac:spMk id="8" creationId="{2D33090D-5BB3-4060-A555-BA6B878A23A8}"/>
          </ac:spMkLst>
        </pc:spChg>
        <pc:spChg chg="mod">
          <ac:chgData name="Fernandez Ruiz, Beatriz" userId="c17f1ae3-fcbb-4e0c-a100-96fa69ccc7c1" providerId="ADAL" clId="{B571EC1E-34A6-46A0-9D0A-16D74338C3DF}" dt="2025-10-09T19:46:26.351" v="191" actId="1076"/>
          <ac:spMkLst>
            <pc:docMk/>
            <pc:sldMk cId="3349458299" sldId="309"/>
            <ac:spMk id="43" creationId="{2A9C2E6A-1BF8-4B40-AE97-9A4D5DCC8D97}"/>
          </ac:spMkLst>
        </pc:spChg>
        <pc:spChg chg="mod">
          <ac:chgData name="Fernandez Ruiz, Beatriz" userId="c17f1ae3-fcbb-4e0c-a100-96fa69ccc7c1" providerId="ADAL" clId="{B571EC1E-34A6-46A0-9D0A-16D74338C3DF}" dt="2025-10-09T19:46:26.351" v="191" actId="1076"/>
          <ac:spMkLst>
            <pc:docMk/>
            <pc:sldMk cId="3349458299" sldId="309"/>
            <ac:spMk id="45" creationId="{095ECFE0-B3FF-42ED-8753-9AD3258DB482}"/>
          </ac:spMkLst>
        </pc:spChg>
        <pc:spChg chg="del">
          <ac:chgData name="Fernandez Ruiz, Beatriz" userId="c17f1ae3-fcbb-4e0c-a100-96fa69ccc7c1" providerId="ADAL" clId="{B571EC1E-34A6-46A0-9D0A-16D74338C3DF}" dt="2025-10-09T19:48:55.984" v="296" actId="478"/>
          <ac:spMkLst>
            <pc:docMk/>
            <pc:sldMk cId="3349458299" sldId="309"/>
            <ac:spMk id="72" creationId="{D9C03757-11DE-47CA-82E1-5EF7D1EB80BD}"/>
          </ac:spMkLst>
        </pc:spChg>
        <pc:spChg chg="mod">
          <ac:chgData name="Fernandez Ruiz, Beatriz" userId="c17f1ae3-fcbb-4e0c-a100-96fa69ccc7c1" providerId="ADAL" clId="{B571EC1E-34A6-46A0-9D0A-16D74338C3DF}" dt="2025-10-09T21:04:50.016" v="885" actId="122"/>
          <ac:spMkLst>
            <pc:docMk/>
            <pc:sldMk cId="3349458299" sldId="309"/>
            <ac:spMk id="73" creationId="{EEF5B4DF-EB1A-41B0-80E2-8011C578C72B}"/>
          </ac:spMkLst>
        </pc:spChg>
        <pc:spChg chg="mod">
          <ac:chgData name="Fernandez Ruiz, Beatriz" userId="c17f1ae3-fcbb-4e0c-a100-96fa69ccc7c1" providerId="ADAL" clId="{B571EC1E-34A6-46A0-9D0A-16D74338C3DF}" dt="2025-10-09T19:46:19.469" v="189" actId="1076"/>
          <ac:spMkLst>
            <pc:docMk/>
            <pc:sldMk cId="3349458299" sldId="309"/>
            <ac:spMk id="75" creationId="{28363DCE-6C8F-4D80-8663-9144EF9BCB27}"/>
          </ac:spMkLst>
        </pc:spChg>
        <pc:grpChg chg="mod">
          <ac:chgData name="Fernandez Ruiz, Beatriz" userId="c17f1ae3-fcbb-4e0c-a100-96fa69ccc7c1" providerId="ADAL" clId="{B571EC1E-34A6-46A0-9D0A-16D74338C3DF}" dt="2025-10-09T19:46:26.351" v="191" actId="1076"/>
          <ac:grpSpMkLst>
            <pc:docMk/>
            <pc:sldMk cId="3349458299" sldId="309"/>
            <ac:grpSpMk id="5" creationId="{343C2BA3-614E-476A-B9A0-FB393CF5B3F5}"/>
          </ac:grpSpMkLst>
        </pc:grpChg>
        <pc:grpChg chg="mod">
          <ac:chgData name="Fernandez Ruiz, Beatriz" userId="c17f1ae3-fcbb-4e0c-a100-96fa69ccc7c1" providerId="ADAL" clId="{B571EC1E-34A6-46A0-9D0A-16D74338C3DF}" dt="2025-10-09T19:46:26.351" v="191" actId="1076"/>
          <ac:grpSpMkLst>
            <pc:docMk/>
            <pc:sldMk cId="3349458299" sldId="309"/>
            <ac:grpSpMk id="48" creationId="{B9A594FB-CC89-48A5-B461-2D3405B09D82}"/>
          </ac:grpSpMkLst>
        </pc:grpChg>
        <pc:picChg chg="mod">
          <ac:chgData name="Fernandez Ruiz, Beatriz" userId="c17f1ae3-fcbb-4e0c-a100-96fa69ccc7c1" providerId="ADAL" clId="{B571EC1E-34A6-46A0-9D0A-16D74338C3DF}" dt="2025-10-09T19:46:31.207" v="193" actId="1076"/>
          <ac:picMkLst>
            <pc:docMk/>
            <pc:sldMk cId="3349458299" sldId="309"/>
            <ac:picMk id="47" creationId="{B15C4FC7-3CD7-4A6E-9334-6E6021A5FFE5}"/>
          </ac:picMkLst>
        </pc:picChg>
      </pc:sldChg>
      <pc:sldChg chg="addSp modSp add mod ord">
        <pc:chgData name="Fernandez Ruiz, Beatriz" userId="c17f1ae3-fcbb-4e0c-a100-96fa69ccc7c1" providerId="ADAL" clId="{B571EC1E-34A6-46A0-9D0A-16D74338C3DF}" dt="2025-10-10T07:28:27.530" v="3974" actId="1076"/>
        <pc:sldMkLst>
          <pc:docMk/>
          <pc:sldMk cId="1385986375" sldId="743"/>
        </pc:sldMkLst>
        <pc:spChg chg="mod">
          <ac:chgData name="Fernandez Ruiz, Beatriz" userId="c17f1ae3-fcbb-4e0c-a100-96fa69ccc7c1" providerId="ADAL" clId="{B571EC1E-34A6-46A0-9D0A-16D74338C3DF}" dt="2025-10-10T07:28:27.530" v="3974" actId="1076"/>
          <ac:spMkLst>
            <pc:docMk/>
            <pc:sldMk cId="1385986375" sldId="743"/>
            <ac:spMk id="5" creationId="{146391CA-BE93-4739-83E6-6E54DDCA657C}"/>
          </ac:spMkLst>
        </pc:spChg>
        <pc:spChg chg="add mod">
          <ac:chgData name="Fernandez Ruiz, Beatriz" userId="c17f1ae3-fcbb-4e0c-a100-96fa69ccc7c1" providerId="ADAL" clId="{B571EC1E-34A6-46A0-9D0A-16D74338C3DF}" dt="2025-10-09T23:38:50.797" v="3716"/>
          <ac:spMkLst>
            <pc:docMk/>
            <pc:sldMk cId="1385986375" sldId="743"/>
            <ac:spMk id="10" creationId="{AF7692F0-D3E1-4497-A253-BF62FD5A32A6}"/>
          </ac:spMkLst>
        </pc:spChg>
      </pc:sldChg>
      <pc:sldChg chg="add del">
        <pc:chgData name="Fernandez Ruiz, Beatriz" userId="c17f1ae3-fcbb-4e0c-a100-96fa69ccc7c1" providerId="ADAL" clId="{B571EC1E-34A6-46A0-9D0A-16D74338C3DF}" dt="2025-10-09T22:58:54.312" v="3482" actId="47"/>
        <pc:sldMkLst>
          <pc:docMk/>
          <pc:sldMk cId="647938078" sldId="786"/>
        </pc:sldMkLst>
      </pc:sldChg>
      <pc:sldChg chg="addSp delSp modSp new mod modAnim">
        <pc:chgData name="Fernandez Ruiz, Beatriz" userId="c17f1ae3-fcbb-4e0c-a100-96fa69ccc7c1" providerId="ADAL" clId="{B571EC1E-34A6-46A0-9D0A-16D74338C3DF}" dt="2025-10-10T11:04:08.694" v="4393" actId="21"/>
        <pc:sldMkLst>
          <pc:docMk/>
          <pc:sldMk cId="388563015" sldId="787"/>
        </pc:sldMkLst>
        <pc:spChg chg="del">
          <ac:chgData name="Fernandez Ruiz, Beatriz" userId="c17f1ae3-fcbb-4e0c-a100-96fa69ccc7c1" providerId="ADAL" clId="{B571EC1E-34A6-46A0-9D0A-16D74338C3DF}" dt="2025-10-09T20:16:45.854" v="453" actId="478"/>
          <ac:spMkLst>
            <pc:docMk/>
            <pc:sldMk cId="388563015" sldId="787"/>
            <ac:spMk id="2" creationId="{113C35ED-3CBF-4F0B-90FF-580C43F7B160}"/>
          </ac:spMkLst>
        </pc:spChg>
        <pc:spChg chg="del">
          <ac:chgData name="Fernandez Ruiz, Beatriz" userId="c17f1ae3-fcbb-4e0c-a100-96fa69ccc7c1" providerId="ADAL" clId="{B571EC1E-34A6-46A0-9D0A-16D74338C3DF}" dt="2025-10-09T20:16:45.854" v="453" actId="478"/>
          <ac:spMkLst>
            <pc:docMk/>
            <pc:sldMk cId="388563015" sldId="787"/>
            <ac:spMk id="3" creationId="{6AA9BD40-F444-4728-A3E7-AFA44A45E9F9}"/>
          </ac:spMkLst>
        </pc:spChg>
        <pc:spChg chg="add mod">
          <ac:chgData name="Fernandez Ruiz, Beatriz" userId="c17f1ae3-fcbb-4e0c-a100-96fa69ccc7c1" providerId="ADAL" clId="{B571EC1E-34A6-46A0-9D0A-16D74338C3DF}" dt="2025-10-09T20:50:15.995" v="537" actId="1076"/>
          <ac:spMkLst>
            <pc:docMk/>
            <pc:sldMk cId="388563015" sldId="787"/>
            <ac:spMk id="4" creationId="{0C3A4EFE-4AF1-4A27-8736-A490E58A5B6F}"/>
          </ac:spMkLst>
        </pc:spChg>
        <pc:spChg chg="add mod">
          <ac:chgData name="Fernandez Ruiz, Beatriz" userId="c17f1ae3-fcbb-4e0c-a100-96fa69ccc7c1" providerId="ADAL" clId="{B571EC1E-34A6-46A0-9D0A-16D74338C3DF}" dt="2025-10-10T11:04:08.694" v="4393" actId="21"/>
          <ac:spMkLst>
            <pc:docMk/>
            <pc:sldMk cId="388563015" sldId="787"/>
            <ac:spMk id="7" creationId="{272A07D3-F32D-4FA1-8F5D-E480D3E47B77}"/>
          </ac:spMkLst>
        </pc:spChg>
        <pc:spChg chg="add mod">
          <ac:chgData name="Fernandez Ruiz, Beatriz" userId="c17f1ae3-fcbb-4e0c-a100-96fa69ccc7c1" providerId="ADAL" clId="{B571EC1E-34A6-46A0-9D0A-16D74338C3DF}" dt="2025-10-10T07:03:37.720" v="3754" actId="20577"/>
          <ac:spMkLst>
            <pc:docMk/>
            <pc:sldMk cId="388563015" sldId="787"/>
            <ac:spMk id="10" creationId="{87D3FBF1-873C-4148-AE0A-349F75ECACA0}"/>
          </ac:spMkLst>
        </pc:spChg>
        <pc:spChg chg="add mod">
          <ac:chgData name="Fernandez Ruiz, Beatriz" userId="c17f1ae3-fcbb-4e0c-a100-96fa69ccc7c1" providerId="ADAL" clId="{B571EC1E-34A6-46A0-9D0A-16D74338C3DF}" dt="2025-10-09T22:53:31.835" v="3307" actId="1076"/>
          <ac:spMkLst>
            <pc:docMk/>
            <pc:sldMk cId="388563015" sldId="787"/>
            <ac:spMk id="11" creationId="{31B2D52F-ABE2-45BC-9D27-C11C78B7C044}"/>
          </ac:spMkLst>
        </pc:spChg>
        <pc:picChg chg="add mod">
          <ac:chgData name="Fernandez Ruiz, Beatriz" userId="c17f1ae3-fcbb-4e0c-a100-96fa69ccc7c1" providerId="ADAL" clId="{B571EC1E-34A6-46A0-9D0A-16D74338C3DF}" dt="2025-10-09T20:50:13.237" v="536" actId="1076"/>
          <ac:picMkLst>
            <pc:docMk/>
            <pc:sldMk cId="388563015" sldId="787"/>
            <ac:picMk id="6" creationId="{7583F4E1-92AF-4EDA-A539-98849C7FF708}"/>
          </ac:picMkLst>
        </pc:picChg>
        <pc:picChg chg="add mod">
          <ac:chgData name="Fernandez Ruiz, Beatriz" userId="c17f1ae3-fcbb-4e0c-a100-96fa69ccc7c1" providerId="ADAL" clId="{B571EC1E-34A6-46A0-9D0A-16D74338C3DF}" dt="2025-10-09T22:53:28.329" v="3306" actId="1076"/>
          <ac:picMkLst>
            <pc:docMk/>
            <pc:sldMk cId="388563015" sldId="787"/>
            <ac:picMk id="9" creationId="{9E765E6D-B296-40ED-84FD-117436F7FB33}"/>
          </ac:picMkLst>
        </pc:picChg>
      </pc:sldChg>
      <pc:sldChg chg="addSp delSp modSp new del mod ord">
        <pc:chgData name="Fernandez Ruiz, Beatriz" userId="c17f1ae3-fcbb-4e0c-a100-96fa69ccc7c1" providerId="ADAL" clId="{B571EC1E-34A6-46A0-9D0A-16D74338C3DF}" dt="2025-10-09T22:53:49.201" v="3308" actId="47"/>
        <pc:sldMkLst>
          <pc:docMk/>
          <pc:sldMk cId="2964546388" sldId="788"/>
        </pc:sldMkLst>
        <pc:spChg chg="del">
          <ac:chgData name="Fernandez Ruiz, Beatriz" userId="c17f1ae3-fcbb-4e0c-a100-96fa69ccc7c1" providerId="ADAL" clId="{B571EC1E-34A6-46A0-9D0A-16D74338C3DF}" dt="2025-10-09T20:58:59.278" v="541" actId="478"/>
          <ac:spMkLst>
            <pc:docMk/>
            <pc:sldMk cId="2964546388" sldId="788"/>
            <ac:spMk id="2" creationId="{E2300209-6B04-41ED-A875-ED28062021CE}"/>
          </ac:spMkLst>
        </pc:spChg>
        <pc:spChg chg="del">
          <ac:chgData name="Fernandez Ruiz, Beatriz" userId="c17f1ae3-fcbb-4e0c-a100-96fa69ccc7c1" providerId="ADAL" clId="{B571EC1E-34A6-46A0-9D0A-16D74338C3DF}" dt="2025-10-09T20:58:59.278" v="541" actId="478"/>
          <ac:spMkLst>
            <pc:docMk/>
            <pc:sldMk cId="2964546388" sldId="788"/>
            <ac:spMk id="3" creationId="{A7F94B49-7313-46D3-89A2-4BDDDC9551FC}"/>
          </ac:spMkLst>
        </pc:spChg>
        <pc:spChg chg="add del mod">
          <ac:chgData name="Fernandez Ruiz, Beatriz" userId="c17f1ae3-fcbb-4e0c-a100-96fa69ccc7c1" providerId="ADAL" clId="{B571EC1E-34A6-46A0-9D0A-16D74338C3DF}" dt="2025-10-09T20:59:03.748" v="544"/>
          <ac:spMkLst>
            <pc:docMk/>
            <pc:sldMk cId="2964546388" sldId="788"/>
            <ac:spMk id="4" creationId="{B3B5D752-ED59-4296-BECF-466E3C7ACE64}"/>
          </ac:spMkLst>
        </pc:spChg>
        <pc:spChg chg="add mod">
          <ac:chgData name="Fernandez Ruiz, Beatriz" userId="c17f1ae3-fcbb-4e0c-a100-96fa69ccc7c1" providerId="ADAL" clId="{B571EC1E-34A6-46A0-9D0A-16D74338C3DF}" dt="2025-10-09T20:59:36.029" v="603" actId="14100"/>
          <ac:spMkLst>
            <pc:docMk/>
            <pc:sldMk cId="2964546388" sldId="788"/>
            <ac:spMk id="5" creationId="{4C516144-EEF7-40CC-956A-456756B331DA}"/>
          </ac:spMkLst>
        </pc:spChg>
        <pc:spChg chg="add mod">
          <ac:chgData name="Fernandez Ruiz, Beatriz" userId="c17f1ae3-fcbb-4e0c-a100-96fa69ccc7c1" providerId="ADAL" clId="{B571EC1E-34A6-46A0-9D0A-16D74338C3DF}" dt="2025-10-09T21:10:07.769" v="1024" actId="1076"/>
          <ac:spMkLst>
            <pc:docMk/>
            <pc:sldMk cId="2964546388" sldId="788"/>
            <ac:spMk id="6" creationId="{83397553-6FB9-4F52-ADB9-96B9FC8C6999}"/>
          </ac:spMkLst>
        </pc:spChg>
        <pc:spChg chg="add del mod">
          <ac:chgData name="Fernandez Ruiz, Beatriz" userId="c17f1ae3-fcbb-4e0c-a100-96fa69ccc7c1" providerId="ADAL" clId="{B571EC1E-34A6-46A0-9D0A-16D74338C3DF}" dt="2025-10-09T21:05:36.932" v="892" actId="478"/>
          <ac:spMkLst>
            <pc:docMk/>
            <pc:sldMk cId="2964546388" sldId="788"/>
            <ac:spMk id="10" creationId="{6BD3EF5A-7E24-46DF-BE23-89774EFB6E2A}"/>
          </ac:spMkLst>
        </pc:spChg>
        <pc:spChg chg="add del mod">
          <ac:chgData name="Fernandez Ruiz, Beatriz" userId="c17f1ae3-fcbb-4e0c-a100-96fa69ccc7c1" providerId="ADAL" clId="{B571EC1E-34A6-46A0-9D0A-16D74338C3DF}" dt="2025-10-09T21:05:47.287" v="893" actId="478"/>
          <ac:spMkLst>
            <pc:docMk/>
            <pc:sldMk cId="2964546388" sldId="788"/>
            <ac:spMk id="11" creationId="{95DC2C09-11FE-42AE-8CC8-51E04244058E}"/>
          </ac:spMkLst>
        </pc:spChg>
        <pc:spChg chg="add del mod">
          <ac:chgData name="Fernandez Ruiz, Beatriz" userId="c17f1ae3-fcbb-4e0c-a100-96fa69ccc7c1" providerId="ADAL" clId="{B571EC1E-34A6-46A0-9D0A-16D74338C3DF}" dt="2025-10-09T21:05:31.595" v="890" actId="478"/>
          <ac:spMkLst>
            <pc:docMk/>
            <pc:sldMk cId="2964546388" sldId="788"/>
            <ac:spMk id="12" creationId="{0293310B-2B33-444F-AFC7-F67464AB6A7D}"/>
          </ac:spMkLst>
        </pc:spChg>
        <pc:spChg chg="add del mod">
          <ac:chgData name="Fernandez Ruiz, Beatriz" userId="c17f1ae3-fcbb-4e0c-a100-96fa69ccc7c1" providerId="ADAL" clId="{B571EC1E-34A6-46A0-9D0A-16D74338C3DF}" dt="2025-10-09T21:08:45.494" v="1006" actId="478"/>
          <ac:spMkLst>
            <pc:docMk/>
            <pc:sldMk cId="2964546388" sldId="788"/>
            <ac:spMk id="13" creationId="{7496FD41-319B-4D7C-8AB4-4E844168AF7A}"/>
          </ac:spMkLst>
        </pc:spChg>
        <pc:spChg chg="add del mod">
          <ac:chgData name="Fernandez Ruiz, Beatriz" userId="c17f1ae3-fcbb-4e0c-a100-96fa69ccc7c1" providerId="ADAL" clId="{B571EC1E-34A6-46A0-9D0A-16D74338C3DF}" dt="2025-10-09T21:05:31.595" v="890" actId="478"/>
          <ac:spMkLst>
            <pc:docMk/>
            <pc:sldMk cId="2964546388" sldId="788"/>
            <ac:spMk id="14" creationId="{EE628A93-22D0-4006-B25C-CA52FE42C411}"/>
          </ac:spMkLst>
        </pc:spChg>
        <pc:spChg chg="add del mod">
          <ac:chgData name="Fernandez Ruiz, Beatriz" userId="c17f1ae3-fcbb-4e0c-a100-96fa69ccc7c1" providerId="ADAL" clId="{B571EC1E-34A6-46A0-9D0A-16D74338C3DF}" dt="2025-10-09T21:08:45.494" v="1006" actId="478"/>
          <ac:spMkLst>
            <pc:docMk/>
            <pc:sldMk cId="2964546388" sldId="788"/>
            <ac:spMk id="15" creationId="{0B4575A1-9056-4B23-956D-3FE02B5B273F}"/>
          </ac:spMkLst>
        </pc:spChg>
        <pc:spChg chg="add mod">
          <ac:chgData name="Fernandez Ruiz, Beatriz" userId="c17f1ae3-fcbb-4e0c-a100-96fa69ccc7c1" providerId="ADAL" clId="{B571EC1E-34A6-46A0-9D0A-16D74338C3DF}" dt="2025-10-09T21:39:32.941" v="1863" actId="20577"/>
          <ac:spMkLst>
            <pc:docMk/>
            <pc:sldMk cId="2964546388" sldId="788"/>
            <ac:spMk id="16" creationId="{FBA2C7CC-75AB-4577-A967-36C359290229}"/>
          </ac:spMkLst>
        </pc:spChg>
        <pc:spChg chg="add mod">
          <ac:chgData name="Fernandez Ruiz, Beatriz" userId="c17f1ae3-fcbb-4e0c-a100-96fa69ccc7c1" providerId="ADAL" clId="{B571EC1E-34A6-46A0-9D0A-16D74338C3DF}" dt="2025-10-09T21:10:43.668" v="1102" actId="1076"/>
          <ac:spMkLst>
            <pc:docMk/>
            <pc:sldMk cId="2964546388" sldId="788"/>
            <ac:spMk id="18" creationId="{EB436CC9-F63F-47B3-A4D0-7A4C36150DBC}"/>
          </ac:spMkLst>
        </pc:spChg>
        <pc:spChg chg="add mod">
          <ac:chgData name="Fernandez Ruiz, Beatriz" userId="c17f1ae3-fcbb-4e0c-a100-96fa69ccc7c1" providerId="ADAL" clId="{B571EC1E-34A6-46A0-9D0A-16D74338C3DF}" dt="2025-10-09T21:10:43.668" v="1102" actId="1076"/>
          <ac:spMkLst>
            <pc:docMk/>
            <pc:sldMk cId="2964546388" sldId="788"/>
            <ac:spMk id="19" creationId="{093E5EC8-DB21-4FD2-AE09-32C611A97685}"/>
          </ac:spMkLst>
        </pc:spChg>
        <pc:spChg chg="add mod">
          <ac:chgData name="Fernandez Ruiz, Beatriz" userId="c17f1ae3-fcbb-4e0c-a100-96fa69ccc7c1" providerId="ADAL" clId="{B571EC1E-34A6-46A0-9D0A-16D74338C3DF}" dt="2025-10-09T21:10:43.668" v="1102" actId="1076"/>
          <ac:spMkLst>
            <pc:docMk/>
            <pc:sldMk cId="2964546388" sldId="788"/>
            <ac:spMk id="20" creationId="{37956501-5922-43FD-9522-59596EF833C9}"/>
          </ac:spMkLst>
        </pc:spChg>
        <pc:spChg chg="add mod">
          <ac:chgData name="Fernandez Ruiz, Beatriz" userId="c17f1ae3-fcbb-4e0c-a100-96fa69ccc7c1" providerId="ADAL" clId="{B571EC1E-34A6-46A0-9D0A-16D74338C3DF}" dt="2025-10-09T21:10:43.668" v="1102" actId="1076"/>
          <ac:spMkLst>
            <pc:docMk/>
            <pc:sldMk cId="2964546388" sldId="788"/>
            <ac:spMk id="21" creationId="{5B3561F6-602B-4505-8D47-BD3F91269460}"/>
          </ac:spMkLst>
        </pc:spChg>
        <pc:spChg chg="add mod">
          <ac:chgData name="Fernandez Ruiz, Beatriz" userId="c17f1ae3-fcbb-4e0c-a100-96fa69ccc7c1" providerId="ADAL" clId="{B571EC1E-34A6-46A0-9D0A-16D74338C3DF}" dt="2025-10-09T21:10:43.668" v="1102" actId="1076"/>
          <ac:spMkLst>
            <pc:docMk/>
            <pc:sldMk cId="2964546388" sldId="788"/>
            <ac:spMk id="22" creationId="{078250D2-717E-4B08-968C-60B897ED204A}"/>
          </ac:spMkLst>
        </pc:spChg>
        <pc:spChg chg="add mod">
          <ac:chgData name="Fernandez Ruiz, Beatriz" userId="c17f1ae3-fcbb-4e0c-a100-96fa69ccc7c1" providerId="ADAL" clId="{B571EC1E-34A6-46A0-9D0A-16D74338C3DF}" dt="2025-10-09T21:10:43.668" v="1102" actId="1076"/>
          <ac:spMkLst>
            <pc:docMk/>
            <pc:sldMk cId="2964546388" sldId="788"/>
            <ac:spMk id="23" creationId="{03EAFA8A-00DF-4559-BFDC-9D8DF911909D}"/>
          </ac:spMkLst>
        </pc:spChg>
        <pc:spChg chg="add mod">
          <ac:chgData name="Fernandez Ruiz, Beatriz" userId="c17f1ae3-fcbb-4e0c-a100-96fa69ccc7c1" providerId="ADAL" clId="{B571EC1E-34A6-46A0-9D0A-16D74338C3DF}" dt="2025-10-09T21:10:37.427" v="1101" actId="20577"/>
          <ac:spMkLst>
            <pc:docMk/>
            <pc:sldMk cId="2964546388" sldId="788"/>
            <ac:spMk id="25" creationId="{2AC4AFBF-C8A9-4667-9B0C-4C390A9AE0D2}"/>
          </ac:spMkLst>
        </pc:spChg>
        <pc:spChg chg="add mod">
          <ac:chgData name="Fernandez Ruiz, Beatriz" userId="c17f1ae3-fcbb-4e0c-a100-96fa69ccc7c1" providerId="ADAL" clId="{B571EC1E-34A6-46A0-9D0A-16D74338C3DF}" dt="2025-10-09T22:35:20.928" v="2468" actId="1076"/>
          <ac:spMkLst>
            <pc:docMk/>
            <pc:sldMk cId="2964546388" sldId="788"/>
            <ac:spMk id="26" creationId="{4E60BC1C-24AE-4DC0-8ABE-15CE7F3F55A2}"/>
          </ac:spMkLst>
        </pc:spChg>
        <pc:picChg chg="add del mod">
          <ac:chgData name="Fernandez Ruiz, Beatriz" userId="c17f1ae3-fcbb-4e0c-a100-96fa69ccc7c1" providerId="ADAL" clId="{B571EC1E-34A6-46A0-9D0A-16D74338C3DF}" dt="2025-10-09T21:09:35.380" v="1021" actId="478"/>
          <ac:picMkLst>
            <pc:docMk/>
            <pc:sldMk cId="2964546388" sldId="788"/>
            <ac:picMk id="7" creationId="{76877E15-3487-419C-8DA2-25819F621CED}"/>
          </ac:picMkLst>
        </pc:picChg>
        <pc:picChg chg="add del mod">
          <ac:chgData name="Fernandez Ruiz, Beatriz" userId="c17f1ae3-fcbb-4e0c-a100-96fa69ccc7c1" providerId="ADAL" clId="{B571EC1E-34A6-46A0-9D0A-16D74338C3DF}" dt="2025-10-09T21:09:35.380" v="1021" actId="478"/>
          <ac:picMkLst>
            <pc:docMk/>
            <pc:sldMk cId="2964546388" sldId="788"/>
            <ac:picMk id="8" creationId="{A7E5F700-F8F7-4D1F-94D5-DC120445CBBD}"/>
          </ac:picMkLst>
        </pc:picChg>
        <pc:picChg chg="add del mod">
          <ac:chgData name="Fernandez Ruiz, Beatriz" userId="c17f1ae3-fcbb-4e0c-a100-96fa69ccc7c1" providerId="ADAL" clId="{B571EC1E-34A6-46A0-9D0A-16D74338C3DF}" dt="2025-10-09T21:08:45.494" v="1006" actId="478"/>
          <ac:picMkLst>
            <pc:docMk/>
            <pc:sldMk cId="2964546388" sldId="788"/>
            <ac:picMk id="9" creationId="{DC995FE6-9DB4-4097-B2DD-A30F2D45B9E5}"/>
          </ac:picMkLst>
        </pc:picChg>
        <pc:picChg chg="add mod">
          <ac:chgData name="Fernandez Ruiz, Beatriz" userId="c17f1ae3-fcbb-4e0c-a100-96fa69ccc7c1" providerId="ADAL" clId="{B571EC1E-34A6-46A0-9D0A-16D74338C3DF}" dt="2025-10-09T21:10:43.668" v="1102" actId="1076"/>
          <ac:picMkLst>
            <pc:docMk/>
            <pc:sldMk cId="2964546388" sldId="788"/>
            <ac:picMk id="17" creationId="{8DD03056-36B9-4F65-8B00-9CE2FCD6E799}"/>
          </ac:picMkLst>
        </pc:picChg>
        <pc:picChg chg="add mod">
          <ac:chgData name="Fernandez Ruiz, Beatriz" userId="c17f1ae3-fcbb-4e0c-a100-96fa69ccc7c1" providerId="ADAL" clId="{B571EC1E-34A6-46A0-9D0A-16D74338C3DF}" dt="2025-10-09T21:10:45.050" v="1103" actId="1076"/>
          <ac:picMkLst>
            <pc:docMk/>
            <pc:sldMk cId="2964546388" sldId="788"/>
            <ac:picMk id="24" creationId="{78952AD7-A4CE-4305-891C-AB3556AC5CEB}"/>
          </ac:picMkLst>
        </pc:picChg>
      </pc:sldChg>
      <pc:sldChg chg="addSp delSp modSp new mod ord modAnim">
        <pc:chgData name="Fernandez Ruiz, Beatriz" userId="c17f1ae3-fcbb-4e0c-a100-96fa69ccc7c1" providerId="ADAL" clId="{B571EC1E-34A6-46A0-9D0A-16D74338C3DF}" dt="2025-10-10T13:00:06.393" v="4408"/>
        <pc:sldMkLst>
          <pc:docMk/>
          <pc:sldMk cId="833676759" sldId="789"/>
        </pc:sldMkLst>
        <pc:spChg chg="del">
          <ac:chgData name="Fernandez Ruiz, Beatriz" userId="c17f1ae3-fcbb-4e0c-a100-96fa69ccc7c1" providerId="ADAL" clId="{B571EC1E-34A6-46A0-9D0A-16D74338C3DF}" dt="2025-10-09T21:31:21.510" v="1667" actId="478"/>
          <ac:spMkLst>
            <pc:docMk/>
            <pc:sldMk cId="833676759" sldId="789"/>
            <ac:spMk id="2" creationId="{795C9209-76E7-4FC1-B38C-E3C2A4A0D900}"/>
          </ac:spMkLst>
        </pc:spChg>
        <pc:spChg chg="del">
          <ac:chgData name="Fernandez Ruiz, Beatriz" userId="c17f1ae3-fcbb-4e0c-a100-96fa69ccc7c1" providerId="ADAL" clId="{B571EC1E-34A6-46A0-9D0A-16D74338C3DF}" dt="2025-10-09T21:31:21.510" v="1667" actId="478"/>
          <ac:spMkLst>
            <pc:docMk/>
            <pc:sldMk cId="833676759" sldId="789"/>
            <ac:spMk id="3" creationId="{D14EE448-F5A9-4B1C-932F-D4CDBC9C18BA}"/>
          </ac:spMkLst>
        </pc:spChg>
        <pc:spChg chg="add mod">
          <ac:chgData name="Fernandez Ruiz, Beatriz" userId="c17f1ae3-fcbb-4e0c-a100-96fa69ccc7c1" providerId="ADAL" clId="{B571EC1E-34A6-46A0-9D0A-16D74338C3DF}" dt="2025-10-09T22:29:15.540" v="2403" actId="1076"/>
          <ac:spMkLst>
            <pc:docMk/>
            <pc:sldMk cId="833676759" sldId="789"/>
            <ac:spMk id="8" creationId="{E5A15797-F2A8-48C0-AF47-E5512B1AAE80}"/>
          </ac:spMkLst>
        </pc:spChg>
        <pc:spChg chg="add mod">
          <ac:chgData name="Fernandez Ruiz, Beatriz" userId="c17f1ae3-fcbb-4e0c-a100-96fa69ccc7c1" providerId="ADAL" clId="{B571EC1E-34A6-46A0-9D0A-16D74338C3DF}" dt="2025-10-10T11:04:25.088" v="4394" actId="21"/>
          <ac:spMkLst>
            <pc:docMk/>
            <pc:sldMk cId="833676759" sldId="789"/>
            <ac:spMk id="9" creationId="{5C66674F-BCF2-4A1A-A0E6-20F305FDFD1E}"/>
          </ac:spMkLst>
        </pc:spChg>
        <pc:spChg chg="add mod">
          <ac:chgData name="Fernandez Ruiz, Beatriz" userId="c17f1ae3-fcbb-4e0c-a100-96fa69ccc7c1" providerId="ADAL" clId="{B571EC1E-34A6-46A0-9D0A-16D74338C3DF}" dt="2025-10-09T22:55:39.980" v="3315" actId="1076"/>
          <ac:spMkLst>
            <pc:docMk/>
            <pc:sldMk cId="833676759" sldId="789"/>
            <ac:spMk id="10" creationId="{53521475-A05D-456A-921D-3999B24A59C6}"/>
          </ac:spMkLst>
        </pc:spChg>
        <pc:spChg chg="add mod">
          <ac:chgData name="Fernandez Ruiz, Beatriz" userId="c17f1ae3-fcbb-4e0c-a100-96fa69ccc7c1" providerId="ADAL" clId="{B571EC1E-34A6-46A0-9D0A-16D74338C3DF}" dt="2025-10-09T22:34:52.068" v="2466" actId="20577"/>
          <ac:spMkLst>
            <pc:docMk/>
            <pc:sldMk cId="833676759" sldId="789"/>
            <ac:spMk id="11" creationId="{3C476CFA-9545-4190-AB1F-8C9C72245C6B}"/>
          </ac:spMkLst>
        </pc:spChg>
        <pc:spChg chg="add del mod">
          <ac:chgData name="Fernandez Ruiz, Beatriz" userId="c17f1ae3-fcbb-4e0c-a100-96fa69ccc7c1" providerId="ADAL" clId="{B571EC1E-34A6-46A0-9D0A-16D74338C3DF}" dt="2025-10-09T22:51:47.231" v="3291" actId="21"/>
          <ac:spMkLst>
            <pc:docMk/>
            <pc:sldMk cId="833676759" sldId="789"/>
            <ac:spMk id="12" creationId="{A0C503BD-9078-48BF-B8A3-9CD05E2DA340}"/>
          </ac:spMkLst>
        </pc:spChg>
        <pc:spChg chg="add mod">
          <ac:chgData name="Fernandez Ruiz, Beatriz" userId="c17f1ae3-fcbb-4e0c-a100-96fa69ccc7c1" providerId="ADAL" clId="{B571EC1E-34A6-46A0-9D0A-16D74338C3DF}" dt="2025-10-09T22:56:07.363" v="3332" actId="1076"/>
          <ac:spMkLst>
            <pc:docMk/>
            <pc:sldMk cId="833676759" sldId="789"/>
            <ac:spMk id="13" creationId="{F1F6018F-6339-4E68-85B0-8237BF0BAB02}"/>
          </ac:spMkLst>
        </pc:spChg>
        <pc:picChg chg="add mod">
          <ac:chgData name="Fernandez Ruiz, Beatriz" userId="c17f1ae3-fcbb-4e0c-a100-96fa69ccc7c1" providerId="ADAL" clId="{B571EC1E-34A6-46A0-9D0A-16D74338C3DF}" dt="2025-10-09T21:55:02.766" v="2134" actId="14100"/>
          <ac:picMkLst>
            <pc:docMk/>
            <pc:sldMk cId="833676759" sldId="789"/>
            <ac:picMk id="5" creationId="{E3BF549D-39BE-487F-AA8A-1A72BD645565}"/>
          </ac:picMkLst>
        </pc:picChg>
        <pc:picChg chg="add mod">
          <ac:chgData name="Fernandez Ruiz, Beatriz" userId="c17f1ae3-fcbb-4e0c-a100-96fa69ccc7c1" providerId="ADAL" clId="{B571EC1E-34A6-46A0-9D0A-16D74338C3DF}" dt="2025-10-09T22:29:12.402" v="2402" actId="1076"/>
          <ac:picMkLst>
            <pc:docMk/>
            <pc:sldMk cId="833676759" sldId="789"/>
            <ac:picMk id="7" creationId="{ADB590BC-8CEA-46EF-A5A6-D176C785ED46}"/>
          </ac:picMkLst>
        </pc:picChg>
      </pc:sldChg>
      <pc:sldChg chg="addSp delSp modSp add mod modAnim">
        <pc:chgData name="Fernandez Ruiz, Beatriz" userId="c17f1ae3-fcbb-4e0c-a100-96fa69ccc7c1" providerId="ADAL" clId="{B571EC1E-34A6-46A0-9D0A-16D74338C3DF}" dt="2025-10-10T07:14:42.597" v="3931"/>
        <pc:sldMkLst>
          <pc:docMk/>
          <pc:sldMk cId="2882225463" sldId="790"/>
        </pc:sldMkLst>
        <pc:spChg chg="add del mod">
          <ac:chgData name="Fernandez Ruiz, Beatriz" userId="c17f1ae3-fcbb-4e0c-a100-96fa69ccc7c1" providerId="ADAL" clId="{B571EC1E-34A6-46A0-9D0A-16D74338C3DF}" dt="2025-10-09T22:46:43.264" v="2958" actId="21"/>
          <ac:spMkLst>
            <pc:docMk/>
            <pc:sldMk cId="2882225463" sldId="790"/>
            <ac:spMk id="2" creationId="{1DAC73ED-1E88-4440-85B3-CA792AF322F2}"/>
          </ac:spMkLst>
        </pc:spChg>
        <pc:spChg chg="add del mod">
          <ac:chgData name="Fernandez Ruiz, Beatriz" userId="c17f1ae3-fcbb-4e0c-a100-96fa69ccc7c1" providerId="ADAL" clId="{B571EC1E-34A6-46A0-9D0A-16D74338C3DF}" dt="2025-10-09T22:45:56.342" v="2938"/>
          <ac:spMkLst>
            <pc:docMk/>
            <pc:sldMk cId="2882225463" sldId="790"/>
            <ac:spMk id="3" creationId="{7E719C6F-742C-4678-979E-788F1D31C140}"/>
          </ac:spMkLst>
        </pc:spChg>
        <pc:spChg chg="add mod">
          <ac:chgData name="Fernandez Ruiz, Beatriz" userId="c17f1ae3-fcbb-4e0c-a100-96fa69ccc7c1" providerId="ADAL" clId="{B571EC1E-34A6-46A0-9D0A-16D74338C3DF}" dt="2025-10-10T07:11:55.763" v="3870" actId="1076"/>
          <ac:spMkLst>
            <pc:docMk/>
            <pc:sldMk cId="2882225463" sldId="790"/>
            <ac:spMk id="4" creationId="{433AECD2-39DA-4C94-B5B4-B97D4CA94554}"/>
          </ac:spMkLst>
        </pc:spChg>
        <pc:spChg chg="del">
          <ac:chgData name="Fernandez Ruiz, Beatriz" userId="c17f1ae3-fcbb-4e0c-a100-96fa69ccc7c1" providerId="ADAL" clId="{B571EC1E-34A6-46A0-9D0A-16D74338C3DF}" dt="2025-10-09T22:36:33.574" v="2472" actId="478"/>
          <ac:spMkLst>
            <pc:docMk/>
            <pc:sldMk cId="2882225463" sldId="790"/>
            <ac:spMk id="5" creationId="{4C516144-EEF7-40CC-956A-456756B331DA}"/>
          </ac:spMkLst>
        </pc:spChg>
        <pc:spChg chg="del">
          <ac:chgData name="Fernandez Ruiz, Beatriz" userId="c17f1ae3-fcbb-4e0c-a100-96fa69ccc7c1" providerId="ADAL" clId="{B571EC1E-34A6-46A0-9D0A-16D74338C3DF}" dt="2025-10-09T22:36:33.574" v="2472" actId="478"/>
          <ac:spMkLst>
            <pc:docMk/>
            <pc:sldMk cId="2882225463" sldId="790"/>
            <ac:spMk id="6" creationId="{83397553-6FB9-4F52-ADB9-96B9FC8C6999}"/>
          </ac:spMkLst>
        </pc:spChg>
        <pc:spChg chg="del mod">
          <ac:chgData name="Fernandez Ruiz, Beatriz" userId="c17f1ae3-fcbb-4e0c-a100-96fa69ccc7c1" providerId="ADAL" clId="{B571EC1E-34A6-46A0-9D0A-16D74338C3DF}" dt="2025-10-09T22:44:07.069" v="2845" actId="21"/>
          <ac:spMkLst>
            <pc:docMk/>
            <pc:sldMk cId="2882225463" sldId="790"/>
            <ac:spMk id="16" creationId="{FBA2C7CC-75AB-4577-A967-36C359290229}"/>
          </ac:spMkLst>
        </pc:spChg>
        <pc:spChg chg="mod">
          <ac:chgData name="Fernandez Ruiz, Beatriz" userId="c17f1ae3-fcbb-4e0c-a100-96fa69ccc7c1" providerId="ADAL" clId="{B571EC1E-34A6-46A0-9D0A-16D74338C3DF}" dt="2025-10-10T07:12:00.644" v="3871" actId="1076"/>
          <ac:spMkLst>
            <pc:docMk/>
            <pc:sldMk cId="2882225463" sldId="790"/>
            <ac:spMk id="18" creationId="{EB436CC9-F63F-47B3-A4D0-7A4C36150DBC}"/>
          </ac:spMkLst>
        </pc:spChg>
        <pc:spChg chg="mod">
          <ac:chgData name="Fernandez Ruiz, Beatriz" userId="c17f1ae3-fcbb-4e0c-a100-96fa69ccc7c1" providerId="ADAL" clId="{B571EC1E-34A6-46A0-9D0A-16D74338C3DF}" dt="2025-10-10T07:12:00.644" v="3871" actId="1076"/>
          <ac:spMkLst>
            <pc:docMk/>
            <pc:sldMk cId="2882225463" sldId="790"/>
            <ac:spMk id="19" creationId="{093E5EC8-DB21-4FD2-AE09-32C611A97685}"/>
          </ac:spMkLst>
        </pc:spChg>
        <pc:spChg chg="mod">
          <ac:chgData name="Fernandez Ruiz, Beatriz" userId="c17f1ae3-fcbb-4e0c-a100-96fa69ccc7c1" providerId="ADAL" clId="{B571EC1E-34A6-46A0-9D0A-16D74338C3DF}" dt="2025-10-10T07:12:00.644" v="3871" actId="1076"/>
          <ac:spMkLst>
            <pc:docMk/>
            <pc:sldMk cId="2882225463" sldId="790"/>
            <ac:spMk id="20" creationId="{37956501-5922-43FD-9522-59596EF833C9}"/>
          </ac:spMkLst>
        </pc:spChg>
        <pc:spChg chg="mod">
          <ac:chgData name="Fernandez Ruiz, Beatriz" userId="c17f1ae3-fcbb-4e0c-a100-96fa69ccc7c1" providerId="ADAL" clId="{B571EC1E-34A6-46A0-9D0A-16D74338C3DF}" dt="2025-10-10T07:12:00.644" v="3871" actId="1076"/>
          <ac:spMkLst>
            <pc:docMk/>
            <pc:sldMk cId="2882225463" sldId="790"/>
            <ac:spMk id="21" creationId="{5B3561F6-602B-4505-8D47-BD3F91269460}"/>
          </ac:spMkLst>
        </pc:spChg>
        <pc:spChg chg="mod">
          <ac:chgData name="Fernandez Ruiz, Beatriz" userId="c17f1ae3-fcbb-4e0c-a100-96fa69ccc7c1" providerId="ADAL" clId="{B571EC1E-34A6-46A0-9D0A-16D74338C3DF}" dt="2025-10-10T07:12:00.644" v="3871" actId="1076"/>
          <ac:spMkLst>
            <pc:docMk/>
            <pc:sldMk cId="2882225463" sldId="790"/>
            <ac:spMk id="22" creationId="{078250D2-717E-4B08-968C-60B897ED204A}"/>
          </ac:spMkLst>
        </pc:spChg>
        <pc:spChg chg="mod">
          <ac:chgData name="Fernandez Ruiz, Beatriz" userId="c17f1ae3-fcbb-4e0c-a100-96fa69ccc7c1" providerId="ADAL" clId="{B571EC1E-34A6-46A0-9D0A-16D74338C3DF}" dt="2025-10-10T07:12:00.644" v="3871" actId="1076"/>
          <ac:spMkLst>
            <pc:docMk/>
            <pc:sldMk cId="2882225463" sldId="790"/>
            <ac:spMk id="23" creationId="{03EAFA8A-00DF-4559-BFDC-9D8DF911909D}"/>
          </ac:spMkLst>
        </pc:spChg>
        <pc:spChg chg="mod">
          <ac:chgData name="Fernandez Ruiz, Beatriz" userId="c17f1ae3-fcbb-4e0c-a100-96fa69ccc7c1" providerId="ADAL" clId="{B571EC1E-34A6-46A0-9D0A-16D74338C3DF}" dt="2025-10-09T22:36:58.482" v="2484" actId="1076"/>
          <ac:spMkLst>
            <pc:docMk/>
            <pc:sldMk cId="2882225463" sldId="790"/>
            <ac:spMk id="25" creationId="{2AC4AFBF-C8A9-4667-9B0C-4C390A9AE0D2}"/>
          </ac:spMkLst>
        </pc:spChg>
        <pc:spChg chg="mod">
          <ac:chgData name="Fernandez Ruiz, Beatriz" userId="c17f1ae3-fcbb-4e0c-a100-96fa69ccc7c1" providerId="ADAL" clId="{B571EC1E-34A6-46A0-9D0A-16D74338C3DF}" dt="2025-10-10T07:14:02.792" v="3923" actId="20577"/>
          <ac:spMkLst>
            <pc:docMk/>
            <pc:sldMk cId="2882225463" sldId="790"/>
            <ac:spMk id="26" creationId="{4E60BC1C-24AE-4DC0-8ABE-15CE7F3F55A2}"/>
          </ac:spMkLst>
        </pc:spChg>
        <pc:picChg chg="mod">
          <ac:chgData name="Fernandez Ruiz, Beatriz" userId="c17f1ae3-fcbb-4e0c-a100-96fa69ccc7c1" providerId="ADAL" clId="{B571EC1E-34A6-46A0-9D0A-16D74338C3DF}" dt="2025-10-10T07:12:00.644" v="3871" actId="1076"/>
          <ac:picMkLst>
            <pc:docMk/>
            <pc:sldMk cId="2882225463" sldId="790"/>
            <ac:picMk id="17" creationId="{8DD03056-36B9-4F65-8B00-9CE2FCD6E799}"/>
          </ac:picMkLst>
        </pc:picChg>
        <pc:picChg chg="del mod">
          <ac:chgData name="Fernandez Ruiz, Beatriz" userId="c17f1ae3-fcbb-4e0c-a100-96fa69ccc7c1" providerId="ADAL" clId="{B571EC1E-34A6-46A0-9D0A-16D74338C3DF}" dt="2025-10-09T22:37:08.360" v="2487" actId="478"/>
          <ac:picMkLst>
            <pc:docMk/>
            <pc:sldMk cId="2882225463" sldId="790"/>
            <ac:picMk id="24" creationId="{78952AD7-A4CE-4305-891C-AB3556AC5CEB}"/>
          </ac:picMkLst>
        </pc:picChg>
      </pc:sldChg>
      <pc:sldChg chg="addSp delSp modSp new mod">
        <pc:chgData name="Fernandez Ruiz, Beatriz" userId="c17f1ae3-fcbb-4e0c-a100-96fa69ccc7c1" providerId="ADAL" clId="{B571EC1E-34A6-46A0-9D0A-16D74338C3DF}" dt="2025-10-09T22:58:44.975" v="3481" actId="14100"/>
        <pc:sldMkLst>
          <pc:docMk/>
          <pc:sldMk cId="2123708844" sldId="791"/>
        </pc:sldMkLst>
        <pc:spChg chg="del">
          <ac:chgData name="Fernandez Ruiz, Beatriz" userId="c17f1ae3-fcbb-4e0c-a100-96fa69ccc7c1" providerId="ADAL" clId="{B571EC1E-34A6-46A0-9D0A-16D74338C3DF}" dt="2025-10-09T22:46:20.714" v="2943" actId="478"/>
          <ac:spMkLst>
            <pc:docMk/>
            <pc:sldMk cId="2123708844" sldId="791"/>
            <ac:spMk id="2" creationId="{C20BB0B0-383D-4EC9-8E9C-B4F3E2F1C127}"/>
          </ac:spMkLst>
        </pc:spChg>
        <pc:spChg chg="del">
          <ac:chgData name="Fernandez Ruiz, Beatriz" userId="c17f1ae3-fcbb-4e0c-a100-96fa69ccc7c1" providerId="ADAL" clId="{B571EC1E-34A6-46A0-9D0A-16D74338C3DF}" dt="2025-10-09T22:46:20.714" v="2943" actId="478"/>
          <ac:spMkLst>
            <pc:docMk/>
            <pc:sldMk cId="2123708844" sldId="791"/>
            <ac:spMk id="3" creationId="{ECED14EC-1DBE-4E28-A7FC-E5551AC7098B}"/>
          </ac:spMkLst>
        </pc:spChg>
        <pc:spChg chg="add mod">
          <ac:chgData name="Fernandez Ruiz, Beatriz" userId="c17f1ae3-fcbb-4e0c-a100-96fa69ccc7c1" providerId="ADAL" clId="{B571EC1E-34A6-46A0-9D0A-16D74338C3DF}" dt="2025-10-09T22:56:53.198" v="3365" actId="1076"/>
          <ac:spMkLst>
            <pc:docMk/>
            <pc:sldMk cId="2123708844" sldId="791"/>
            <ac:spMk id="4" creationId="{FB5AB16D-F8FE-4251-8174-22ED8B968D1A}"/>
          </ac:spMkLst>
        </pc:spChg>
        <pc:spChg chg="add mod">
          <ac:chgData name="Fernandez Ruiz, Beatriz" userId="c17f1ae3-fcbb-4e0c-a100-96fa69ccc7c1" providerId="ADAL" clId="{B571EC1E-34A6-46A0-9D0A-16D74338C3DF}" dt="2025-10-09T22:58:44.975" v="3481" actId="14100"/>
          <ac:spMkLst>
            <pc:docMk/>
            <pc:sldMk cId="2123708844" sldId="791"/>
            <ac:spMk id="5" creationId="{CDFB4F1B-C485-4A0B-81A4-3348F9456B01}"/>
          </ac:spMkLst>
        </pc:spChg>
        <pc:spChg chg="add mod">
          <ac:chgData name="Fernandez Ruiz, Beatriz" userId="c17f1ae3-fcbb-4e0c-a100-96fa69ccc7c1" providerId="ADAL" clId="{B571EC1E-34A6-46A0-9D0A-16D74338C3DF}" dt="2025-10-09T22:55:32.292" v="3314" actId="21"/>
          <ac:spMkLst>
            <pc:docMk/>
            <pc:sldMk cId="2123708844" sldId="791"/>
            <ac:spMk id="6" creationId="{5647F8E8-D2E5-4253-B8FC-B37F261FB6FC}"/>
          </ac:spMkLst>
        </pc:spChg>
      </pc:sldChg>
      <pc:sldChg chg="addSp delSp modSp add mod">
        <pc:chgData name="Fernandez Ruiz, Beatriz" userId="c17f1ae3-fcbb-4e0c-a100-96fa69ccc7c1" providerId="ADAL" clId="{B571EC1E-34A6-46A0-9D0A-16D74338C3DF}" dt="2025-10-10T07:26:33.554" v="3943" actId="1076"/>
        <pc:sldMkLst>
          <pc:docMk/>
          <pc:sldMk cId="1276376794" sldId="792"/>
        </pc:sldMkLst>
        <pc:spChg chg="add mod">
          <ac:chgData name="Fernandez Ruiz, Beatriz" userId="c17f1ae3-fcbb-4e0c-a100-96fa69ccc7c1" providerId="ADAL" clId="{B571EC1E-34A6-46A0-9D0A-16D74338C3DF}" dt="2025-10-09T23:20:01.061" v="3667" actId="1076"/>
          <ac:spMkLst>
            <pc:docMk/>
            <pc:sldMk cId="1276376794" sldId="792"/>
            <ac:spMk id="2" creationId="{D4A059DF-C295-4E7C-B130-38B9A86E9038}"/>
          </ac:spMkLst>
        </pc:spChg>
        <pc:spChg chg="mod">
          <ac:chgData name="Fernandez Ruiz, Beatriz" userId="c17f1ae3-fcbb-4e0c-a100-96fa69ccc7c1" providerId="ADAL" clId="{B571EC1E-34A6-46A0-9D0A-16D74338C3DF}" dt="2025-10-10T07:26:29.316" v="3942" actId="108"/>
          <ac:spMkLst>
            <pc:docMk/>
            <pc:sldMk cId="1276376794" sldId="792"/>
            <ac:spMk id="4" creationId="{F7822C8B-48CB-D9FC-23D2-DF0DEC5AC30F}"/>
          </ac:spMkLst>
        </pc:spChg>
        <pc:spChg chg="mod">
          <ac:chgData name="Fernandez Ruiz, Beatriz" userId="c17f1ae3-fcbb-4e0c-a100-96fa69ccc7c1" providerId="ADAL" clId="{B571EC1E-34A6-46A0-9D0A-16D74338C3DF}" dt="2025-10-10T07:26:33.554" v="3943" actId="1076"/>
          <ac:spMkLst>
            <pc:docMk/>
            <pc:sldMk cId="1276376794" sldId="792"/>
            <ac:spMk id="6" creationId="{CD236EBC-CEC0-427A-85D7-70AB0FB9FBEE}"/>
          </ac:spMkLst>
        </pc:spChg>
        <pc:spChg chg="add mod">
          <ac:chgData name="Fernandez Ruiz, Beatriz" userId="c17f1ae3-fcbb-4e0c-a100-96fa69ccc7c1" providerId="ADAL" clId="{B571EC1E-34A6-46A0-9D0A-16D74338C3DF}" dt="2025-10-09T23:20:06.313" v="3671" actId="20577"/>
          <ac:spMkLst>
            <pc:docMk/>
            <pc:sldMk cId="1276376794" sldId="792"/>
            <ac:spMk id="7" creationId="{36B15BCC-FEF6-4534-B8C8-886C62CABF35}"/>
          </ac:spMkLst>
        </pc:spChg>
        <pc:spChg chg="add mod">
          <ac:chgData name="Fernandez Ruiz, Beatriz" userId="c17f1ae3-fcbb-4e0c-a100-96fa69ccc7c1" providerId="ADAL" clId="{B571EC1E-34A6-46A0-9D0A-16D74338C3DF}" dt="2025-10-09T23:20:18.294" v="3688" actId="20577"/>
          <ac:spMkLst>
            <pc:docMk/>
            <pc:sldMk cId="1276376794" sldId="792"/>
            <ac:spMk id="8" creationId="{4AB3FE35-178A-41FB-BD47-5E26A0333D31}"/>
          </ac:spMkLst>
        </pc:spChg>
        <pc:spChg chg="add del mod">
          <ac:chgData name="Fernandez Ruiz, Beatriz" userId="c17f1ae3-fcbb-4e0c-a100-96fa69ccc7c1" providerId="ADAL" clId="{B571EC1E-34A6-46A0-9D0A-16D74338C3DF}" dt="2025-10-09T23:20:23.191" v="3692"/>
          <ac:spMkLst>
            <pc:docMk/>
            <pc:sldMk cId="1276376794" sldId="792"/>
            <ac:spMk id="9" creationId="{D0AB4F56-3433-420E-B354-BDA94F21D3E3}"/>
          </ac:spMkLst>
        </pc:spChg>
        <pc:spChg chg="add del mod">
          <ac:chgData name="Fernandez Ruiz, Beatriz" userId="c17f1ae3-fcbb-4e0c-a100-96fa69ccc7c1" providerId="ADAL" clId="{B571EC1E-34A6-46A0-9D0A-16D74338C3DF}" dt="2025-10-09T23:20:22.993" v="3691"/>
          <ac:spMkLst>
            <pc:docMk/>
            <pc:sldMk cId="1276376794" sldId="792"/>
            <ac:spMk id="10" creationId="{C499BBA7-9702-4113-86DD-CFBA4B19F933}"/>
          </ac:spMkLst>
        </pc:spChg>
        <pc:spChg chg="add mod">
          <ac:chgData name="Fernandez Ruiz, Beatriz" userId="c17f1ae3-fcbb-4e0c-a100-96fa69ccc7c1" providerId="ADAL" clId="{B571EC1E-34A6-46A0-9D0A-16D74338C3DF}" dt="2025-10-09T23:20:31.185" v="3696" actId="20577"/>
          <ac:spMkLst>
            <pc:docMk/>
            <pc:sldMk cId="1276376794" sldId="792"/>
            <ac:spMk id="11" creationId="{9C19E84D-81EF-4AF7-ADEB-6CE16D8ABB37}"/>
          </ac:spMkLst>
        </pc:spChg>
        <pc:picChg chg="del">
          <ac:chgData name="Fernandez Ruiz, Beatriz" userId="c17f1ae3-fcbb-4e0c-a100-96fa69ccc7c1" providerId="ADAL" clId="{B571EC1E-34A6-46A0-9D0A-16D74338C3DF}" dt="2025-10-09T23:19:08.741" v="3653" actId="478"/>
          <ac:picMkLst>
            <pc:docMk/>
            <pc:sldMk cId="1276376794" sldId="792"/>
            <ac:picMk id="3" creationId="{A5F394DF-09A7-0286-5C41-5549145750B8}"/>
          </ac:picMkLst>
        </pc:picChg>
        <pc:picChg chg="mod modCrop">
          <ac:chgData name="Fernandez Ruiz, Beatriz" userId="c17f1ae3-fcbb-4e0c-a100-96fa69ccc7c1" providerId="ADAL" clId="{B571EC1E-34A6-46A0-9D0A-16D74338C3DF}" dt="2025-10-09T23:19:35.401" v="3661" actId="14100"/>
          <ac:picMkLst>
            <pc:docMk/>
            <pc:sldMk cId="1276376794" sldId="792"/>
            <ac:picMk id="5" creationId="{F0F6CC38-24A6-4F48-91BD-31A66DD5D275}"/>
          </ac:picMkLst>
        </pc:picChg>
      </pc:sldChg>
      <pc:sldChg chg="modSp add mod">
        <pc:chgData name="Fernandez Ruiz, Beatriz" userId="c17f1ae3-fcbb-4e0c-a100-96fa69ccc7c1" providerId="ADAL" clId="{B571EC1E-34A6-46A0-9D0A-16D74338C3DF}" dt="2025-10-10T07:26:53.809" v="3947" actId="1076"/>
        <pc:sldMkLst>
          <pc:docMk/>
          <pc:sldMk cId="3645237078" sldId="793"/>
        </pc:sldMkLst>
        <pc:spChg chg="mod">
          <ac:chgData name="Fernandez Ruiz, Beatriz" userId="c17f1ae3-fcbb-4e0c-a100-96fa69ccc7c1" providerId="ADAL" clId="{B571EC1E-34A6-46A0-9D0A-16D74338C3DF}" dt="2025-10-10T07:26:48.767" v="3946" actId="108"/>
          <ac:spMkLst>
            <pc:docMk/>
            <pc:sldMk cId="3645237078" sldId="793"/>
            <ac:spMk id="4" creationId="{F7822C8B-48CB-D9FC-23D2-DF0DEC5AC30F}"/>
          </ac:spMkLst>
        </pc:spChg>
        <pc:spChg chg="mod">
          <ac:chgData name="Fernandez Ruiz, Beatriz" userId="c17f1ae3-fcbb-4e0c-a100-96fa69ccc7c1" providerId="ADAL" clId="{B571EC1E-34A6-46A0-9D0A-16D74338C3DF}" dt="2025-10-10T07:26:53.809" v="3947" actId="1076"/>
          <ac:spMkLst>
            <pc:docMk/>
            <pc:sldMk cId="3645237078" sldId="793"/>
            <ac:spMk id="6" creationId="{CD236EBC-CEC0-427A-85D7-70AB0FB9FBEE}"/>
          </ac:spMkLst>
        </pc:spChg>
        <pc:picChg chg="mod modCrop">
          <ac:chgData name="Fernandez Ruiz, Beatriz" userId="c17f1ae3-fcbb-4e0c-a100-96fa69ccc7c1" providerId="ADAL" clId="{B571EC1E-34A6-46A0-9D0A-16D74338C3DF}" dt="2025-10-09T23:20:47.810" v="3699" actId="732"/>
          <ac:picMkLst>
            <pc:docMk/>
            <pc:sldMk cId="3645237078" sldId="793"/>
            <ac:picMk id="5" creationId="{F0F6CC38-24A6-4F48-91BD-31A66DD5D275}"/>
          </ac:picMkLst>
        </pc:picChg>
      </pc:sldChg>
      <pc:sldChg chg="addSp modSp add mod ord">
        <pc:chgData name="Fernandez Ruiz, Beatriz" userId="c17f1ae3-fcbb-4e0c-a100-96fa69ccc7c1" providerId="ADAL" clId="{B571EC1E-34A6-46A0-9D0A-16D74338C3DF}" dt="2025-10-10T07:28:39.897" v="3976" actId="2711"/>
        <pc:sldMkLst>
          <pc:docMk/>
          <pc:sldMk cId="1154662955" sldId="794"/>
        </pc:sldMkLst>
        <pc:spChg chg="mod">
          <ac:chgData name="Fernandez Ruiz, Beatriz" userId="c17f1ae3-fcbb-4e0c-a100-96fa69ccc7c1" providerId="ADAL" clId="{B571EC1E-34A6-46A0-9D0A-16D74338C3DF}" dt="2025-10-10T07:28:39.897" v="3976" actId="2711"/>
          <ac:spMkLst>
            <pc:docMk/>
            <pc:sldMk cId="1154662955" sldId="794"/>
            <ac:spMk id="5" creationId="{146391CA-BE93-4739-83E6-6E54DDCA657C}"/>
          </ac:spMkLst>
        </pc:spChg>
        <pc:spChg chg="add mod">
          <ac:chgData name="Fernandez Ruiz, Beatriz" userId="c17f1ae3-fcbb-4e0c-a100-96fa69ccc7c1" providerId="ADAL" clId="{B571EC1E-34A6-46A0-9D0A-16D74338C3DF}" dt="2025-10-09T23:38:53.255" v="3717"/>
          <ac:spMkLst>
            <pc:docMk/>
            <pc:sldMk cId="1154662955" sldId="794"/>
            <ac:spMk id="6" creationId="{EFFE5E6A-5786-4D6D-8A3D-48957FBC92B9}"/>
          </ac:spMkLst>
        </pc:spChg>
        <pc:picChg chg="mod">
          <ac:chgData name="Fernandez Ruiz, Beatriz" userId="c17f1ae3-fcbb-4e0c-a100-96fa69ccc7c1" providerId="ADAL" clId="{B571EC1E-34A6-46A0-9D0A-16D74338C3DF}" dt="2025-10-09T23:37:14.326" v="3711" actId="1076"/>
          <ac:picMkLst>
            <pc:docMk/>
            <pc:sldMk cId="1154662955" sldId="794"/>
            <ac:picMk id="3" creationId="{383DE64D-9382-4637-A899-48A368AF75BF}"/>
          </ac:picMkLst>
        </pc:picChg>
      </pc:sldChg>
      <pc:sldChg chg="addSp delSp modSp new del mod">
        <pc:chgData name="Fernandez Ruiz, Beatriz" userId="c17f1ae3-fcbb-4e0c-a100-96fa69ccc7c1" providerId="ADAL" clId="{B571EC1E-34A6-46A0-9D0A-16D74338C3DF}" dt="2025-10-10T12:59:18.897" v="4401" actId="47"/>
        <pc:sldMkLst>
          <pc:docMk/>
          <pc:sldMk cId="2089864602" sldId="795"/>
        </pc:sldMkLst>
        <pc:spChg chg="del">
          <ac:chgData name="Fernandez Ruiz, Beatriz" userId="c17f1ae3-fcbb-4e0c-a100-96fa69ccc7c1" providerId="ADAL" clId="{B571EC1E-34A6-46A0-9D0A-16D74338C3DF}" dt="2025-10-10T10:31:07.368" v="4114" actId="478"/>
          <ac:spMkLst>
            <pc:docMk/>
            <pc:sldMk cId="2089864602" sldId="795"/>
            <ac:spMk id="2" creationId="{81774DE4-1A52-4600-BBCE-4D57B7B84A2D}"/>
          </ac:spMkLst>
        </pc:spChg>
        <pc:spChg chg="del">
          <ac:chgData name="Fernandez Ruiz, Beatriz" userId="c17f1ae3-fcbb-4e0c-a100-96fa69ccc7c1" providerId="ADAL" clId="{B571EC1E-34A6-46A0-9D0A-16D74338C3DF}" dt="2025-10-10T10:31:07.368" v="4114" actId="478"/>
          <ac:spMkLst>
            <pc:docMk/>
            <pc:sldMk cId="2089864602" sldId="795"/>
            <ac:spMk id="3" creationId="{06DC512E-EC85-4EEA-8097-9A630869D31D}"/>
          </ac:spMkLst>
        </pc:spChg>
        <pc:spChg chg="add del mod">
          <ac:chgData name="Fernandez Ruiz, Beatriz" userId="c17f1ae3-fcbb-4e0c-a100-96fa69ccc7c1" providerId="ADAL" clId="{B571EC1E-34A6-46A0-9D0A-16D74338C3DF}" dt="2025-10-10T12:59:17.930" v="4400"/>
          <ac:spMkLst>
            <pc:docMk/>
            <pc:sldMk cId="2089864602" sldId="795"/>
            <ac:spMk id="4" creationId="{178B9B2B-5658-484D-9379-CC1BEFEF8E53}"/>
          </ac:spMkLst>
        </pc:spChg>
      </pc:sldChg>
      <pc:sldChg chg="delSp new del mod">
        <pc:chgData name="Fernandez Ruiz, Beatriz" userId="c17f1ae3-fcbb-4e0c-a100-96fa69ccc7c1" providerId="ADAL" clId="{B571EC1E-34A6-46A0-9D0A-16D74338C3DF}" dt="2025-10-10T12:58:48.272" v="4397" actId="47"/>
        <pc:sldMkLst>
          <pc:docMk/>
          <pc:sldMk cId="1078400448" sldId="796"/>
        </pc:sldMkLst>
        <pc:spChg chg="del">
          <ac:chgData name="Fernandez Ruiz, Beatriz" userId="c17f1ae3-fcbb-4e0c-a100-96fa69ccc7c1" providerId="ADAL" clId="{B571EC1E-34A6-46A0-9D0A-16D74338C3DF}" dt="2025-10-10T11:11:51.924" v="4396" actId="478"/>
          <ac:spMkLst>
            <pc:docMk/>
            <pc:sldMk cId="1078400448" sldId="796"/>
            <ac:spMk id="2" creationId="{BBB0FA92-CB97-469A-A102-B260EF386B9C}"/>
          </ac:spMkLst>
        </pc:spChg>
        <pc:spChg chg="del">
          <ac:chgData name="Fernandez Ruiz, Beatriz" userId="c17f1ae3-fcbb-4e0c-a100-96fa69ccc7c1" providerId="ADAL" clId="{B571EC1E-34A6-46A0-9D0A-16D74338C3DF}" dt="2025-10-10T11:11:51.924" v="4396" actId="478"/>
          <ac:spMkLst>
            <pc:docMk/>
            <pc:sldMk cId="1078400448" sldId="796"/>
            <ac:spMk id="3" creationId="{2309583C-D292-4328-8448-496DC619BCEF}"/>
          </ac:spMkLst>
        </pc:spChg>
      </pc:sldChg>
      <pc:sldMasterChg chg="addSldLayout">
        <pc:chgData name="Fernandez Ruiz, Beatriz" userId="c17f1ae3-fcbb-4e0c-a100-96fa69ccc7c1" providerId="ADAL" clId="{B571EC1E-34A6-46A0-9D0A-16D74338C3DF}" dt="2025-10-09T19:05:18.070" v="0" actId="680"/>
        <pc:sldMasterMkLst>
          <pc:docMk/>
          <pc:sldMasterMk cId="4294153014" sldId="2147483648"/>
        </pc:sldMasterMkLst>
        <pc:sldLayoutChg chg="add">
          <pc:chgData name="Fernandez Ruiz, Beatriz" userId="c17f1ae3-fcbb-4e0c-a100-96fa69ccc7c1" providerId="ADAL" clId="{B571EC1E-34A6-46A0-9D0A-16D74338C3DF}" dt="2025-10-09T19:05:18.070" v="0" actId="680"/>
          <pc:sldLayoutMkLst>
            <pc:docMk/>
            <pc:sldMasterMk cId="4294153014" sldId="2147483648"/>
            <pc:sldLayoutMk cId="3168268975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6AC738-1CA8-4A37-960A-547B6C0E0A90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72ED08-5040-4965-BF8F-44FA38B4D6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517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6496D-8398-47B1-A372-8480FFBA280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8197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6496D-8398-47B1-A372-8480FFBA280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4201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6496D-8398-47B1-A372-8480FFBA280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803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6496D-8398-47B1-A372-8480FFBA280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3841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CUT &amp; RUN </a:t>
            </a:r>
            <a:r>
              <a:rPr lang="en-GB" dirty="0">
                <a:sym typeface="Wingdings" panose="05000000000000000000" pitchFamily="2" charset="2"/>
              </a:rPr>
              <a:t> (x4 Reps) H3K27me3, H2AK119ub1, H3K9me3</a:t>
            </a:r>
          </a:p>
          <a:p>
            <a:r>
              <a:rPr lang="en-GB" dirty="0">
                <a:sym typeface="Wingdings" panose="05000000000000000000" pitchFamily="2" charset="2"/>
              </a:rPr>
              <a:t>RNA </a:t>
            </a:r>
            <a:r>
              <a:rPr lang="en-GB" dirty="0" err="1">
                <a:sym typeface="Wingdings" panose="05000000000000000000" pitchFamily="2" charset="2"/>
              </a:rPr>
              <a:t>seq</a:t>
            </a:r>
            <a:r>
              <a:rPr lang="en-US" dirty="0">
                <a:sym typeface="Wingdings" panose="05000000000000000000" pitchFamily="2" charset="2"/>
              </a:rPr>
              <a:t> (x4 Reps)</a:t>
            </a:r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ONT  (1 Rep ~28X) in WT, TTKO and EKO</a:t>
            </a:r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72ED08-5040-4965-BF8F-44FA38B4D60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354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6E8F0"/>
                </a:solidFill>
                <a:effectLst/>
                <a:latin typeface="Google Sans"/>
              </a:rPr>
              <a:t>representation of the probability that a specific epigenetic mark (columns) is present in a specific chromatin state (rows).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72ED08-5040-4965-BF8F-44FA38B4D60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9273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42DCD5-ED8F-4F3B-8F6D-20798C133A6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7242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72ED08-5040-4965-BF8F-44FA38B4D60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50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72ED08-5040-4965-BF8F-44FA38B4D60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4677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72ED08-5040-4965-BF8F-44FA38B4D60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1996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72ED08-5040-4965-BF8F-44FA38B4D60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4581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E1, E2, E3 - EKO c15 behaves similarly to DTKO</a:t>
            </a:r>
          </a:p>
          <a:p>
            <a:r>
              <a:rPr lang="en-GB" dirty="0"/>
              <a:t>E9 (E1, E2, E3) – EKO c15 is very different from c14, and more similar to DTKO</a:t>
            </a:r>
          </a:p>
          <a:p>
            <a:r>
              <a:rPr lang="en-GB" dirty="0"/>
              <a:t>E1, E2, E3, E4, E5 – states belong almost exclusively to regions of </a:t>
            </a:r>
            <a:r>
              <a:rPr lang="en-GB" dirty="0" err="1"/>
              <a:t>Polycomb</a:t>
            </a:r>
            <a:r>
              <a:rPr lang="en-GB" dirty="0"/>
              <a:t> increase in DTKO</a:t>
            </a:r>
          </a:p>
          <a:p>
            <a:r>
              <a:rPr lang="en-GB" dirty="0"/>
              <a:t>E6 - H3K27me3 acts as 5hmC in its absence to prevent 5mC widespread</a:t>
            </a:r>
          </a:p>
          <a:p>
            <a:r>
              <a:rPr lang="en-GB" dirty="0"/>
              <a:t>E7 – </a:t>
            </a:r>
            <a:r>
              <a:rPr lang="en-GB" dirty="0" err="1"/>
              <a:t>Caonical</a:t>
            </a:r>
            <a:r>
              <a:rPr lang="en-GB" dirty="0"/>
              <a:t> </a:t>
            </a:r>
            <a:r>
              <a:rPr lang="en-GB" dirty="0" err="1"/>
              <a:t>Polycomb</a:t>
            </a:r>
            <a:r>
              <a:rPr lang="en-GB" dirty="0"/>
              <a:t> (H3K27me3 and H2ak119ub1)</a:t>
            </a:r>
          </a:p>
          <a:p>
            <a:r>
              <a:rPr lang="en-GB" dirty="0"/>
              <a:t>E8 – non-canonical PRC1</a:t>
            </a:r>
          </a:p>
          <a:p>
            <a:r>
              <a:rPr lang="en-GB" dirty="0"/>
              <a:t>E12 – Canonical H3K9me3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A62136-7804-4A22-BD5A-2DF1CC01803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3943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72ED08-5040-4965-BF8F-44FA38B4D60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6230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72ED08-5040-4965-BF8F-44FA38B4D60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5850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dirty="0" err="1">
                <a:solidFill>
                  <a:srgbClr val="373A3C"/>
                </a:solidFill>
                <a:effectLst/>
              </a:rPr>
              <a:t>ChromHMM</a:t>
            </a:r>
            <a:r>
              <a:rPr lang="en-US" sz="1200" b="0" i="0" dirty="0">
                <a:solidFill>
                  <a:srgbClr val="373A3C"/>
                </a:solidFill>
                <a:effectLst/>
              </a:rPr>
              <a:t> cannot learn rare events. To identify Ezh1-compensated loci (which retain H3K27me3 in EKO knockout cells), states are split post-hoc based on max EKO H3K27me3 signal across EKO_c14 and EKO_c15.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</a:rPr>
              <a:t>Background EKO H3K27me3 is &lt; 2 in spike-scaled data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</a:rPr>
              <a:t>Ezh1-compensated loci (e.g., Lmx1b) show EKO signal ~5-7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</a:rPr>
              <a:t>Ezh2-dependent loci (e.g., Pax6) stay below 3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72ED08-5040-4965-BF8F-44FA38B4D605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588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015A-456D-497B-8535-9CFBE5FFB9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EF5ABC-5DD2-47F7-8C89-EA06FDC3D6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268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652CF-3B79-9D14-FC71-5B4412FB3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CC722-290B-C6ED-A9B6-CBF3DA0AA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83D99-F39E-36E9-BF4C-A079ABEFA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EA2A2-0467-E94C-B42B-36975A0A7CAA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DE357-1BED-8962-0A1D-EC53607B1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93645-6C36-7C9C-93CC-48C36D441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DBE1E-DCD9-DC41-9EC4-352F6D385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989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3E3086-AF50-83D3-86DF-026E8CF30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EA2A2-0467-E94C-B42B-36975A0A7CAA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D8FFCA-7407-188B-555F-08276F189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BCEED-F008-7B0B-EF25-B41D567AD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DBE1E-DCD9-DC41-9EC4-352F6D385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666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4153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tmp"/><Relationship Id="rId4" Type="http://schemas.openxmlformats.org/officeDocument/2006/relationships/image" Target="../media/image3.tm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tmp"/><Relationship Id="rId7" Type="http://schemas.openxmlformats.org/officeDocument/2006/relationships/image" Target="../media/image9.tm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tmp"/><Relationship Id="rId5" Type="http://schemas.openxmlformats.org/officeDocument/2006/relationships/image" Target="../media/image7.tmp"/><Relationship Id="rId4" Type="http://schemas.openxmlformats.org/officeDocument/2006/relationships/image" Target="../media/image6.tmp"/><Relationship Id="rId9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tmp"/><Relationship Id="rId7" Type="http://schemas.openxmlformats.org/officeDocument/2006/relationships/image" Target="../media/image9.tm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tmp"/><Relationship Id="rId5" Type="http://schemas.openxmlformats.org/officeDocument/2006/relationships/image" Target="../media/image7.tmp"/><Relationship Id="rId4" Type="http://schemas.openxmlformats.org/officeDocument/2006/relationships/image" Target="../media/image6.tmp"/><Relationship Id="rId9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tmp"/><Relationship Id="rId7" Type="http://schemas.openxmlformats.org/officeDocument/2006/relationships/image" Target="../media/image9.tm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tmp"/><Relationship Id="rId5" Type="http://schemas.openxmlformats.org/officeDocument/2006/relationships/image" Target="../media/image7.tmp"/><Relationship Id="rId4" Type="http://schemas.openxmlformats.org/officeDocument/2006/relationships/image" Target="../media/image6.tmp"/><Relationship Id="rId9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tm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tags" Target="../tags/tag3.xml"/><Relationship Id="rId7" Type="http://schemas.openxmlformats.org/officeDocument/2006/relationships/image" Target="../media/image10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4.xml"/><Relationship Id="rId11" Type="http://schemas.openxmlformats.org/officeDocument/2006/relationships/image" Target="../media/image16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6.tmp"/><Relationship Id="rId4" Type="http://schemas.openxmlformats.org/officeDocument/2006/relationships/tags" Target="../tags/tag4.xml"/><Relationship Id="rId9" Type="http://schemas.openxmlformats.org/officeDocument/2006/relationships/image" Target="../media/image5.tmp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0.png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12" Type="http://schemas.openxmlformats.org/officeDocument/2006/relationships/image" Target="../media/image8.tmp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image" Target="../media/image6.tmp"/><Relationship Id="rId5" Type="http://schemas.openxmlformats.org/officeDocument/2006/relationships/tags" Target="../tags/tag9.xml"/><Relationship Id="rId15" Type="http://schemas.openxmlformats.org/officeDocument/2006/relationships/image" Target="../media/image16.png"/><Relationship Id="rId10" Type="http://schemas.openxmlformats.org/officeDocument/2006/relationships/image" Target="../media/image17.png"/><Relationship Id="rId4" Type="http://schemas.openxmlformats.org/officeDocument/2006/relationships/tags" Target="../tags/tag8.xml"/><Relationship Id="rId9" Type="http://schemas.openxmlformats.org/officeDocument/2006/relationships/notesSlide" Target="../notesSlides/notesSlide5.xml"/><Relationship Id="rId1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m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tm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m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tm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m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tm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tmp"/><Relationship Id="rId4" Type="http://schemas.openxmlformats.org/officeDocument/2006/relationships/image" Target="../media/image25.tm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tmp"/><Relationship Id="rId4" Type="http://schemas.openxmlformats.org/officeDocument/2006/relationships/image" Target="../media/image25.tm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m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tm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tmp"/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mp"/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mp"/><Relationship Id="rId2" Type="http://schemas.openxmlformats.org/officeDocument/2006/relationships/image" Target="../media/image29.tmp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microsoft.com/office/2007/relationships/hdphoto" Target="../media/hdphoto1.wdp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12" Type="http://schemas.openxmlformats.org/officeDocument/2006/relationships/image" Target="../media/image10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image" Target="../media/image8.tmp"/><Relationship Id="rId5" Type="http://schemas.openxmlformats.org/officeDocument/2006/relationships/tags" Target="../tags/tag16.xml"/><Relationship Id="rId10" Type="http://schemas.openxmlformats.org/officeDocument/2006/relationships/image" Target="../media/image6.tmp"/><Relationship Id="rId4" Type="http://schemas.openxmlformats.org/officeDocument/2006/relationships/tags" Target="../tags/tag15.xml"/><Relationship Id="rId9" Type="http://schemas.openxmlformats.org/officeDocument/2006/relationships/image" Target="../media/image17.png"/><Relationship Id="rId14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tmp"/><Relationship Id="rId2" Type="http://schemas.openxmlformats.org/officeDocument/2006/relationships/image" Target="../media/image33.tmp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tmp"/><Relationship Id="rId2" Type="http://schemas.openxmlformats.org/officeDocument/2006/relationships/image" Target="../media/image34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tmp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tmp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tmp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tmp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tmp"/><Relationship Id="rId4" Type="http://schemas.openxmlformats.org/officeDocument/2006/relationships/image" Target="../media/image39.tmp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tmp"/><Relationship Id="rId2" Type="http://schemas.openxmlformats.org/officeDocument/2006/relationships/image" Target="../media/image41.tmp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tmp"/><Relationship Id="rId2" Type="http://schemas.openxmlformats.org/officeDocument/2006/relationships/image" Target="../media/image43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tmp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tmp"/><Relationship Id="rId2" Type="http://schemas.openxmlformats.org/officeDocument/2006/relationships/image" Target="../media/image45.tmp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tmp"/><Relationship Id="rId2" Type="http://schemas.openxmlformats.org/officeDocument/2006/relationships/image" Target="../media/image45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tmp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tmp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tmp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tmp"/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image" Target="../media/image53.tmp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image" Target="../media/image54.tmp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image" Target="../media/image55.tmp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tmp"/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tmp"/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tmp"/><Relationship Id="rId4" Type="http://schemas.openxmlformats.org/officeDocument/2006/relationships/image" Target="../media/image58.tmp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mp"/><Relationship Id="rId2" Type="http://schemas.openxmlformats.org/officeDocument/2006/relationships/image" Target="../media/image29.tmp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24884-4AE4-456C-AA2F-BCF49AAAEC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Interplay between repressive chromatin marks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AA5775-ECB2-4397-A924-C290F50430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Lab meeting 17/07/2026</a:t>
            </a:r>
          </a:p>
          <a:p>
            <a:r>
              <a:rPr lang="en-GB" dirty="0"/>
              <a:t>Bea</a:t>
            </a:r>
          </a:p>
        </p:txBody>
      </p:sp>
    </p:spTree>
    <p:extLst>
      <p:ext uri="{BB962C8B-B14F-4D97-AF65-F5344CB8AC3E}">
        <p14:creationId xmlns:p14="http://schemas.microsoft.com/office/powerpoint/2010/main" val="2003285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Fig. 1">
            <a:extLst>
              <a:ext uri="{FF2B5EF4-FFF2-40B4-BE49-F238E27FC236}">
                <a16:creationId xmlns:a16="http://schemas.microsoft.com/office/drawing/2014/main" id="{FCB02941-0CF4-4C0F-8CBB-AAC5E28547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943" b="3918"/>
          <a:stretch/>
        </p:blipFill>
        <p:spPr bwMode="auto">
          <a:xfrm>
            <a:off x="871235" y="237662"/>
            <a:ext cx="3996276" cy="5890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2922AA-4304-4D60-B95E-03C3F817B46F}"/>
              </a:ext>
            </a:extLst>
          </p:cNvPr>
          <p:cNvSpPr txBox="1"/>
          <p:nvPr/>
        </p:nvSpPr>
        <p:spPr>
          <a:xfrm>
            <a:off x="123280" y="6379197"/>
            <a:ext cx="7063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0" i="0" dirty="0">
                <a:solidFill>
                  <a:schemeClr val="bg1">
                    <a:lumMod val="50000"/>
                  </a:schemeClr>
                </a:solidFill>
                <a:effectLst/>
                <a:latin typeface="-apple-system"/>
              </a:rPr>
              <a:t>Adapted from Hogg, S.J., Beavis, P.A., Dawson, M.A. </a:t>
            </a:r>
            <a:r>
              <a:rPr lang="en-US" sz="900" b="0" i="1" dirty="0">
                <a:solidFill>
                  <a:schemeClr val="bg1">
                    <a:lumMod val="50000"/>
                  </a:schemeClr>
                </a:solidFill>
                <a:effectLst/>
                <a:latin typeface="-apple-system"/>
              </a:rPr>
              <a:t>et al.</a:t>
            </a:r>
            <a:r>
              <a:rPr lang="en-US" sz="900" b="0" i="0" dirty="0">
                <a:solidFill>
                  <a:schemeClr val="bg1">
                    <a:lumMod val="50000"/>
                  </a:schemeClr>
                </a:solidFill>
                <a:effectLst/>
                <a:latin typeface="-apple-system"/>
              </a:rPr>
              <a:t> </a:t>
            </a:r>
            <a:r>
              <a:rPr lang="en-US" sz="900" b="0" i="1" dirty="0">
                <a:solidFill>
                  <a:schemeClr val="bg1">
                    <a:lumMod val="50000"/>
                  </a:schemeClr>
                </a:solidFill>
                <a:effectLst/>
                <a:latin typeface="-apple-system"/>
              </a:rPr>
              <a:t>Targeting the epigenetic regulation of </a:t>
            </a:r>
            <a:r>
              <a:rPr lang="en-US" sz="900" b="0" i="1" dirty="0" err="1">
                <a:solidFill>
                  <a:schemeClr val="bg1">
                    <a:lumMod val="50000"/>
                  </a:schemeClr>
                </a:solidFill>
                <a:effectLst/>
                <a:latin typeface="-apple-system"/>
              </a:rPr>
              <a:t>antitumour</a:t>
            </a:r>
            <a:r>
              <a:rPr lang="en-US" sz="900" b="0" i="1" dirty="0">
                <a:solidFill>
                  <a:schemeClr val="bg1">
                    <a:lumMod val="50000"/>
                  </a:schemeClr>
                </a:solidFill>
                <a:effectLst/>
                <a:latin typeface="-apple-system"/>
              </a:rPr>
              <a:t> immunity</a:t>
            </a:r>
            <a:r>
              <a:rPr lang="en-US" sz="900" b="0" i="0" dirty="0">
                <a:solidFill>
                  <a:schemeClr val="bg1">
                    <a:lumMod val="50000"/>
                  </a:schemeClr>
                </a:solidFill>
                <a:effectLst/>
                <a:latin typeface="-apple-system"/>
              </a:rPr>
              <a:t>. </a:t>
            </a:r>
            <a:r>
              <a:rPr lang="en-US" sz="900" b="0" dirty="0">
                <a:solidFill>
                  <a:schemeClr val="bg1">
                    <a:lumMod val="50000"/>
                  </a:schemeClr>
                </a:solidFill>
                <a:effectLst/>
                <a:latin typeface="-apple-system"/>
              </a:rPr>
              <a:t>Nat Rev Drug </a:t>
            </a:r>
            <a:r>
              <a:rPr lang="en-US" sz="900" b="0" dirty="0" err="1">
                <a:solidFill>
                  <a:schemeClr val="bg1">
                    <a:lumMod val="50000"/>
                  </a:schemeClr>
                </a:solidFill>
                <a:effectLst/>
                <a:latin typeface="-apple-system"/>
              </a:rPr>
              <a:t>Discov</a:t>
            </a:r>
            <a:r>
              <a:rPr lang="en-US" sz="900" b="0" dirty="0">
                <a:solidFill>
                  <a:schemeClr val="bg1">
                    <a:lumMod val="50000"/>
                  </a:schemeClr>
                </a:solidFill>
                <a:effectLst/>
                <a:latin typeface="-apple-system"/>
              </a:rPr>
              <a:t> </a:t>
            </a:r>
            <a:r>
              <a:rPr lang="en-US" sz="900" b="1" dirty="0">
                <a:solidFill>
                  <a:schemeClr val="bg1">
                    <a:lumMod val="50000"/>
                  </a:schemeClr>
                </a:solidFill>
                <a:effectLst/>
                <a:latin typeface="-apple-system"/>
              </a:rPr>
              <a:t> </a:t>
            </a:r>
            <a:r>
              <a:rPr lang="en-US" sz="900" b="0" i="0" dirty="0">
                <a:solidFill>
                  <a:schemeClr val="bg1">
                    <a:lumMod val="50000"/>
                  </a:schemeClr>
                </a:solidFill>
                <a:effectLst/>
                <a:latin typeface="-apple-system"/>
              </a:rPr>
              <a:t>(2020)</a:t>
            </a:r>
          </a:p>
          <a:p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Adapted from Zhang T, Cooper S, </a:t>
            </a:r>
            <a:r>
              <a:rPr lang="en-GB" sz="900" dirty="0" err="1">
                <a:solidFill>
                  <a:schemeClr val="bg1">
                    <a:lumMod val="50000"/>
                  </a:schemeClr>
                </a:solidFill>
              </a:rPr>
              <a:t>Brockdorff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 N, </a:t>
            </a:r>
            <a:r>
              <a:rPr lang="en-GB" sz="900" i="1" dirty="0">
                <a:solidFill>
                  <a:schemeClr val="bg1">
                    <a:lumMod val="50000"/>
                  </a:schemeClr>
                </a:solidFill>
              </a:rPr>
              <a:t>The interplay of histone modifications – writers that read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altLang="en-US" sz="900" dirty="0">
                <a:solidFill>
                  <a:schemeClr val="bg1">
                    <a:lumMod val="50000"/>
                  </a:schemeClr>
                </a:solidFill>
              </a:rPr>
              <a:t>EMBO reports, (2015)</a:t>
            </a:r>
            <a:endParaRPr 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09F91EB-171D-4CBA-9846-039CF1E79943}"/>
              </a:ext>
            </a:extLst>
          </p:cNvPr>
          <p:cNvGrpSpPr/>
          <p:nvPr/>
        </p:nvGrpSpPr>
        <p:grpSpPr>
          <a:xfrm>
            <a:off x="6096000" y="2026763"/>
            <a:ext cx="4639549" cy="3490517"/>
            <a:chOff x="6096000" y="2026763"/>
            <a:chExt cx="4639549" cy="3490517"/>
          </a:xfrm>
        </p:grpSpPr>
        <p:pic>
          <p:nvPicPr>
            <p:cNvPr id="11" name="Imagen 1">
              <a:extLst>
                <a:ext uri="{FF2B5EF4-FFF2-40B4-BE49-F238E27FC236}">
                  <a16:creationId xmlns:a16="http://schemas.microsoft.com/office/drawing/2014/main" id="{70322848-A5BD-4946-9B52-B0A752CBC19A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2026763"/>
              <a:ext cx="4639549" cy="349051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85680A6-CCF7-44B3-92F3-46EAAE48EE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461"/>
            <a:stretch/>
          </p:blipFill>
          <p:spPr>
            <a:xfrm>
              <a:off x="6240543" y="3167406"/>
              <a:ext cx="574576" cy="29720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A617BB3-2CFA-43A7-BB97-BFA885A678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40543" y="4833890"/>
              <a:ext cx="489852" cy="248191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C15E365-B1E7-444F-AF45-971778E91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611" y="402173"/>
            <a:ext cx="5488459" cy="473458"/>
          </a:xfrm>
        </p:spPr>
        <p:txBody>
          <a:bodyPr>
            <a:normAutofit/>
          </a:bodyPr>
          <a:lstStyle/>
          <a:p>
            <a:r>
              <a:rPr lang="en-GB" sz="2400" dirty="0"/>
              <a:t>Epigenetic regulation of gene expression</a:t>
            </a:r>
            <a:endParaRPr lang="en-US" sz="24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7A2D16-793F-4BF9-BD5D-7C00FE0D081B}"/>
              </a:ext>
            </a:extLst>
          </p:cNvPr>
          <p:cNvSpPr/>
          <p:nvPr/>
        </p:nvSpPr>
        <p:spPr>
          <a:xfrm>
            <a:off x="6207777" y="3991199"/>
            <a:ext cx="4527772" cy="13194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8F073B-7696-A760-5862-295D43FB9F74}"/>
              </a:ext>
            </a:extLst>
          </p:cNvPr>
          <p:cNvSpPr txBox="1"/>
          <p:nvPr/>
        </p:nvSpPr>
        <p:spPr>
          <a:xfrm>
            <a:off x="8905642" y="65539"/>
            <a:ext cx="532729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147 bp DNA +</a:t>
            </a:r>
          </a:p>
          <a:p>
            <a:r>
              <a:rPr lang="en-GB" dirty="0"/>
              <a:t>2x:</a:t>
            </a:r>
          </a:p>
          <a:p>
            <a:pPr marL="285750" indent="-285750">
              <a:buFontTx/>
              <a:buChar char="-"/>
            </a:pPr>
            <a:r>
              <a:rPr lang="en-GB" dirty="0"/>
              <a:t>H3 (H3K27ac, open chromatin) (H3Ser10P, mitosis)</a:t>
            </a:r>
          </a:p>
          <a:p>
            <a:pPr marL="285750" indent="-285750">
              <a:buFontTx/>
              <a:buChar char="-"/>
            </a:pPr>
            <a:r>
              <a:rPr lang="en-GB" dirty="0"/>
              <a:t>H4</a:t>
            </a:r>
          </a:p>
          <a:p>
            <a:pPr marL="285750" indent="-285750">
              <a:buFontTx/>
              <a:buChar char="-"/>
            </a:pPr>
            <a:r>
              <a:rPr lang="en-GB" dirty="0"/>
              <a:t>H2A</a:t>
            </a:r>
          </a:p>
          <a:p>
            <a:pPr marL="285750" indent="-285750">
              <a:buFontTx/>
              <a:buChar char="-"/>
            </a:pPr>
            <a:r>
              <a:rPr lang="en-GB" dirty="0"/>
              <a:t>H2B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974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1C24D-F48E-4AAB-9AEF-9CCF3B4FE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7267" y="286707"/>
            <a:ext cx="3705520" cy="306284"/>
          </a:xfrm>
        </p:spPr>
        <p:txBody>
          <a:bodyPr>
            <a:normAutofit fontScale="90000"/>
          </a:bodyPr>
          <a:lstStyle/>
          <a:p>
            <a:pPr algn="ctr"/>
            <a:r>
              <a:rPr lang="en-GB" sz="2400" dirty="0"/>
              <a:t>Repressive chromatin marks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AF465C-7AAF-4C05-B007-157AB9A8CB02}"/>
              </a:ext>
            </a:extLst>
          </p:cNvPr>
          <p:cNvSpPr txBox="1"/>
          <p:nvPr/>
        </p:nvSpPr>
        <p:spPr>
          <a:xfrm>
            <a:off x="4969331" y="852237"/>
            <a:ext cx="2572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 err="1"/>
              <a:t>Polycomb</a:t>
            </a:r>
            <a:r>
              <a:rPr lang="en-GB" b="1" dirty="0"/>
              <a:t> group Proteins</a:t>
            </a:r>
          </a:p>
          <a:p>
            <a:pPr algn="ctr"/>
            <a:r>
              <a:rPr lang="en-GB" b="1" dirty="0"/>
              <a:t>PRC1 &amp; PRC2 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33090D-5BB3-4060-A555-BA6B878A23A8}"/>
              </a:ext>
            </a:extLst>
          </p:cNvPr>
          <p:cNvSpPr txBox="1"/>
          <p:nvPr/>
        </p:nvSpPr>
        <p:spPr>
          <a:xfrm>
            <a:off x="4679399" y="1553988"/>
            <a:ext cx="442044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Maintenance of transcriptional silencing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Promoters of developmentally regulated genes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ym typeface="Wingdings" panose="05000000000000000000" pitchFamily="2" charset="2"/>
              </a:rPr>
              <a:t>Repressive </a:t>
            </a:r>
            <a:r>
              <a:rPr lang="en-GB" sz="1600" dirty="0" err="1">
                <a:sym typeface="Wingdings" panose="05000000000000000000" pitchFamily="2" charset="2"/>
              </a:rPr>
              <a:t>Polycomb</a:t>
            </a:r>
            <a:r>
              <a:rPr lang="en-GB" sz="1600" dirty="0">
                <a:sym typeface="Wingdings" panose="05000000000000000000" pitchFamily="2" charset="2"/>
              </a:rPr>
              <a:t> domains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ym typeface="Wingdings" panose="05000000000000000000" pitchFamily="2" charset="2"/>
              </a:rPr>
              <a:t>Recruited to unmethylated CGI</a:t>
            </a: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9A594FB-CC89-48A5-B461-2D3405B09D82}"/>
              </a:ext>
            </a:extLst>
          </p:cNvPr>
          <p:cNvGrpSpPr/>
          <p:nvPr/>
        </p:nvGrpSpPr>
        <p:grpSpPr>
          <a:xfrm>
            <a:off x="4740168" y="2608861"/>
            <a:ext cx="4055657" cy="2344543"/>
            <a:chOff x="6141567" y="922047"/>
            <a:chExt cx="3863357" cy="2233376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821246A-D4DE-4AF7-B2C0-0985246E272E}"/>
                </a:ext>
              </a:extLst>
            </p:cNvPr>
            <p:cNvGrpSpPr/>
            <p:nvPr/>
          </p:nvGrpSpPr>
          <p:grpSpPr>
            <a:xfrm>
              <a:off x="6141567" y="922047"/>
              <a:ext cx="3730101" cy="2233376"/>
              <a:chOff x="6002867" y="723961"/>
              <a:chExt cx="3959981" cy="2371015"/>
            </a:xfrm>
          </p:grpSpPr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E24FDF8B-39B7-4DEB-8814-72C816850F6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635" r="11975" b="3296"/>
              <a:stretch/>
            </p:blipFill>
            <p:spPr>
              <a:xfrm>
                <a:off x="6002867" y="867267"/>
                <a:ext cx="3959981" cy="2104533"/>
              </a:xfrm>
              <a:prstGeom prst="rect">
                <a:avLst/>
              </a:prstGeom>
            </p:spPr>
          </p:pic>
          <p:sp>
            <p:nvSpPr>
              <p:cNvPr id="31" name="Free-form: Shape 30">
                <a:extLst>
                  <a:ext uri="{FF2B5EF4-FFF2-40B4-BE49-F238E27FC236}">
                    <a16:creationId xmlns:a16="http://schemas.microsoft.com/office/drawing/2014/main" id="{1094EEB8-BE45-4F4C-8F84-D47937E1429D}"/>
                  </a:ext>
                </a:extLst>
              </p:cNvPr>
              <p:cNvSpPr/>
              <p:nvPr/>
            </p:nvSpPr>
            <p:spPr>
              <a:xfrm>
                <a:off x="6035792" y="1151468"/>
                <a:ext cx="982133" cy="440266"/>
              </a:xfrm>
              <a:custGeom>
                <a:avLst/>
                <a:gdLst>
                  <a:gd name="connsiteX0" fmla="*/ 459081 w 970844"/>
                  <a:gd name="connsiteY0" fmla="*/ 60207 h 436503"/>
                  <a:gd name="connsiteX1" fmla="*/ 428977 w 970844"/>
                  <a:gd name="connsiteY1" fmla="*/ 41392 h 436503"/>
                  <a:gd name="connsiteX2" fmla="*/ 413926 w 970844"/>
                  <a:gd name="connsiteY2" fmla="*/ 33866 h 436503"/>
                  <a:gd name="connsiteX3" fmla="*/ 395111 w 970844"/>
                  <a:gd name="connsiteY3" fmla="*/ 22577 h 436503"/>
                  <a:gd name="connsiteX4" fmla="*/ 365007 w 970844"/>
                  <a:gd name="connsiteY4" fmla="*/ 11289 h 436503"/>
                  <a:gd name="connsiteX5" fmla="*/ 323614 w 970844"/>
                  <a:gd name="connsiteY5" fmla="*/ 0 h 436503"/>
                  <a:gd name="connsiteX6" fmla="*/ 210726 w 970844"/>
                  <a:gd name="connsiteY6" fmla="*/ 3763 h 436503"/>
                  <a:gd name="connsiteX7" fmla="*/ 195674 w 970844"/>
                  <a:gd name="connsiteY7" fmla="*/ 7526 h 436503"/>
                  <a:gd name="connsiteX8" fmla="*/ 90311 w 970844"/>
                  <a:gd name="connsiteY8" fmla="*/ 15051 h 436503"/>
                  <a:gd name="connsiteX9" fmla="*/ 52681 w 970844"/>
                  <a:gd name="connsiteY9" fmla="*/ 45155 h 436503"/>
                  <a:gd name="connsiteX10" fmla="*/ 45155 w 970844"/>
                  <a:gd name="connsiteY10" fmla="*/ 60207 h 436503"/>
                  <a:gd name="connsiteX11" fmla="*/ 33866 w 970844"/>
                  <a:gd name="connsiteY11" fmla="*/ 63970 h 436503"/>
                  <a:gd name="connsiteX12" fmla="*/ 22577 w 970844"/>
                  <a:gd name="connsiteY12" fmla="*/ 71496 h 436503"/>
                  <a:gd name="connsiteX13" fmla="*/ 7526 w 970844"/>
                  <a:gd name="connsiteY13" fmla="*/ 97837 h 436503"/>
                  <a:gd name="connsiteX14" fmla="*/ 0 w 970844"/>
                  <a:gd name="connsiteY14" fmla="*/ 135466 h 436503"/>
                  <a:gd name="connsiteX15" fmla="*/ 30103 w 970844"/>
                  <a:gd name="connsiteY15" fmla="*/ 184385 h 436503"/>
                  <a:gd name="connsiteX16" fmla="*/ 45155 w 970844"/>
                  <a:gd name="connsiteY16" fmla="*/ 191911 h 436503"/>
                  <a:gd name="connsiteX17" fmla="*/ 60207 w 970844"/>
                  <a:gd name="connsiteY17" fmla="*/ 203200 h 436503"/>
                  <a:gd name="connsiteX18" fmla="*/ 86548 w 970844"/>
                  <a:gd name="connsiteY18" fmla="*/ 210726 h 436503"/>
                  <a:gd name="connsiteX19" fmla="*/ 97837 w 970844"/>
                  <a:gd name="connsiteY19" fmla="*/ 218251 h 436503"/>
                  <a:gd name="connsiteX20" fmla="*/ 131703 w 970844"/>
                  <a:gd name="connsiteY20" fmla="*/ 225777 h 436503"/>
                  <a:gd name="connsiteX21" fmla="*/ 184385 w 970844"/>
                  <a:gd name="connsiteY21" fmla="*/ 237066 h 436503"/>
                  <a:gd name="connsiteX22" fmla="*/ 218251 w 970844"/>
                  <a:gd name="connsiteY22" fmla="*/ 240829 h 436503"/>
                  <a:gd name="connsiteX23" fmla="*/ 199437 w 970844"/>
                  <a:gd name="connsiteY23" fmla="*/ 248355 h 436503"/>
                  <a:gd name="connsiteX24" fmla="*/ 184385 w 970844"/>
                  <a:gd name="connsiteY24" fmla="*/ 270933 h 436503"/>
                  <a:gd name="connsiteX25" fmla="*/ 180622 w 970844"/>
                  <a:gd name="connsiteY25" fmla="*/ 289748 h 436503"/>
                  <a:gd name="connsiteX26" fmla="*/ 188148 w 970844"/>
                  <a:gd name="connsiteY26" fmla="*/ 312326 h 436503"/>
                  <a:gd name="connsiteX27" fmla="*/ 218251 w 970844"/>
                  <a:gd name="connsiteY27" fmla="*/ 365007 h 436503"/>
                  <a:gd name="connsiteX28" fmla="*/ 244592 w 970844"/>
                  <a:gd name="connsiteY28" fmla="*/ 387585 h 436503"/>
                  <a:gd name="connsiteX29" fmla="*/ 263407 w 970844"/>
                  <a:gd name="connsiteY29" fmla="*/ 391348 h 436503"/>
                  <a:gd name="connsiteX30" fmla="*/ 301037 w 970844"/>
                  <a:gd name="connsiteY30" fmla="*/ 406400 h 436503"/>
                  <a:gd name="connsiteX31" fmla="*/ 338666 w 970844"/>
                  <a:gd name="connsiteY31" fmla="*/ 402637 h 436503"/>
                  <a:gd name="connsiteX32" fmla="*/ 349955 w 970844"/>
                  <a:gd name="connsiteY32" fmla="*/ 398874 h 436503"/>
                  <a:gd name="connsiteX33" fmla="*/ 440266 w 970844"/>
                  <a:gd name="connsiteY33" fmla="*/ 402637 h 436503"/>
                  <a:gd name="connsiteX34" fmla="*/ 455318 w 970844"/>
                  <a:gd name="connsiteY34" fmla="*/ 410163 h 436503"/>
                  <a:gd name="connsiteX35" fmla="*/ 496711 w 970844"/>
                  <a:gd name="connsiteY35" fmla="*/ 402637 h 436503"/>
                  <a:gd name="connsiteX36" fmla="*/ 523051 w 970844"/>
                  <a:gd name="connsiteY36" fmla="*/ 383822 h 436503"/>
                  <a:gd name="connsiteX37" fmla="*/ 549392 w 970844"/>
                  <a:gd name="connsiteY37" fmla="*/ 387585 h 436503"/>
                  <a:gd name="connsiteX38" fmla="*/ 560681 w 970844"/>
                  <a:gd name="connsiteY38" fmla="*/ 398874 h 436503"/>
                  <a:gd name="connsiteX39" fmla="*/ 602074 w 970844"/>
                  <a:gd name="connsiteY39" fmla="*/ 410163 h 436503"/>
                  <a:gd name="connsiteX40" fmla="*/ 628414 w 970844"/>
                  <a:gd name="connsiteY40" fmla="*/ 417689 h 436503"/>
                  <a:gd name="connsiteX41" fmla="*/ 654755 w 970844"/>
                  <a:gd name="connsiteY41" fmla="*/ 421451 h 436503"/>
                  <a:gd name="connsiteX42" fmla="*/ 669807 w 970844"/>
                  <a:gd name="connsiteY42" fmla="*/ 425214 h 436503"/>
                  <a:gd name="connsiteX43" fmla="*/ 730014 w 970844"/>
                  <a:gd name="connsiteY43" fmla="*/ 436503 h 436503"/>
                  <a:gd name="connsiteX44" fmla="*/ 827851 w 970844"/>
                  <a:gd name="connsiteY44" fmla="*/ 432740 h 436503"/>
                  <a:gd name="connsiteX45" fmla="*/ 839140 w 970844"/>
                  <a:gd name="connsiteY45" fmla="*/ 428977 h 436503"/>
                  <a:gd name="connsiteX46" fmla="*/ 869244 w 970844"/>
                  <a:gd name="connsiteY46" fmla="*/ 421451 h 436503"/>
                  <a:gd name="connsiteX47" fmla="*/ 891822 w 970844"/>
                  <a:gd name="connsiteY47" fmla="*/ 410163 h 436503"/>
                  <a:gd name="connsiteX48" fmla="*/ 929451 w 970844"/>
                  <a:gd name="connsiteY48" fmla="*/ 398874 h 436503"/>
                  <a:gd name="connsiteX49" fmla="*/ 940740 w 970844"/>
                  <a:gd name="connsiteY49" fmla="*/ 391348 h 436503"/>
                  <a:gd name="connsiteX50" fmla="*/ 963318 w 970844"/>
                  <a:gd name="connsiteY50" fmla="*/ 365007 h 436503"/>
                  <a:gd name="connsiteX51" fmla="*/ 967081 w 970844"/>
                  <a:gd name="connsiteY51" fmla="*/ 338666 h 436503"/>
                  <a:gd name="connsiteX52" fmla="*/ 970844 w 970844"/>
                  <a:gd name="connsiteY52" fmla="*/ 323614 h 436503"/>
                  <a:gd name="connsiteX53" fmla="*/ 967081 w 970844"/>
                  <a:gd name="connsiteY53" fmla="*/ 297274 h 436503"/>
                  <a:gd name="connsiteX54" fmla="*/ 963318 w 970844"/>
                  <a:gd name="connsiteY54" fmla="*/ 278459 h 436503"/>
                  <a:gd name="connsiteX55" fmla="*/ 933214 w 970844"/>
                  <a:gd name="connsiteY55" fmla="*/ 255881 h 436503"/>
                  <a:gd name="connsiteX56" fmla="*/ 921926 w 970844"/>
                  <a:gd name="connsiteY56" fmla="*/ 240829 h 436503"/>
                  <a:gd name="connsiteX57" fmla="*/ 891822 w 970844"/>
                  <a:gd name="connsiteY57" fmla="*/ 229540 h 436503"/>
                  <a:gd name="connsiteX58" fmla="*/ 880533 w 970844"/>
                  <a:gd name="connsiteY58" fmla="*/ 225777 h 436503"/>
                  <a:gd name="connsiteX59" fmla="*/ 854192 w 970844"/>
                  <a:gd name="connsiteY59" fmla="*/ 214489 h 436503"/>
                  <a:gd name="connsiteX60" fmla="*/ 869244 w 970844"/>
                  <a:gd name="connsiteY60" fmla="*/ 199437 h 436503"/>
                  <a:gd name="connsiteX61" fmla="*/ 888059 w 970844"/>
                  <a:gd name="connsiteY61" fmla="*/ 173096 h 436503"/>
                  <a:gd name="connsiteX62" fmla="*/ 891822 w 970844"/>
                  <a:gd name="connsiteY62" fmla="*/ 158044 h 436503"/>
                  <a:gd name="connsiteX63" fmla="*/ 903111 w 970844"/>
                  <a:gd name="connsiteY63" fmla="*/ 131703 h 436503"/>
                  <a:gd name="connsiteX64" fmla="*/ 899348 w 970844"/>
                  <a:gd name="connsiteY64" fmla="*/ 109126 h 436503"/>
                  <a:gd name="connsiteX65" fmla="*/ 888059 w 970844"/>
                  <a:gd name="connsiteY65" fmla="*/ 94074 h 436503"/>
                  <a:gd name="connsiteX66" fmla="*/ 876770 w 970844"/>
                  <a:gd name="connsiteY66" fmla="*/ 82785 h 436503"/>
                  <a:gd name="connsiteX67" fmla="*/ 846666 w 970844"/>
                  <a:gd name="connsiteY67" fmla="*/ 75259 h 436503"/>
                  <a:gd name="connsiteX68" fmla="*/ 827851 w 970844"/>
                  <a:gd name="connsiteY68" fmla="*/ 63970 h 436503"/>
                  <a:gd name="connsiteX69" fmla="*/ 812800 w 970844"/>
                  <a:gd name="connsiteY69" fmla="*/ 52681 h 436503"/>
                  <a:gd name="connsiteX70" fmla="*/ 797748 w 970844"/>
                  <a:gd name="connsiteY70" fmla="*/ 48918 h 436503"/>
                  <a:gd name="connsiteX71" fmla="*/ 782696 w 970844"/>
                  <a:gd name="connsiteY71" fmla="*/ 41392 h 436503"/>
                  <a:gd name="connsiteX72" fmla="*/ 767644 w 970844"/>
                  <a:gd name="connsiteY72" fmla="*/ 37629 h 436503"/>
                  <a:gd name="connsiteX73" fmla="*/ 748829 w 970844"/>
                  <a:gd name="connsiteY73" fmla="*/ 30103 h 436503"/>
                  <a:gd name="connsiteX74" fmla="*/ 722488 w 970844"/>
                  <a:gd name="connsiteY74" fmla="*/ 26340 h 436503"/>
                  <a:gd name="connsiteX75" fmla="*/ 703674 w 970844"/>
                  <a:gd name="connsiteY75" fmla="*/ 18814 h 436503"/>
                  <a:gd name="connsiteX76" fmla="*/ 564444 w 970844"/>
                  <a:gd name="connsiteY76" fmla="*/ 18814 h 436503"/>
                  <a:gd name="connsiteX77" fmla="*/ 549392 w 970844"/>
                  <a:gd name="connsiteY77" fmla="*/ 26340 h 436503"/>
                  <a:gd name="connsiteX78" fmla="*/ 515526 w 970844"/>
                  <a:gd name="connsiteY78" fmla="*/ 33866 h 436503"/>
                  <a:gd name="connsiteX79" fmla="*/ 500474 w 970844"/>
                  <a:gd name="connsiteY79" fmla="*/ 41392 h 436503"/>
                  <a:gd name="connsiteX80" fmla="*/ 489185 w 970844"/>
                  <a:gd name="connsiteY80" fmla="*/ 48918 h 436503"/>
                  <a:gd name="connsiteX81" fmla="*/ 466607 w 970844"/>
                  <a:gd name="connsiteY81" fmla="*/ 56444 h 436503"/>
                  <a:gd name="connsiteX82" fmla="*/ 459081 w 970844"/>
                  <a:gd name="connsiteY82" fmla="*/ 60207 h 436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</a:cxnLst>
                <a:rect l="l" t="t" r="r" b="b"/>
                <a:pathLst>
                  <a:path w="970844" h="436503">
                    <a:moveTo>
                      <a:pt x="459081" y="60207"/>
                    </a:moveTo>
                    <a:cubicBezTo>
                      <a:pt x="416790" y="43291"/>
                      <a:pt x="459645" y="63298"/>
                      <a:pt x="428977" y="41392"/>
                    </a:cubicBezTo>
                    <a:cubicBezTo>
                      <a:pt x="424413" y="38132"/>
                      <a:pt x="418829" y="36590"/>
                      <a:pt x="413926" y="33866"/>
                    </a:cubicBezTo>
                    <a:cubicBezTo>
                      <a:pt x="407532" y="30314"/>
                      <a:pt x="401505" y="26129"/>
                      <a:pt x="395111" y="22577"/>
                    </a:cubicBezTo>
                    <a:cubicBezTo>
                      <a:pt x="372013" y="9745"/>
                      <a:pt x="388654" y="19171"/>
                      <a:pt x="365007" y="11289"/>
                    </a:cubicBezTo>
                    <a:cubicBezTo>
                      <a:pt x="328742" y="-798"/>
                      <a:pt x="364564" y="6825"/>
                      <a:pt x="323614" y="0"/>
                    </a:cubicBezTo>
                    <a:cubicBezTo>
                      <a:pt x="285985" y="1254"/>
                      <a:pt x="248311" y="1552"/>
                      <a:pt x="210726" y="3763"/>
                    </a:cubicBezTo>
                    <a:cubicBezTo>
                      <a:pt x="205563" y="4067"/>
                      <a:pt x="200823" y="7043"/>
                      <a:pt x="195674" y="7526"/>
                    </a:cubicBezTo>
                    <a:cubicBezTo>
                      <a:pt x="160617" y="10812"/>
                      <a:pt x="125432" y="12543"/>
                      <a:pt x="90311" y="15051"/>
                    </a:cubicBezTo>
                    <a:cubicBezTo>
                      <a:pt x="77768" y="25086"/>
                      <a:pt x="59865" y="30788"/>
                      <a:pt x="52681" y="45155"/>
                    </a:cubicBezTo>
                    <a:cubicBezTo>
                      <a:pt x="50172" y="50172"/>
                      <a:pt x="49122" y="56240"/>
                      <a:pt x="45155" y="60207"/>
                    </a:cubicBezTo>
                    <a:cubicBezTo>
                      <a:pt x="42350" y="63012"/>
                      <a:pt x="37414" y="62196"/>
                      <a:pt x="33866" y="63970"/>
                    </a:cubicBezTo>
                    <a:cubicBezTo>
                      <a:pt x="29821" y="65993"/>
                      <a:pt x="26340" y="68987"/>
                      <a:pt x="22577" y="71496"/>
                    </a:cubicBezTo>
                    <a:cubicBezTo>
                      <a:pt x="16337" y="80856"/>
                      <a:pt x="11619" y="86921"/>
                      <a:pt x="7526" y="97837"/>
                    </a:cubicBezTo>
                    <a:cubicBezTo>
                      <a:pt x="4158" y="106819"/>
                      <a:pt x="1301" y="127661"/>
                      <a:pt x="0" y="135466"/>
                    </a:cubicBezTo>
                    <a:cubicBezTo>
                      <a:pt x="4835" y="154808"/>
                      <a:pt x="7214" y="172941"/>
                      <a:pt x="30103" y="184385"/>
                    </a:cubicBezTo>
                    <a:cubicBezTo>
                      <a:pt x="35120" y="186894"/>
                      <a:pt x="40398" y="188938"/>
                      <a:pt x="45155" y="191911"/>
                    </a:cubicBezTo>
                    <a:cubicBezTo>
                      <a:pt x="50473" y="195235"/>
                      <a:pt x="54762" y="200088"/>
                      <a:pt x="60207" y="203200"/>
                    </a:cubicBezTo>
                    <a:cubicBezTo>
                      <a:pt x="64406" y="205599"/>
                      <a:pt x="83289" y="209911"/>
                      <a:pt x="86548" y="210726"/>
                    </a:cubicBezTo>
                    <a:cubicBezTo>
                      <a:pt x="90311" y="213234"/>
                      <a:pt x="93792" y="216229"/>
                      <a:pt x="97837" y="218251"/>
                    </a:cubicBezTo>
                    <a:cubicBezTo>
                      <a:pt x="107603" y="223133"/>
                      <a:pt x="122066" y="223849"/>
                      <a:pt x="131703" y="225777"/>
                    </a:cubicBezTo>
                    <a:cubicBezTo>
                      <a:pt x="157347" y="230906"/>
                      <a:pt x="146180" y="232821"/>
                      <a:pt x="184385" y="237066"/>
                    </a:cubicBezTo>
                    <a:lnTo>
                      <a:pt x="218251" y="240829"/>
                    </a:lnTo>
                    <a:cubicBezTo>
                      <a:pt x="211980" y="243338"/>
                      <a:pt x="204485" y="243867"/>
                      <a:pt x="199437" y="248355"/>
                    </a:cubicBezTo>
                    <a:cubicBezTo>
                      <a:pt x="192677" y="254364"/>
                      <a:pt x="184385" y="270933"/>
                      <a:pt x="184385" y="270933"/>
                    </a:cubicBezTo>
                    <a:cubicBezTo>
                      <a:pt x="183131" y="277205"/>
                      <a:pt x="180043" y="283378"/>
                      <a:pt x="180622" y="289748"/>
                    </a:cubicBezTo>
                    <a:cubicBezTo>
                      <a:pt x="181340" y="297649"/>
                      <a:pt x="185023" y="305034"/>
                      <a:pt x="188148" y="312326"/>
                    </a:cubicBezTo>
                    <a:cubicBezTo>
                      <a:pt x="195277" y="328960"/>
                      <a:pt x="206626" y="350476"/>
                      <a:pt x="218251" y="365007"/>
                    </a:cubicBezTo>
                    <a:cubicBezTo>
                      <a:pt x="222295" y="370062"/>
                      <a:pt x="236454" y="384533"/>
                      <a:pt x="244592" y="387585"/>
                    </a:cubicBezTo>
                    <a:cubicBezTo>
                      <a:pt x="250581" y="389831"/>
                      <a:pt x="257339" y="389325"/>
                      <a:pt x="263407" y="391348"/>
                    </a:cubicBezTo>
                    <a:cubicBezTo>
                      <a:pt x="276223" y="395620"/>
                      <a:pt x="301037" y="406400"/>
                      <a:pt x="301037" y="406400"/>
                    </a:cubicBezTo>
                    <a:cubicBezTo>
                      <a:pt x="313580" y="405146"/>
                      <a:pt x="326207" y="404554"/>
                      <a:pt x="338666" y="402637"/>
                    </a:cubicBezTo>
                    <a:cubicBezTo>
                      <a:pt x="342586" y="402034"/>
                      <a:pt x="345988" y="398874"/>
                      <a:pt x="349955" y="398874"/>
                    </a:cubicBezTo>
                    <a:cubicBezTo>
                      <a:pt x="380085" y="398874"/>
                      <a:pt x="410162" y="401383"/>
                      <a:pt x="440266" y="402637"/>
                    </a:cubicBezTo>
                    <a:cubicBezTo>
                      <a:pt x="445283" y="405146"/>
                      <a:pt x="449731" y="409655"/>
                      <a:pt x="455318" y="410163"/>
                    </a:cubicBezTo>
                    <a:cubicBezTo>
                      <a:pt x="465206" y="411062"/>
                      <a:pt x="485634" y="405406"/>
                      <a:pt x="496711" y="402637"/>
                    </a:cubicBezTo>
                    <a:cubicBezTo>
                      <a:pt x="503508" y="395840"/>
                      <a:pt x="512156" y="384813"/>
                      <a:pt x="523051" y="383822"/>
                    </a:cubicBezTo>
                    <a:cubicBezTo>
                      <a:pt x="531884" y="383019"/>
                      <a:pt x="540612" y="386331"/>
                      <a:pt x="549392" y="387585"/>
                    </a:cubicBezTo>
                    <a:cubicBezTo>
                      <a:pt x="553155" y="391348"/>
                      <a:pt x="555921" y="396494"/>
                      <a:pt x="560681" y="398874"/>
                    </a:cubicBezTo>
                    <a:cubicBezTo>
                      <a:pt x="567718" y="402392"/>
                      <a:pt x="591912" y="407260"/>
                      <a:pt x="602074" y="410163"/>
                    </a:cubicBezTo>
                    <a:cubicBezTo>
                      <a:pt x="616174" y="414192"/>
                      <a:pt x="612246" y="414750"/>
                      <a:pt x="628414" y="417689"/>
                    </a:cubicBezTo>
                    <a:cubicBezTo>
                      <a:pt x="637140" y="419275"/>
                      <a:pt x="646029" y="419865"/>
                      <a:pt x="654755" y="421451"/>
                    </a:cubicBezTo>
                    <a:cubicBezTo>
                      <a:pt x="659843" y="422376"/>
                      <a:pt x="664750" y="424130"/>
                      <a:pt x="669807" y="425214"/>
                    </a:cubicBezTo>
                    <a:cubicBezTo>
                      <a:pt x="701383" y="431980"/>
                      <a:pt x="702892" y="431983"/>
                      <a:pt x="730014" y="436503"/>
                    </a:cubicBezTo>
                    <a:cubicBezTo>
                      <a:pt x="762626" y="435249"/>
                      <a:pt x="795292" y="434985"/>
                      <a:pt x="827851" y="432740"/>
                    </a:cubicBezTo>
                    <a:cubicBezTo>
                      <a:pt x="831808" y="432467"/>
                      <a:pt x="835292" y="429939"/>
                      <a:pt x="839140" y="428977"/>
                    </a:cubicBezTo>
                    <a:cubicBezTo>
                      <a:pt x="851693" y="425839"/>
                      <a:pt x="858183" y="426367"/>
                      <a:pt x="869244" y="421451"/>
                    </a:cubicBezTo>
                    <a:cubicBezTo>
                      <a:pt x="876933" y="418034"/>
                      <a:pt x="884010" y="413288"/>
                      <a:pt x="891822" y="410163"/>
                    </a:cubicBezTo>
                    <a:cubicBezTo>
                      <a:pt x="904968" y="404905"/>
                      <a:pt x="916695" y="407378"/>
                      <a:pt x="929451" y="398874"/>
                    </a:cubicBezTo>
                    <a:cubicBezTo>
                      <a:pt x="933214" y="396365"/>
                      <a:pt x="937266" y="394243"/>
                      <a:pt x="940740" y="391348"/>
                    </a:cubicBezTo>
                    <a:cubicBezTo>
                      <a:pt x="951222" y="382613"/>
                      <a:pt x="955013" y="376081"/>
                      <a:pt x="963318" y="365007"/>
                    </a:cubicBezTo>
                    <a:cubicBezTo>
                      <a:pt x="964572" y="356227"/>
                      <a:pt x="965494" y="347392"/>
                      <a:pt x="967081" y="338666"/>
                    </a:cubicBezTo>
                    <a:cubicBezTo>
                      <a:pt x="968006" y="333578"/>
                      <a:pt x="970844" y="328786"/>
                      <a:pt x="970844" y="323614"/>
                    </a:cubicBezTo>
                    <a:cubicBezTo>
                      <a:pt x="970844" y="314745"/>
                      <a:pt x="968539" y="306022"/>
                      <a:pt x="967081" y="297274"/>
                    </a:cubicBezTo>
                    <a:cubicBezTo>
                      <a:pt x="966030" y="290965"/>
                      <a:pt x="967368" y="283409"/>
                      <a:pt x="963318" y="278459"/>
                    </a:cubicBezTo>
                    <a:cubicBezTo>
                      <a:pt x="955375" y="268751"/>
                      <a:pt x="940740" y="265916"/>
                      <a:pt x="933214" y="255881"/>
                    </a:cubicBezTo>
                    <a:cubicBezTo>
                      <a:pt x="929451" y="250864"/>
                      <a:pt x="926688" y="244911"/>
                      <a:pt x="921926" y="240829"/>
                    </a:cubicBezTo>
                    <a:cubicBezTo>
                      <a:pt x="913158" y="233313"/>
                      <a:pt x="902258" y="232522"/>
                      <a:pt x="891822" y="229540"/>
                    </a:cubicBezTo>
                    <a:cubicBezTo>
                      <a:pt x="888008" y="228450"/>
                      <a:pt x="884081" y="227551"/>
                      <a:pt x="880533" y="225777"/>
                    </a:cubicBezTo>
                    <a:cubicBezTo>
                      <a:pt x="854549" y="212785"/>
                      <a:pt x="885515" y="222318"/>
                      <a:pt x="854192" y="214489"/>
                    </a:cubicBezTo>
                    <a:cubicBezTo>
                      <a:pt x="859209" y="209472"/>
                      <a:pt x="864572" y="204777"/>
                      <a:pt x="869244" y="199437"/>
                    </a:cubicBezTo>
                    <a:cubicBezTo>
                      <a:pt x="875779" y="191969"/>
                      <a:pt x="882439" y="181525"/>
                      <a:pt x="888059" y="173096"/>
                    </a:cubicBezTo>
                    <a:cubicBezTo>
                      <a:pt x="889313" y="168079"/>
                      <a:pt x="889785" y="162798"/>
                      <a:pt x="891822" y="158044"/>
                    </a:cubicBezTo>
                    <a:cubicBezTo>
                      <a:pt x="907414" y="121662"/>
                      <a:pt x="892308" y="174916"/>
                      <a:pt x="903111" y="131703"/>
                    </a:cubicBezTo>
                    <a:cubicBezTo>
                      <a:pt x="901857" y="124177"/>
                      <a:pt x="902182" y="116210"/>
                      <a:pt x="899348" y="109126"/>
                    </a:cubicBezTo>
                    <a:cubicBezTo>
                      <a:pt x="897019" y="103303"/>
                      <a:pt x="892141" y="98836"/>
                      <a:pt x="888059" y="94074"/>
                    </a:cubicBezTo>
                    <a:cubicBezTo>
                      <a:pt x="884596" y="90033"/>
                      <a:pt x="881198" y="85737"/>
                      <a:pt x="876770" y="82785"/>
                    </a:cubicBezTo>
                    <a:cubicBezTo>
                      <a:pt x="871811" y="79479"/>
                      <a:pt x="849380" y="75802"/>
                      <a:pt x="846666" y="75259"/>
                    </a:cubicBezTo>
                    <a:cubicBezTo>
                      <a:pt x="840394" y="71496"/>
                      <a:pt x="833937" y="68027"/>
                      <a:pt x="827851" y="63970"/>
                    </a:cubicBezTo>
                    <a:cubicBezTo>
                      <a:pt x="822633" y="60491"/>
                      <a:pt x="818409" y="55486"/>
                      <a:pt x="812800" y="52681"/>
                    </a:cubicBezTo>
                    <a:cubicBezTo>
                      <a:pt x="808174" y="50368"/>
                      <a:pt x="802590" y="50734"/>
                      <a:pt x="797748" y="48918"/>
                    </a:cubicBezTo>
                    <a:cubicBezTo>
                      <a:pt x="792496" y="46948"/>
                      <a:pt x="787948" y="43362"/>
                      <a:pt x="782696" y="41392"/>
                    </a:cubicBezTo>
                    <a:cubicBezTo>
                      <a:pt x="777854" y="39576"/>
                      <a:pt x="772550" y="39264"/>
                      <a:pt x="767644" y="37629"/>
                    </a:cubicBezTo>
                    <a:cubicBezTo>
                      <a:pt x="761236" y="35493"/>
                      <a:pt x="755382" y="31741"/>
                      <a:pt x="748829" y="30103"/>
                    </a:cubicBezTo>
                    <a:cubicBezTo>
                      <a:pt x="740224" y="27952"/>
                      <a:pt x="731268" y="27594"/>
                      <a:pt x="722488" y="26340"/>
                    </a:cubicBezTo>
                    <a:cubicBezTo>
                      <a:pt x="716217" y="23831"/>
                      <a:pt x="710144" y="20755"/>
                      <a:pt x="703674" y="18814"/>
                    </a:cubicBezTo>
                    <a:cubicBezTo>
                      <a:pt x="663050" y="6626"/>
                      <a:pt x="580943" y="18298"/>
                      <a:pt x="564444" y="18814"/>
                    </a:cubicBezTo>
                    <a:cubicBezTo>
                      <a:pt x="559427" y="21323"/>
                      <a:pt x="554765" y="24728"/>
                      <a:pt x="549392" y="26340"/>
                    </a:cubicBezTo>
                    <a:cubicBezTo>
                      <a:pt x="521826" y="34610"/>
                      <a:pt x="534611" y="25686"/>
                      <a:pt x="515526" y="33866"/>
                    </a:cubicBezTo>
                    <a:cubicBezTo>
                      <a:pt x="510370" y="36076"/>
                      <a:pt x="505344" y="38609"/>
                      <a:pt x="500474" y="41392"/>
                    </a:cubicBezTo>
                    <a:cubicBezTo>
                      <a:pt x="496547" y="43636"/>
                      <a:pt x="493318" y="47081"/>
                      <a:pt x="489185" y="48918"/>
                    </a:cubicBezTo>
                    <a:cubicBezTo>
                      <a:pt x="481936" y="52140"/>
                      <a:pt x="474133" y="53935"/>
                      <a:pt x="466607" y="56444"/>
                    </a:cubicBezTo>
                    <a:lnTo>
                      <a:pt x="459081" y="60207"/>
                    </a:lnTo>
                    <a:close/>
                  </a:path>
                </a:pathLst>
              </a:custGeom>
              <a:solidFill>
                <a:schemeClr val="bg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12201EC-8035-45B6-9232-3B99FE6FADAD}"/>
                  </a:ext>
                </a:extLst>
              </p:cNvPr>
              <p:cNvSpPr/>
              <p:nvPr/>
            </p:nvSpPr>
            <p:spPr>
              <a:xfrm>
                <a:off x="6292735" y="1022465"/>
                <a:ext cx="374072" cy="12900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833353B4-8C3D-40DB-93F9-8904F151F70B}"/>
                  </a:ext>
                </a:extLst>
              </p:cNvPr>
              <p:cNvSpPr/>
              <p:nvPr/>
            </p:nvSpPr>
            <p:spPr>
              <a:xfrm>
                <a:off x="6139905" y="771867"/>
                <a:ext cx="746162" cy="30200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dirty="0">
                    <a:solidFill>
                      <a:srgbClr val="FF0000"/>
                    </a:solidFill>
                  </a:rPr>
                  <a:t>PRC2</a:t>
                </a:r>
                <a:endParaRPr lang="en-US" sz="16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4" name="Free-form: Shape 33">
                <a:extLst>
                  <a:ext uri="{FF2B5EF4-FFF2-40B4-BE49-F238E27FC236}">
                    <a16:creationId xmlns:a16="http://schemas.microsoft.com/office/drawing/2014/main" id="{12F95C5D-8699-43C4-BB02-7C73F75E5034}"/>
                  </a:ext>
                </a:extLst>
              </p:cNvPr>
              <p:cNvSpPr/>
              <p:nvPr/>
            </p:nvSpPr>
            <p:spPr>
              <a:xfrm>
                <a:off x="6002868" y="2252133"/>
                <a:ext cx="1020236" cy="770467"/>
              </a:xfrm>
              <a:custGeom>
                <a:avLst/>
                <a:gdLst>
                  <a:gd name="connsiteX0" fmla="*/ 364067 w 1003303"/>
                  <a:gd name="connsiteY0" fmla="*/ 156633 h 766233"/>
                  <a:gd name="connsiteX1" fmla="*/ 359833 w 1003303"/>
                  <a:gd name="connsiteY1" fmla="*/ 177800 h 766233"/>
                  <a:gd name="connsiteX2" fmla="*/ 347133 w 1003303"/>
                  <a:gd name="connsiteY2" fmla="*/ 186266 h 766233"/>
                  <a:gd name="connsiteX3" fmla="*/ 334433 w 1003303"/>
                  <a:gd name="connsiteY3" fmla="*/ 165100 h 766233"/>
                  <a:gd name="connsiteX4" fmla="*/ 304800 w 1003303"/>
                  <a:gd name="connsiteY4" fmla="*/ 139700 h 766233"/>
                  <a:gd name="connsiteX5" fmla="*/ 270933 w 1003303"/>
                  <a:gd name="connsiteY5" fmla="*/ 131233 h 766233"/>
                  <a:gd name="connsiteX6" fmla="*/ 160867 w 1003303"/>
                  <a:gd name="connsiteY6" fmla="*/ 135466 h 766233"/>
                  <a:gd name="connsiteX7" fmla="*/ 127000 w 1003303"/>
                  <a:gd name="connsiteY7" fmla="*/ 143933 h 766233"/>
                  <a:gd name="connsiteX8" fmla="*/ 105833 w 1003303"/>
                  <a:gd name="connsiteY8" fmla="*/ 156633 h 766233"/>
                  <a:gd name="connsiteX9" fmla="*/ 84667 w 1003303"/>
                  <a:gd name="connsiteY9" fmla="*/ 160866 h 766233"/>
                  <a:gd name="connsiteX10" fmla="*/ 71967 w 1003303"/>
                  <a:gd name="connsiteY10" fmla="*/ 165100 h 766233"/>
                  <a:gd name="connsiteX11" fmla="*/ 55033 w 1003303"/>
                  <a:gd name="connsiteY11" fmla="*/ 177800 h 766233"/>
                  <a:gd name="connsiteX12" fmla="*/ 33867 w 1003303"/>
                  <a:gd name="connsiteY12" fmla="*/ 190500 h 766233"/>
                  <a:gd name="connsiteX13" fmla="*/ 21167 w 1003303"/>
                  <a:gd name="connsiteY13" fmla="*/ 198966 h 766233"/>
                  <a:gd name="connsiteX14" fmla="*/ 0 w 1003303"/>
                  <a:gd name="connsiteY14" fmla="*/ 241300 h 766233"/>
                  <a:gd name="connsiteX15" fmla="*/ 8467 w 1003303"/>
                  <a:gd name="connsiteY15" fmla="*/ 283633 h 766233"/>
                  <a:gd name="connsiteX16" fmla="*/ 29633 w 1003303"/>
                  <a:gd name="connsiteY16" fmla="*/ 304800 h 766233"/>
                  <a:gd name="connsiteX17" fmla="*/ 76200 w 1003303"/>
                  <a:gd name="connsiteY17" fmla="*/ 321733 h 766233"/>
                  <a:gd name="connsiteX18" fmla="*/ 101600 w 1003303"/>
                  <a:gd name="connsiteY18" fmla="*/ 325966 h 766233"/>
                  <a:gd name="connsiteX19" fmla="*/ 55033 w 1003303"/>
                  <a:gd name="connsiteY19" fmla="*/ 347133 h 766233"/>
                  <a:gd name="connsiteX20" fmla="*/ 25400 w 1003303"/>
                  <a:gd name="connsiteY20" fmla="*/ 372533 h 766233"/>
                  <a:gd name="connsiteX21" fmla="*/ 8467 w 1003303"/>
                  <a:gd name="connsiteY21" fmla="*/ 410633 h 766233"/>
                  <a:gd name="connsiteX22" fmla="*/ 21167 w 1003303"/>
                  <a:gd name="connsiteY22" fmla="*/ 461433 h 766233"/>
                  <a:gd name="connsiteX23" fmla="*/ 29633 w 1003303"/>
                  <a:gd name="connsiteY23" fmla="*/ 482600 h 766233"/>
                  <a:gd name="connsiteX24" fmla="*/ 84667 w 1003303"/>
                  <a:gd name="connsiteY24" fmla="*/ 520700 h 766233"/>
                  <a:gd name="connsiteX25" fmla="*/ 101600 w 1003303"/>
                  <a:gd name="connsiteY25" fmla="*/ 529166 h 766233"/>
                  <a:gd name="connsiteX26" fmla="*/ 131233 w 1003303"/>
                  <a:gd name="connsiteY26" fmla="*/ 533400 h 766233"/>
                  <a:gd name="connsiteX27" fmla="*/ 198967 w 1003303"/>
                  <a:gd name="connsiteY27" fmla="*/ 546100 h 766233"/>
                  <a:gd name="connsiteX28" fmla="*/ 182033 w 1003303"/>
                  <a:gd name="connsiteY28" fmla="*/ 571500 h 766233"/>
                  <a:gd name="connsiteX29" fmla="*/ 169333 w 1003303"/>
                  <a:gd name="connsiteY29" fmla="*/ 609600 h 766233"/>
                  <a:gd name="connsiteX30" fmla="*/ 177800 w 1003303"/>
                  <a:gd name="connsiteY30" fmla="*/ 673100 h 766233"/>
                  <a:gd name="connsiteX31" fmla="*/ 186267 w 1003303"/>
                  <a:gd name="connsiteY31" fmla="*/ 685800 h 766233"/>
                  <a:gd name="connsiteX32" fmla="*/ 194733 w 1003303"/>
                  <a:gd name="connsiteY32" fmla="*/ 702733 h 766233"/>
                  <a:gd name="connsiteX33" fmla="*/ 198967 w 1003303"/>
                  <a:gd name="connsiteY33" fmla="*/ 715433 h 766233"/>
                  <a:gd name="connsiteX34" fmla="*/ 211667 w 1003303"/>
                  <a:gd name="connsiteY34" fmla="*/ 723900 h 766233"/>
                  <a:gd name="connsiteX35" fmla="*/ 245533 w 1003303"/>
                  <a:gd name="connsiteY35" fmla="*/ 745066 h 766233"/>
                  <a:gd name="connsiteX36" fmla="*/ 266700 w 1003303"/>
                  <a:gd name="connsiteY36" fmla="*/ 757766 h 766233"/>
                  <a:gd name="connsiteX37" fmla="*/ 313267 w 1003303"/>
                  <a:gd name="connsiteY37" fmla="*/ 766233 h 766233"/>
                  <a:gd name="connsiteX38" fmla="*/ 452967 w 1003303"/>
                  <a:gd name="connsiteY38" fmla="*/ 762000 h 766233"/>
                  <a:gd name="connsiteX39" fmla="*/ 491067 w 1003303"/>
                  <a:gd name="connsiteY39" fmla="*/ 740833 h 766233"/>
                  <a:gd name="connsiteX40" fmla="*/ 512233 w 1003303"/>
                  <a:gd name="connsiteY40" fmla="*/ 736600 h 766233"/>
                  <a:gd name="connsiteX41" fmla="*/ 546100 w 1003303"/>
                  <a:gd name="connsiteY41" fmla="*/ 728133 h 766233"/>
                  <a:gd name="connsiteX42" fmla="*/ 558800 w 1003303"/>
                  <a:gd name="connsiteY42" fmla="*/ 706966 h 766233"/>
                  <a:gd name="connsiteX43" fmla="*/ 563033 w 1003303"/>
                  <a:gd name="connsiteY43" fmla="*/ 690033 h 766233"/>
                  <a:gd name="connsiteX44" fmla="*/ 579967 w 1003303"/>
                  <a:gd name="connsiteY44" fmla="*/ 647700 h 766233"/>
                  <a:gd name="connsiteX45" fmla="*/ 575733 w 1003303"/>
                  <a:gd name="connsiteY45" fmla="*/ 609600 h 766233"/>
                  <a:gd name="connsiteX46" fmla="*/ 571500 w 1003303"/>
                  <a:gd name="connsiteY46" fmla="*/ 596900 h 766233"/>
                  <a:gd name="connsiteX47" fmla="*/ 622300 w 1003303"/>
                  <a:gd name="connsiteY47" fmla="*/ 622300 h 766233"/>
                  <a:gd name="connsiteX48" fmla="*/ 639233 w 1003303"/>
                  <a:gd name="connsiteY48" fmla="*/ 626533 h 766233"/>
                  <a:gd name="connsiteX49" fmla="*/ 664633 w 1003303"/>
                  <a:gd name="connsiteY49" fmla="*/ 635000 h 766233"/>
                  <a:gd name="connsiteX50" fmla="*/ 791633 w 1003303"/>
                  <a:gd name="connsiteY50" fmla="*/ 630766 h 766233"/>
                  <a:gd name="connsiteX51" fmla="*/ 804333 w 1003303"/>
                  <a:gd name="connsiteY51" fmla="*/ 626533 h 766233"/>
                  <a:gd name="connsiteX52" fmla="*/ 846667 w 1003303"/>
                  <a:gd name="connsiteY52" fmla="*/ 622300 h 766233"/>
                  <a:gd name="connsiteX53" fmla="*/ 872067 w 1003303"/>
                  <a:gd name="connsiteY53" fmla="*/ 618066 h 766233"/>
                  <a:gd name="connsiteX54" fmla="*/ 905933 w 1003303"/>
                  <a:gd name="connsiteY54" fmla="*/ 605366 h 766233"/>
                  <a:gd name="connsiteX55" fmla="*/ 927100 w 1003303"/>
                  <a:gd name="connsiteY55" fmla="*/ 601133 h 766233"/>
                  <a:gd name="connsiteX56" fmla="*/ 965200 w 1003303"/>
                  <a:gd name="connsiteY56" fmla="*/ 575733 h 766233"/>
                  <a:gd name="connsiteX57" fmla="*/ 969433 w 1003303"/>
                  <a:gd name="connsiteY57" fmla="*/ 563033 h 766233"/>
                  <a:gd name="connsiteX58" fmla="*/ 986367 w 1003303"/>
                  <a:gd name="connsiteY58" fmla="*/ 537633 h 766233"/>
                  <a:gd name="connsiteX59" fmla="*/ 990600 w 1003303"/>
                  <a:gd name="connsiteY59" fmla="*/ 520700 h 766233"/>
                  <a:gd name="connsiteX60" fmla="*/ 1003300 w 1003303"/>
                  <a:gd name="connsiteY60" fmla="*/ 499533 h 766233"/>
                  <a:gd name="connsiteX61" fmla="*/ 986367 w 1003303"/>
                  <a:gd name="connsiteY61" fmla="*/ 444500 h 766233"/>
                  <a:gd name="connsiteX62" fmla="*/ 969433 w 1003303"/>
                  <a:gd name="connsiteY62" fmla="*/ 440266 h 766233"/>
                  <a:gd name="connsiteX63" fmla="*/ 956733 w 1003303"/>
                  <a:gd name="connsiteY63" fmla="*/ 436033 h 766233"/>
                  <a:gd name="connsiteX64" fmla="*/ 939800 w 1003303"/>
                  <a:gd name="connsiteY64" fmla="*/ 427566 h 766233"/>
                  <a:gd name="connsiteX65" fmla="*/ 918633 w 1003303"/>
                  <a:gd name="connsiteY65" fmla="*/ 419100 h 766233"/>
                  <a:gd name="connsiteX66" fmla="*/ 884767 w 1003303"/>
                  <a:gd name="connsiteY66" fmla="*/ 397933 h 766233"/>
                  <a:gd name="connsiteX67" fmla="*/ 897467 w 1003303"/>
                  <a:gd name="connsiteY67" fmla="*/ 376766 h 766233"/>
                  <a:gd name="connsiteX68" fmla="*/ 918633 w 1003303"/>
                  <a:gd name="connsiteY68" fmla="*/ 351366 h 766233"/>
                  <a:gd name="connsiteX69" fmla="*/ 905933 w 1003303"/>
                  <a:gd name="connsiteY69" fmla="*/ 300566 h 766233"/>
                  <a:gd name="connsiteX70" fmla="*/ 889000 w 1003303"/>
                  <a:gd name="connsiteY70" fmla="*/ 262466 h 766233"/>
                  <a:gd name="connsiteX71" fmla="*/ 872067 w 1003303"/>
                  <a:gd name="connsiteY71" fmla="*/ 249766 h 766233"/>
                  <a:gd name="connsiteX72" fmla="*/ 855133 w 1003303"/>
                  <a:gd name="connsiteY72" fmla="*/ 241300 h 766233"/>
                  <a:gd name="connsiteX73" fmla="*/ 812800 w 1003303"/>
                  <a:gd name="connsiteY73" fmla="*/ 215900 h 766233"/>
                  <a:gd name="connsiteX74" fmla="*/ 821267 w 1003303"/>
                  <a:gd name="connsiteY74" fmla="*/ 182033 h 766233"/>
                  <a:gd name="connsiteX75" fmla="*/ 825500 w 1003303"/>
                  <a:gd name="connsiteY75" fmla="*/ 169333 h 766233"/>
                  <a:gd name="connsiteX76" fmla="*/ 829733 w 1003303"/>
                  <a:gd name="connsiteY76" fmla="*/ 148166 h 766233"/>
                  <a:gd name="connsiteX77" fmla="*/ 825500 w 1003303"/>
                  <a:gd name="connsiteY77" fmla="*/ 110066 h 766233"/>
                  <a:gd name="connsiteX78" fmla="*/ 821267 w 1003303"/>
                  <a:gd name="connsiteY78" fmla="*/ 97366 h 766233"/>
                  <a:gd name="connsiteX79" fmla="*/ 808567 w 1003303"/>
                  <a:gd name="connsiteY79" fmla="*/ 84666 h 766233"/>
                  <a:gd name="connsiteX80" fmla="*/ 778933 w 1003303"/>
                  <a:gd name="connsiteY80" fmla="*/ 63500 h 766233"/>
                  <a:gd name="connsiteX81" fmla="*/ 740833 w 1003303"/>
                  <a:gd name="connsiteY81" fmla="*/ 33866 h 766233"/>
                  <a:gd name="connsiteX82" fmla="*/ 728133 w 1003303"/>
                  <a:gd name="connsiteY82" fmla="*/ 21166 h 766233"/>
                  <a:gd name="connsiteX83" fmla="*/ 706967 w 1003303"/>
                  <a:gd name="connsiteY83" fmla="*/ 12700 h 766233"/>
                  <a:gd name="connsiteX84" fmla="*/ 677333 w 1003303"/>
                  <a:gd name="connsiteY84" fmla="*/ 4233 h 766233"/>
                  <a:gd name="connsiteX85" fmla="*/ 664633 w 1003303"/>
                  <a:gd name="connsiteY85" fmla="*/ 0 h 766233"/>
                  <a:gd name="connsiteX86" fmla="*/ 550333 w 1003303"/>
                  <a:gd name="connsiteY86" fmla="*/ 12700 h 766233"/>
                  <a:gd name="connsiteX87" fmla="*/ 524933 w 1003303"/>
                  <a:gd name="connsiteY87" fmla="*/ 21166 h 766233"/>
                  <a:gd name="connsiteX88" fmla="*/ 512233 w 1003303"/>
                  <a:gd name="connsiteY88" fmla="*/ 25400 h 766233"/>
                  <a:gd name="connsiteX89" fmla="*/ 495300 w 1003303"/>
                  <a:gd name="connsiteY89" fmla="*/ 29633 h 766233"/>
                  <a:gd name="connsiteX90" fmla="*/ 482600 w 1003303"/>
                  <a:gd name="connsiteY90" fmla="*/ 33866 h 766233"/>
                  <a:gd name="connsiteX91" fmla="*/ 461433 w 1003303"/>
                  <a:gd name="connsiteY91" fmla="*/ 38100 h 766233"/>
                  <a:gd name="connsiteX92" fmla="*/ 431800 w 1003303"/>
                  <a:gd name="connsiteY92" fmla="*/ 50800 h 766233"/>
                  <a:gd name="connsiteX93" fmla="*/ 406400 w 1003303"/>
                  <a:gd name="connsiteY93" fmla="*/ 71966 h 766233"/>
                  <a:gd name="connsiteX94" fmla="*/ 381000 w 1003303"/>
                  <a:gd name="connsiteY94" fmla="*/ 131233 h 766233"/>
                  <a:gd name="connsiteX95" fmla="*/ 364067 w 1003303"/>
                  <a:gd name="connsiteY95" fmla="*/ 165100 h 766233"/>
                  <a:gd name="connsiteX96" fmla="*/ 364067 w 1003303"/>
                  <a:gd name="connsiteY96" fmla="*/ 156633 h 766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03303" h="766233">
                    <a:moveTo>
                      <a:pt x="364067" y="156633"/>
                    </a:moveTo>
                    <a:cubicBezTo>
                      <a:pt x="362656" y="163689"/>
                      <a:pt x="363403" y="171553"/>
                      <a:pt x="359833" y="177800"/>
                    </a:cubicBezTo>
                    <a:cubicBezTo>
                      <a:pt x="357309" y="182217"/>
                      <a:pt x="351684" y="188541"/>
                      <a:pt x="347133" y="186266"/>
                    </a:cubicBezTo>
                    <a:cubicBezTo>
                      <a:pt x="339774" y="182586"/>
                      <a:pt x="338666" y="172155"/>
                      <a:pt x="334433" y="165100"/>
                    </a:cubicBezTo>
                    <a:cubicBezTo>
                      <a:pt x="328294" y="140541"/>
                      <a:pt x="335324" y="148421"/>
                      <a:pt x="304800" y="139700"/>
                    </a:cubicBezTo>
                    <a:cubicBezTo>
                      <a:pt x="293611" y="136503"/>
                      <a:pt x="270933" y="131233"/>
                      <a:pt x="270933" y="131233"/>
                    </a:cubicBezTo>
                    <a:cubicBezTo>
                      <a:pt x="234244" y="132644"/>
                      <a:pt x="197441" y="132239"/>
                      <a:pt x="160867" y="135466"/>
                    </a:cubicBezTo>
                    <a:cubicBezTo>
                      <a:pt x="149276" y="136489"/>
                      <a:pt x="127000" y="143933"/>
                      <a:pt x="127000" y="143933"/>
                    </a:cubicBezTo>
                    <a:cubicBezTo>
                      <a:pt x="119944" y="148166"/>
                      <a:pt x="113473" y="153577"/>
                      <a:pt x="105833" y="156633"/>
                    </a:cubicBezTo>
                    <a:cubicBezTo>
                      <a:pt x="99153" y="159305"/>
                      <a:pt x="91647" y="159121"/>
                      <a:pt x="84667" y="160866"/>
                    </a:cubicBezTo>
                    <a:cubicBezTo>
                      <a:pt x="80338" y="161948"/>
                      <a:pt x="76200" y="163689"/>
                      <a:pt x="71967" y="165100"/>
                    </a:cubicBezTo>
                    <a:cubicBezTo>
                      <a:pt x="66322" y="169333"/>
                      <a:pt x="60904" y="173886"/>
                      <a:pt x="55033" y="177800"/>
                    </a:cubicBezTo>
                    <a:cubicBezTo>
                      <a:pt x="48187" y="182364"/>
                      <a:pt x="40844" y="186139"/>
                      <a:pt x="33867" y="190500"/>
                    </a:cubicBezTo>
                    <a:cubicBezTo>
                      <a:pt x="29553" y="193196"/>
                      <a:pt x="25400" y="196144"/>
                      <a:pt x="21167" y="198966"/>
                    </a:cubicBezTo>
                    <a:cubicBezTo>
                      <a:pt x="1005" y="229207"/>
                      <a:pt x="6701" y="214494"/>
                      <a:pt x="0" y="241300"/>
                    </a:cubicBezTo>
                    <a:cubicBezTo>
                      <a:pt x="2822" y="255411"/>
                      <a:pt x="2382" y="270593"/>
                      <a:pt x="8467" y="283633"/>
                    </a:cubicBezTo>
                    <a:cubicBezTo>
                      <a:pt x="12687" y="292675"/>
                      <a:pt x="22124" y="298229"/>
                      <a:pt x="29633" y="304800"/>
                    </a:cubicBezTo>
                    <a:cubicBezTo>
                      <a:pt x="43434" y="316876"/>
                      <a:pt x="57024" y="318537"/>
                      <a:pt x="76200" y="321733"/>
                    </a:cubicBezTo>
                    <a:lnTo>
                      <a:pt x="101600" y="325966"/>
                    </a:lnTo>
                    <a:cubicBezTo>
                      <a:pt x="86966" y="330845"/>
                      <a:pt x="64495" y="337671"/>
                      <a:pt x="55033" y="347133"/>
                    </a:cubicBezTo>
                    <a:cubicBezTo>
                      <a:pt x="34502" y="367664"/>
                      <a:pt x="44742" y="359638"/>
                      <a:pt x="25400" y="372533"/>
                    </a:cubicBezTo>
                    <a:cubicBezTo>
                      <a:pt x="18515" y="384007"/>
                      <a:pt x="8467" y="396098"/>
                      <a:pt x="8467" y="410633"/>
                    </a:cubicBezTo>
                    <a:cubicBezTo>
                      <a:pt x="8467" y="445590"/>
                      <a:pt x="10394" y="437193"/>
                      <a:pt x="21167" y="461433"/>
                    </a:cubicBezTo>
                    <a:cubicBezTo>
                      <a:pt x="24253" y="468377"/>
                      <a:pt x="24521" y="476977"/>
                      <a:pt x="29633" y="482600"/>
                    </a:cubicBezTo>
                    <a:cubicBezTo>
                      <a:pt x="39421" y="493367"/>
                      <a:pt x="69278" y="512151"/>
                      <a:pt x="84667" y="520700"/>
                    </a:cubicBezTo>
                    <a:cubicBezTo>
                      <a:pt x="90183" y="523765"/>
                      <a:pt x="95512" y="527506"/>
                      <a:pt x="101600" y="529166"/>
                    </a:cubicBezTo>
                    <a:cubicBezTo>
                      <a:pt x="111226" y="531791"/>
                      <a:pt x="121449" y="531443"/>
                      <a:pt x="131233" y="533400"/>
                    </a:cubicBezTo>
                    <a:cubicBezTo>
                      <a:pt x="206068" y="548367"/>
                      <a:pt x="124291" y="536764"/>
                      <a:pt x="198967" y="546100"/>
                    </a:cubicBezTo>
                    <a:cubicBezTo>
                      <a:pt x="193322" y="554567"/>
                      <a:pt x="185812" y="562052"/>
                      <a:pt x="182033" y="571500"/>
                    </a:cubicBezTo>
                    <a:cubicBezTo>
                      <a:pt x="171406" y="598068"/>
                      <a:pt x="175410" y="585294"/>
                      <a:pt x="169333" y="609600"/>
                    </a:cubicBezTo>
                    <a:cubicBezTo>
                      <a:pt x="172155" y="630767"/>
                      <a:pt x="173167" y="652255"/>
                      <a:pt x="177800" y="673100"/>
                    </a:cubicBezTo>
                    <a:cubicBezTo>
                      <a:pt x="178904" y="678067"/>
                      <a:pt x="183743" y="681382"/>
                      <a:pt x="186267" y="685800"/>
                    </a:cubicBezTo>
                    <a:cubicBezTo>
                      <a:pt x="189398" y="691279"/>
                      <a:pt x="192247" y="696933"/>
                      <a:pt x="194733" y="702733"/>
                    </a:cubicBezTo>
                    <a:cubicBezTo>
                      <a:pt x="196491" y="706835"/>
                      <a:pt x="196179" y="711948"/>
                      <a:pt x="198967" y="715433"/>
                    </a:cubicBezTo>
                    <a:cubicBezTo>
                      <a:pt x="202145" y="719406"/>
                      <a:pt x="207527" y="720943"/>
                      <a:pt x="211667" y="723900"/>
                    </a:cubicBezTo>
                    <a:cubicBezTo>
                      <a:pt x="247688" y="749630"/>
                      <a:pt x="209732" y="725177"/>
                      <a:pt x="245533" y="745066"/>
                    </a:cubicBezTo>
                    <a:cubicBezTo>
                      <a:pt x="252726" y="749062"/>
                      <a:pt x="258846" y="755312"/>
                      <a:pt x="266700" y="757766"/>
                    </a:cubicBezTo>
                    <a:cubicBezTo>
                      <a:pt x="281759" y="762472"/>
                      <a:pt x="297745" y="763411"/>
                      <a:pt x="313267" y="766233"/>
                    </a:cubicBezTo>
                    <a:cubicBezTo>
                      <a:pt x="359834" y="764822"/>
                      <a:pt x="406622" y="766753"/>
                      <a:pt x="452967" y="762000"/>
                    </a:cubicBezTo>
                    <a:cubicBezTo>
                      <a:pt x="480211" y="759206"/>
                      <a:pt x="471945" y="748004"/>
                      <a:pt x="491067" y="740833"/>
                    </a:cubicBezTo>
                    <a:cubicBezTo>
                      <a:pt x="497804" y="738307"/>
                      <a:pt x="505222" y="738218"/>
                      <a:pt x="512233" y="736600"/>
                    </a:cubicBezTo>
                    <a:cubicBezTo>
                      <a:pt x="523571" y="733983"/>
                      <a:pt x="546100" y="728133"/>
                      <a:pt x="546100" y="728133"/>
                    </a:cubicBezTo>
                    <a:cubicBezTo>
                      <a:pt x="550333" y="721077"/>
                      <a:pt x="555458" y="714485"/>
                      <a:pt x="558800" y="706966"/>
                    </a:cubicBezTo>
                    <a:cubicBezTo>
                      <a:pt x="561163" y="701649"/>
                      <a:pt x="561361" y="695606"/>
                      <a:pt x="563033" y="690033"/>
                    </a:cubicBezTo>
                    <a:cubicBezTo>
                      <a:pt x="570879" y="663878"/>
                      <a:pt x="569358" y="668916"/>
                      <a:pt x="579967" y="647700"/>
                    </a:cubicBezTo>
                    <a:cubicBezTo>
                      <a:pt x="578556" y="635000"/>
                      <a:pt x="577834" y="622204"/>
                      <a:pt x="575733" y="609600"/>
                    </a:cubicBezTo>
                    <a:cubicBezTo>
                      <a:pt x="574999" y="605198"/>
                      <a:pt x="567083" y="596269"/>
                      <a:pt x="571500" y="596900"/>
                    </a:cubicBezTo>
                    <a:cubicBezTo>
                      <a:pt x="611033" y="602547"/>
                      <a:pt x="594067" y="615242"/>
                      <a:pt x="622300" y="622300"/>
                    </a:cubicBezTo>
                    <a:cubicBezTo>
                      <a:pt x="627944" y="623711"/>
                      <a:pt x="633660" y="624861"/>
                      <a:pt x="639233" y="626533"/>
                    </a:cubicBezTo>
                    <a:cubicBezTo>
                      <a:pt x="647781" y="629098"/>
                      <a:pt x="664633" y="635000"/>
                      <a:pt x="664633" y="635000"/>
                    </a:cubicBezTo>
                    <a:cubicBezTo>
                      <a:pt x="706966" y="633589"/>
                      <a:pt x="749354" y="633328"/>
                      <a:pt x="791633" y="630766"/>
                    </a:cubicBezTo>
                    <a:cubicBezTo>
                      <a:pt x="796087" y="630496"/>
                      <a:pt x="799923" y="627211"/>
                      <a:pt x="804333" y="626533"/>
                    </a:cubicBezTo>
                    <a:cubicBezTo>
                      <a:pt x="818350" y="624377"/>
                      <a:pt x="832595" y="624059"/>
                      <a:pt x="846667" y="622300"/>
                    </a:cubicBezTo>
                    <a:cubicBezTo>
                      <a:pt x="855184" y="621235"/>
                      <a:pt x="863600" y="619477"/>
                      <a:pt x="872067" y="618066"/>
                    </a:cubicBezTo>
                    <a:cubicBezTo>
                      <a:pt x="878529" y="615481"/>
                      <a:pt x="897093" y="607576"/>
                      <a:pt x="905933" y="605366"/>
                    </a:cubicBezTo>
                    <a:cubicBezTo>
                      <a:pt x="912914" y="603621"/>
                      <a:pt x="920044" y="602544"/>
                      <a:pt x="927100" y="601133"/>
                    </a:cubicBezTo>
                    <a:cubicBezTo>
                      <a:pt x="933749" y="597143"/>
                      <a:pt x="959321" y="582788"/>
                      <a:pt x="965200" y="575733"/>
                    </a:cubicBezTo>
                    <a:cubicBezTo>
                      <a:pt x="968057" y="572305"/>
                      <a:pt x="967266" y="566934"/>
                      <a:pt x="969433" y="563033"/>
                    </a:cubicBezTo>
                    <a:cubicBezTo>
                      <a:pt x="974375" y="554138"/>
                      <a:pt x="980722" y="546100"/>
                      <a:pt x="986367" y="537633"/>
                    </a:cubicBezTo>
                    <a:cubicBezTo>
                      <a:pt x="987778" y="531989"/>
                      <a:pt x="988237" y="526017"/>
                      <a:pt x="990600" y="520700"/>
                    </a:cubicBezTo>
                    <a:cubicBezTo>
                      <a:pt x="993942" y="513181"/>
                      <a:pt x="1002753" y="507743"/>
                      <a:pt x="1003300" y="499533"/>
                    </a:cubicBezTo>
                    <a:cubicBezTo>
                      <a:pt x="1003443" y="497390"/>
                      <a:pt x="999418" y="453201"/>
                      <a:pt x="986367" y="444500"/>
                    </a:cubicBezTo>
                    <a:cubicBezTo>
                      <a:pt x="981526" y="441272"/>
                      <a:pt x="975028" y="441864"/>
                      <a:pt x="969433" y="440266"/>
                    </a:cubicBezTo>
                    <a:cubicBezTo>
                      <a:pt x="965142" y="439040"/>
                      <a:pt x="960834" y="437791"/>
                      <a:pt x="956733" y="436033"/>
                    </a:cubicBezTo>
                    <a:cubicBezTo>
                      <a:pt x="950933" y="433547"/>
                      <a:pt x="945567" y="430129"/>
                      <a:pt x="939800" y="427566"/>
                    </a:cubicBezTo>
                    <a:cubicBezTo>
                      <a:pt x="932856" y="424480"/>
                      <a:pt x="925430" y="422498"/>
                      <a:pt x="918633" y="419100"/>
                    </a:cubicBezTo>
                    <a:cubicBezTo>
                      <a:pt x="908423" y="413995"/>
                      <a:pt x="894840" y="404649"/>
                      <a:pt x="884767" y="397933"/>
                    </a:cubicBezTo>
                    <a:cubicBezTo>
                      <a:pt x="889000" y="390877"/>
                      <a:pt x="892049" y="382958"/>
                      <a:pt x="897467" y="376766"/>
                    </a:cubicBezTo>
                    <a:cubicBezTo>
                      <a:pt x="922307" y="348377"/>
                      <a:pt x="909426" y="378989"/>
                      <a:pt x="918633" y="351366"/>
                    </a:cubicBezTo>
                    <a:cubicBezTo>
                      <a:pt x="907555" y="284891"/>
                      <a:pt x="922706" y="367664"/>
                      <a:pt x="905933" y="300566"/>
                    </a:cubicBezTo>
                    <a:cubicBezTo>
                      <a:pt x="901739" y="283788"/>
                      <a:pt x="901816" y="277114"/>
                      <a:pt x="889000" y="262466"/>
                    </a:cubicBezTo>
                    <a:cubicBezTo>
                      <a:pt x="884354" y="257156"/>
                      <a:pt x="878050" y="253505"/>
                      <a:pt x="872067" y="249766"/>
                    </a:cubicBezTo>
                    <a:cubicBezTo>
                      <a:pt x="866715" y="246421"/>
                      <a:pt x="860612" y="244431"/>
                      <a:pt x="855133" y="241300"/>
                    </a:cubicBezTo>
                    <a:cubicBezTo>
                      <a:pt x="840845" y="233136"/>
                      <a:pt x="812800" y="215900"/>
                      <a:pt x="812800" y="215900"/>
                    </a:cubicBezTo>
                    <a:cubicBezTo>
                      <a:pt x="815622" y="204611"/>
                      <a:pt x="818205" y="193259"/>
                      <a:pt x="821267" y="182033"/>
                    </a:cubicBezTo>
                    <a:cubicBezTo>
                      <a:pt x="822441" y="177728"/>
                      <a:pt x="824418" y="173662"/>
                      <a:pt x="825500" y="169333"/>
                    </a:cubicBezTo>
                    <a:cubicBezTo>
                      <a:pt x="827245" y="162352"/>
                      <a:pt x="828322" y="155222"/>
                      <a:pt x="829733" y="148166"/>
                    </a:cubicBezTo>
                    <a:cubicBezTo>
                      <a:pt x="828322" y="135466"/>
                      <a:pt x="827601" y="122670"/>
                      <a:pt x="825500" y="110066"/>
                    </a:cubicBezTo>
                    <a:cubicBezTo>
                      <a:pt x="824766" y="105664"/>
                      <a:pt x="823742" y="101079"/>
                      <a:pt x="821267" y="97366"/>
                    </a:cubicBezTo>
                    <a:cubicBezTo>
                      <a:pt x="817946" y="92385"/>
                      <a:pt x="813113" y="88562"/>
                      <a:pt x="808567" y="84666"/>
                    </a:cubicBezTo>
                    <a:cubicBezTo>
                      <a:pt x="788525" y="67488"/>
                      <a:pt x="796810" y="76908"/>
                      <a:pt x="778933" y="63500"/>
                    </a:cubicBezTo>
                    <a:cubicBezTo>
                      <a:pt x="766062" y="53846"/>
                      <a:pt x="752210" y="45243"/>
                      <a:pt x="740833" y="33866"/>
                    </a:cubicBezTo>
                    <a:cubicBezTo>
                      <a:pt x="736600" y="29633"/>
                      <a:pt x="733210" y="24339"/>
                      <a:pt x="728133" y="21166"/>
                    </a:cubicBezTo>
                    <a:cubicBezTo>
                      <a:pt x="721689" y="17139"/>
                      <a:pt x="714082" y="15368"/>
                      <a:pt x="706967" y="12700"/>
                    </a:cubicBezTo>
                    <a:cubicBezTo>
                      <a:pt x="690717" y="6606"/>
                      <a:pt x="696029" y="9574"/>
                      <a:pt x="677333" y="4233"/>
                    </a:cubicBezTo>
                    <a:cubicBezTo>
                      <a:pt x="673042" y="3007"/>
                      <a:pt x="668866" y="1411"/>
                      <a:pt x="664633" y="0"/>
                    </a:cubicBezTo>
                    <a:cubicBezTo>
                      <a:pt x="631740" y="1935"/>
                      <a:pt x="584228" y="1403"/>
                      <a:pt x="550333" y="12700"/>
                    </a:cubicBezTo>
                    <a:lnTo>
                      <a:pt x="524933" y="21166"/>
                    </a:lnTo>
                    <a:cubicBezTo>
                      <a:pt x="520700" y="22577"/>
                      <a:pt x="516562" y="24318"/>
                      <a:pt x="512233" y="25400"/>
                    </a:cubicBezTo>
                    <a:cubicBezTo>
                      <a:pt x="506589" y="26811"/>
                      <a:pt x="500894" y="28035"/>
                      <a:pt x="495300" y="29633"/>
                    </a:cubicBezTo>
                    <a:cubicBezTo>
                      <a:pt x="491009" y="30859"/>
                      <a:pt x="486929" y="32784"/>
                      <a:pt x="482600" y="33866"/>
                    </a:cubicBezTo>
                    <a:cubicBezTo>
                      <a:pt x="475619" y="35611"/>
                      <a:pt x="468489" y="36689"/>
                      <a:pt x="461433" y="38100"/>
                    </a:cubicBezTo>
                    <a:cubicBezTo>
                      <a:pt x="429549" y="59354"/>
                      <a:pt x="470071" y="34398"/>
                      <a:pt x="431800" y="50800"/>
                    </a:cubicBezTo>
                    <a:cubicBezTo>
                      <a:pt x="421484" y="55221"/>
                      <a:pt x="414030" y="64336"/>
                      <a:pt x="406400" y="71966"/>
                    </a:cubicBezTo>
                    <a:cubicBezTo>
                      <a:pt x="393942" y="109337"/>
                      <a:pt x="401923" y="89387"/>
                      <a:pt x="381000" y="131233"/>
                    </a:cubicBezTo>
                    <a:cubicBezTo>
                      <a:pt x="380998" y="131236"/>
                      <a:pt x="364067" y="165096"/>
                      <a:pt x="364067" y="165100"/>
                    </a:cubicBezTo>
                    <a:lnTo>
                      <a:pt x="364067" y="156633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C781A3B6-3B04-4A27-9F07-2D16E751C9FD}"/>
                  </a:ext>
                </a:extLst>
              </p:cNvPr>
              <p:cNvSpPr/>
              <p:nvPr/>
            </p:nvSpPr>
            <p:spPr>
              <a:xfrm>
                <a:off x="6587724" y="2858223"/>
                <a:ext cx="515809" cy="23675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6" name="Free-form: Shape 35">
                <a:extLst>
                  <a:ext uri="{FF2B5EF4-FFF2-40B4-BE49-F238E27FC236}">
                    <a16:creationId xmlns:a16="http://schemas.microsoft.com/office/drawing/2014/main" id="{E7A0CC74-F56D-409D-A026-7E246B8BE724}"/>
                  </a:ext>
                </a:extLst>
              </p:cNvPr>
              <p:cNvSpPr/>
              <p:nvPr/>
            </p:nvSpPr>
            <p:spPr>
              <a:xfrm>
                <a:off x="7769128" y="977153"/>
                <a:ext cx="769754" cy="605118"/>
              </a:xfrm>
              <a:custGeom>
                <a:avLst/>
                <a:gdLst>
                  <a:gd name="connsiteX0" fmla="*/ 599425 w 769754"/>
                  <a:gd name="connsiteY0" fmla="*/ 206188 h 605118"/>
                  <a:gd name="connsiteX1" fmla="*/ 626319 w 769754"/>
                  <a:gd name="connsiteY1" fmla="*/ 165847 h 605118"/>
                  <a:gd name="connsiteX2" fmla="*/ 630801 w 769754"/>
                  <a:gd name="connsiteY2" fmla="*/ 143435 h 605118"/>
                  <a:gd name="connsiteX3" fmla="*/ 626319 w 769754"/>
                  <a:gd name="connsiteY3" fmla="*/ 112059 h 605118"/>
                  <a:gd name="connsiteX4" fmla="*/ 599425 w 769754"/>
                  <a:gd name="connsiteY4" fmla="*/ 80682 h 605118"/>
                  <a:gd name="connsiteX5" fmla="*/ 585978 w 769754"/>
                  <a:gd name="connsiteY5" fmla="*/ 67235 h 605118"/>
                  <a:gd name="connsiteX6" fmla="*/ 527707 w 769754"/>
                  <a:gd name="connsiteY6" fmla="*/ 44823 h 605118"/>
                  <a:gd name="connsiteX7" fmla="*/ 509778 w 769754"/>
                  <a:gd name="connsiteY7" fmla="*/ 35859 h 605118"/>
                  <a:gd name="connsiteX8" fmla="*/ 478401 w 769754"/>
                  <a:gd name="connsiteY8" fmla="*/ 26894 h 605118"/>
                  <a:gd name="connsiteX9" fmla="*/ 429096 w 769754"/>
                  <a:gd name="connsiteY9" fmla="*/ 13447 h 605118"/>
                  <a:gd name="connsiteX10" fmla="*/ 299107 w 769754"/>
                  <a:gd name="connsiteY10" fmla="*/ 4482 h 605118"/>
                  <a:gd name="connsiteX11" fmla="*/ 240837 w 769754"/>
                  <a:gd name="connsiteY11" fmla="*/ 0 h 605118"/>
                  <a:gd name="connsiteX12" fmla="*/ 137743 w 769754"/>
                  <a:gd name="connsiteY12" fmla="*/ 8965 h 605118"/>
                  <a:gd name="connsiteX13" fmla="*/ 92919 w 769754"/>
                  <a:gd name="connsiteY13" fmla="*/ 26894 h 605118"/>
                  <a:gd name="connsiteX14" fmla="*/ 79472 w 769754"/>
                  <a:gd name="connsiteY14" fmla="*/ 31376 h 605118"/>
                  <a:gd name="connsiteX15" fmla="*/ 39131 w 769754"/>
                  <a:gd name="connsiteY15" fmla="*/ 58271 h 605118"/>
                  <a:gd name="connsiteX16" fmla="*/ 7754 w 769754"/>
                  <a:gd name="connsiteY16" fmla="*/ 85165 h 605118"/>
                  <a:gd name="connsiteX17" fmla="*/ 7754 w 769754"/>
                  <a:gd name="connsiteY17" fmla="*/ 161365 h 605118"/>
                  <a:gd name="connsiteX18" fmla="*/ 21201 w 769754"/>
                  <a:gd name="connsiteY18" fmla="*/ 179294 h 605118"/>
                  <a:gd name="connsiteX19" fmla="*/ 70507 w 769754"/>
                  <a:gd name="connsiteY19" fmla="*/ 219635 h 605118"/>
                  <a:gd name="connsiteX20" fmla="*/ 83954 w 769754"/>
                  <a:gd name="connsiteY20" fmla="*/ 228600 h 605118"/>
                  <a:gd name="connsiteX21" fmla="*/ 119813 w 769754"/>
                  <a:gd name="connsiteY21" fmla="*/ 242047 h 605118"/>
                  <a:gd name="connsiteX22" fmla="*/ 133260 w 769754"/>
                  <a:gd name="connsiteY22" fmla="*/ 251012 h 605118"/>
                  <a:gd name="connsiteX23" fmla="*/ 164637 w 769754"/>
                  <a:gd name="connsiteY23" fmla="*/ 259976 h 605118"/>
                  <a:gd name="connsiteX24" fmla="*/ 236354 w 769754"/>
                  <a:gd name="connsiteY24" fmla="*/ 268941 h 605118"/>
                  <a:gd name="connsiteX25" fmla="*/ 263248 w 769754"/>
                  <a:gd name="connsiteY25" fmla="*/ 273423 h 605118"/>
                  <a:gd name="connsiteX26" fmla="*/ 245319 w 769754"/>
                  <a:gd name="connsiteY26" fmla="*/ 300318 h 605118"/>
                  <a:gd name="connsiteX27" fmla="*/ 276696 w 769754"/>
                  <a:gd name="connsiteY27" fmla="*/ 358588 h 605118"/>
                  <a:gd name="connsiteX28" fmla="*/ 245319 w 769754"/>
                  <a:gd name="connsiteY28" fmla="*/ 376518 h 605118"/>
                  <a:gd name="connsiteX29" fmla="*/ 227390 w 769754"/>
                  <a:gd name="connsiteY29" fmla="*/ 389965 h 605118"/>
                  <a:gd name="connsiteX30" fmla="*/ 209460 w 769754"/>
                  <a:gd name="connsiteY30" fmla="*/ 398929 h 605118"/>
                  <a:gd name="connsiteX31" fmla="*/ 178084 w 769754"/>
                  <a:gd name="connsiteY31" fmla="*/ 443753 h 605118"/>
                  <a:gd name="connsiteX32" fmla="*/ 164637 w 769754"/>
                  <a:gd name="connsiteY32" fmla="*/ 461682 h 605118"/>
                  <a:gd name="connsiteX33" fmla="*/ 164637 w 769754"/>
                  <a:gd name="connsiteY33" fmla="*/ 519953 h 605118"/>
                  <a:gd name="connsiteX34" fmla="*/ 173601 w 769754"/>
                  <a:gd name="connsiteY34" fmla="*/ 533400 h 605118"/>
                  <a:gd name="connsiteX35" fmla="*/ 191531 w 769754"/>
                  <a:gd name="connsiteY35" fmla="*/ 555812 h 605118"/>
                  <a:gd name="connsiteX36" fmla="*/ 227390 w 769754"/>
                  <a:gd name="connsiteY36" fmla="*/ 578223 h 605118"/>
                  <a:gd name="connsiteX37" fmla="*/ 263248 w 769754"/>
                  <a:gd name="connsiteY37" fmla="*/ 591671 h 605118"/>
                  <a:gd name="connsiteX38" fmla="*/ 285660 w 769754"/>
                  <a:gd name="connsiteY38" fmla="*/ 596153 h 605118"/>
                  <a:gd name="connsiteX39" fmla="*/ 326001 w 769754"/>
                  <a:gd name="connsiteY39" fmla="*/ 591671 h 605118"/>
                  <a:gd name="connsiteX40" fmla="*/ 357378 w 769754"/>
                  <a:gd name="connsiteY40" fmla="*/ 582706 h 605118"/>
                  <a:gd name="connsiteX41" fmla="*/ 415648 w 769754"/>
                  <a:gd name="connsiteY41" fmla="*/ 587188 h 605118"/>
                  <a:gd name="connsiteX42" fmla="*/ 429096 w 769754"/>
                  <a:gd name="connsiteY42" fmla="*/ 596153 h 605118"/>
                  <a:gd name="connsiteX43" fmla="*/ 451507 w 769754"/>
                  <a:gd name="connsiteY43" fmla="*/ 605118 h 605118"/>
                  <a:gd name="connsiteX44" fmla="*/ 496331 w 769754"/>
                  <a:gd name="connsiteY44" fmla="*/ 600635 h 605118"/>
                  <a:gd name="connsiteX45" fmla="*/ 523225 w 769754"/>
                  <a:gd name="connsiteY45" fmla="*/ 582706 h 605118"/>
                  <a:gd name="connsiteX46" fmla="*/ 536672 w 769754"/>
                  <a:gd name="connsiteY46" fmla="*/ 542365 h 605118"/>
                  <a:gd name="connsiteX47" fmla="*/ 550119 w 769754"/>
                  <a:gd name="connsiteY47" fmla="*/ 524435 h 605118"/>
                  <a:gd name="connsiteX48" fmla="*/ 554601 w 769754"/>
                  <a:gd name="connsiteY48" fmla="*/ 506506 h 605118"/>
                  <a:gd name="connsiteX49" fmla="*/ 550119 w 769754"/>
                  <a:gd name="connsiteY49" fmla="*/ 466165 h 605118"/>
                  <a:gd name="connsiteX50" fmla="*/ 568048 w 769754"/>
                  <a:gd name="connsiteY50" fmla="*/ 457200 h 605118"/>
                  <a:gd name="connsiteX51" fmla="*/ 648731 w 769754"/>
                  <a:gd name="connsiteY51" fmla="*/ 448235 h 605118"/>
                  <a:gd name="connsiteX52" fmla="*/ 680107 w 769754"/>
                  <a:gd name="connsiteY52" fmla="*/ 439271 h 605118"/>
                  <a:gd name="connsiteX53" fmla="*/ 733896 w 769754"/>
                  <a:gd name="connsiteY53" fmla="*/ 421341 h 605118"/>
                  <a:gd name="connsiteX54" fmla="*/ 751825 w 769754"/>
                  <a:gd name="connsiteY54" fmla="*/ 403412 h 605118"/>
                  <a:gd name="connsiteX55" fmla="*/ 760790 w 769754"/>
                  <a:gd name="connsiteY55" fmla="*/ 385482 h 605118"/>
                  <a:gd name="connsiteX56" fmla="*/ 769754 w 769754"/>
                  <a:gd name="connsiteY56" fmla="*/ 354106 h 605118"/>
                  <a:gd name="connsiteX57" fmla="*/ 756307 w 769754"/>
                  <a:gd name="connsiteY57" fmla="*/ 282388 h 605118"/>
                  <a:gd name="connsiteX58" fmla="*/ 742860 w 769754"/>
                  <a:gd name="connsiteY58" fmla="*/ 273423 h 605118"/>
                  <a:gd name="connsiteX59" fmla="*/ 738378 w 769754"/>
                  <a:gd name="connsiteY59" fmla="*/ 259976 h 605118"/>
                  <a:gd name="connsiteX60" fmla="*/ 680107 w 769754"/>
                  <a:gd name="connsiteY60" fmla="*/ 228600 h 605118"/>
                  <a:gd name="connsiteX61" fmla="*/ 648731 w 769754"/>
                  <a:gd name="connsiteY61" fmla="*/ 215153 h 605118"/>
                  <a:gd name="connsiteX62" fmla="*/ 599425 w 769754"/>
                  <a:gd name="connsiteY62" fmla="*/ 206188 h 605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769754" h="605118">
                    <a:moveTo>
                      <a:pt x="599425" y="206188"/>
                    </a:moveTo>
                    <a:cubicBezTo>
                      <a:pt x="595690" y="197970"/>
                      <a:pt x="620644" y="182872"/>
                      <a:pt x="626319" y="165847"/>
                    </a:cubicBezTo>
                    <a:cubicBezTo>
                      <a:pt x="628728" y="158619"/>
                      <a:pt x="629307" y="150906"/>
                      <a:pt x="630801" y="143435"/>
                    </a:cubicBezTo>
                    <a:cubicBezTo>
                      <a:pt x="629307" y="132976"/>
                      <a:pt x="629660" y="122082"/>
                      <a:pt x="626319" y="112059"/>
                    </a:cubicBezTo>
                    <a:cubicBezTo>
                      <a:pt x="617507" y="85622"/>
                      <a:pt x="615541" y="94112"/>
                      <a:pt x="599425" y="80682"/>
                    </a:cubicBezTo>
                    <a:cubicBezTo>
                      <a:pt x="594555" y="76624"/>
                      <a:pt x="591136" y="70919"/>
                      <a:pt x="585978" y="67235"/>
                    </a:cubicBezTo>
                    <a:cubicBezTo>
                      <a:pt x="571847" y="57142"/>
                      <a:pt x="539433" y="49333"/>
                      <a:pt x="527707" y="44823"/>
                    </a:cubicBezTo>
                    <a:cubicBezTo>
                      <a:pt x="521471" y="42424"/>
                      <a:pt x="516057" y="38142"/>
                      <a:pt x="509778" y="35859"/>
                    </a:cubicBezTo>
                    <a:cubicBezTo>
                      <a:pt x="499555" y="32142"/>
                      <a:pt x="488797" y="30093"/>
                      <a:pt x="478401" y="26894"/>
                    </a:cubicBezTo>
                    <a:cubicBezTo>
                      <a:pt x="455619" y="19884"/>
                      <a:pt x="451631" y="16264"/>
                      <a:pt x="429096" y="13447"/>
                    </a:cubicBezTo>
                    <a:cubicBezTo>
                      <a:pt x="387066" y="8194"/>
                      <a:pt x="340609" y="7160"/>
                      <a:pt x="299107" y="4482"/>
                    </a:cubicBezTo>
                    <a:cubicBezTo>
                      <a:pt x="279667" y="3228"/>
                      <a:pt x="260260" y="1494"/>
                      <a:pt x="240837" y="0"/>
                    </a:cubicBezTo>
                    <a:cubicBezTo>
                      <a:pt x="206472" y="2988"/>
                      <a:pt x="171914" y="4252"/>
                      <a:pt x="137743" y="8965"/>
                    </a:cubicBezTo>
                    <a:cubicBezTo>
                      <a:pt x="117676" y="11733"/>
                      <a:pt x="109990" y="19578"/>
                      <a:pt x="92919" y="26894"/>
                    </a:cubicBezTo>
                    <a:cubicBezTo>
                      <a:pt x="88576" y="28755"/>
                      <a:pt x="83698" y="29263"/>
                      <a:pt x="79472" y="31376"/>
                    </a:cubicBezTo>
                    <a:cubicBezTo>
                      <a:pt x="70932" y="35646"/>
                      <a:pt x="46641" y="50761"/>
                      <a:pt x="39131" y="58271"/>
                    </a:cubicBezTo>
                    <a:cubicBezTo>
                      <a:pt x="8091" y="89312"/>
                      <a:pt x="62670" y="52216"/>
                      <a:pt x="7754" y="85165"/>
                    </a:cubicBezTo>
                    <a:cubicBezTo>
                      <a:pt x="-1984" y="114381"/>
                      <a:pt x="-3169" y="112213"/>
                      <a:pt x="7754" y="161365"/>
                    </a:cubicBezTo>
                    <a:cubicBezTo>
                      <a:pt x="9375" y="168658"/>
                      <a:pt x="16238" y="173711"/>
                      <a:pt x="21201" y="179294"/>
                    </a:cubicBezTo>
                    <a:cubicBezTo>
                      <a:pt x="43043" y="203866"/>
                      <a:pt x="43173" y="201412"/>
                      <a:pt x="70507" y="219635"/>
                    </a:cubicBezTo>
                    <a:cubicBezTo>
                      <a:pt x="74989" y="222623"/>
                      <a:pt x="78952" y="226599"/>
                      <a:pt x="83954" y="228600"/>
                    </a:cubicBezTo>
                    <a:cubicBezTo>
                      <a:pt x="110753" y="239320"/>
                      <a:pt x="98733" y="235021"/>
                      <a:pt x="119813" y="242047"/>
                    </a:cubicBezTo>
                    <a:cubicBezTo>
                      <a:pt x="124295" y="245035"/>
                      <a:pt x="128442" y="248603"/>
                      <a:pt x="133260" y="251012"/>
                    </a:cubicBezTo>
                    <a:cubicBezTo>
                      <a:pt x="140425" y="254594"/>
                      <a:pt x="157935" y="258061"/>
                      <a:pt x="164637" y="259976"/>
                    </a:cubicBezTo>
                    <a:cubicBezTo>
                      <a:pt x="203853" y="271181"/>
                      <a:pt x="143323" y="261785"/>
                      <a:pt x="236354" y="268941"/>
                    </a:cubicBezTo>
                    <a:lnTo>
                      <a:pt x="263248" y="273423"/>
                    </a:lnTo>
                    <a:cubicBezTo>
                      <a:pt x="266208" y="283783"/>
                      <a:pt x="245319" y="300318"/>
                      <a:pt x="245319" y="300318"/>
                    </a:cubicBezTo>
                    <a:cubicBezTo>
                      <a:pt x="265602" y="351027"/>
                      <a:pt x="251869" y="333763"/>
                      <a:pt x="276696" y="358588"/>
                    </a:cubicBezTo>
                    <a:cubicBezTo>
                      <a:pt x="267866" y="385073"/>
                      <a:pt x="279706" y="362763"/>
                      <a:pt x="245319" y="376518"/>
                    </a:cubicBezTo>
                    <a:cubicBezTo>
                      <a:pt x="238383" y="379293"/>
                      <a:pt x="233725" y="386006"/>
                      <a:pt x="227390" y="389965"/>
                    </a:cubicBezTo>
                    <a:cubicBezTo>
                      <a:pt x="221724" y="393506"/>
                      <a:pt x="215437" y="395941"/>
                      <a:pt x="209460" y="398929"/>
                    </a:cubicBezTo>
                    <a:cubicBezTo>
                      <a:pt x="178061" y="440797"/>
                      <a:pt x="216725" y="388551"/>
                      <a:pt x="178084" y="443753"/>
                    </a:cubicBezTo>
                    <a:cubicBezTo>
                      <a:pt x="173800" y="449873"/>
                      <a:pt x="169119" y="455706"/>
                      <a:pt x="164637" y="461682"/>
                    </a:cubicBezTo>
                    <a:cubicBezTo>
                      <a:pt x="160366" y="487305"/>
                      <a:pt x="156603" y="493172"/>
                      <a:pt x="164637" y="519953"/>
                    </a:cubicBezTo>
                    <a:cubicBezTo>
                      <a:pt x="166185" y="525113"/>
                      <a:pt x="170369" y="529090"/>
                      <a:pt x="173601" y="533400"/>
                    </a:cubicBezTo>
                    <a:cubicBezTo>
                      <a:pt x="179341" y="541054"/>
                      <a:pt x="184766" y="549047"/>
                      <a:pt x="191531" y="555812"/>
                    </a:cubicBezTo>
                    <a:cubicBezTo>
                      <a:pt x="201584" y="565865"/>
                      <a:pt x="214605" y="572541"/>
                      <a:pt x="227390" y="578223"/>
                    </a:cubicBezTo>
                    <a:cubicBezTo>
                      <a:pt x="232674" y="580571"/>
                      <a:pt x="254802" y="589559"/>
                      <a:pt x="263248" y="591671"/>
                    </a:cubicBezTo>
                    <a:cubicBezTo>
                      <a:pt x="270639" y="593519"/>
                      <a:pt x="278189" y="594659"/>
                      <a:pt x="285660" y="596153"/>
                    </a:cubicBezTo>
                    <a:cubicBezTo>
                      <a:pt x="299107" y="594659"/>
                      <a:pt x="312629" y="593728"/>
                      <a:pt x="326001" y="591671"/>
                    </a:cubicBezTo>
                    <a:cubicBezTo>
                      <a:pt x="336449" y="590064"/>
                      <a:pt x="347340" y="586052"/>
                      <a:pt x="357378" y="582706"/>
                    </a:cubicBezTo>
                    <a:cubicBezTo>
                      <a:pt x="376801" y="584200"/>
                      <a:pt x="396501" y="583598"/>
                      <a:pt x="415648" y="587188"/>
                    </a:cubicBezTo>
                    <a:cubicBezTo>
                      <a:pt x="420943" y="588181"/>
                      <a:pt x="424277" y="593744"/>
                      <a:pt x="429096" y="596153"/>
                    </a:cubicBezTo>
                    <a:cubicBezTo>
                      <a:pt x="436292" y="599751"/>
                      <a:pt x="444037" y="602130"/>
                      <a:pt x="451507" y="605118"/>
                    </a:cubicBezTo>
                    <a:cubicBezTo>
                      <a:pt x="466448" y="603624"/>
                      <a:pt x="481999" y="605114"/>
                      <a:pt x="496331" y="600635"/>
                    </a:cubicBezTo>
                    <a:cubicBezTo>
                      <a:pt x="506615" y="597421"/>
                      <a:pt x="523225" y="582706"/>
                      <a:pt x="523225" y="582706"/>
                    </a:cubicBezTo>
                    <a:cubicBezTo>
                      <a:pt x="526918" y="567933"/>
                      <a:pt x="528998" y="556178"/>
                      <a:pt x="536672" y="542365"/>
                    </a:cubicBezTo>
                    <a:cubicBezTo>
                      <a:pt x="540300" y="535834"/>
                      <a:pt x="545637" y="530412"/>
                      <a:pt x="550119" y="524435"/>
                    </a:cubicBezTo>
                    <a:cubicBezTo>
                      <a:pt x="551613" y="518459"/>
                      <a:pt x="554601" y="512666"/>
                      <a:pt x="554601" y="506506"/>
                    </a:cubicBezTo>
                    <a:cubicBezTo>
                      <a:pt x="554601" y="492976"/>
                      <a:pt x="546559" y="479218"/>
                      <a:pt x="550119" y="466165"/>
                    </a:cubicBezTo>
                    <a:cubicBezTo>
                      <a:pt x="551877" y="459719"/>
                      <a:pt x="561474" y="458395"/>
                      <a:pt x="568048" y="457200"/>
                    </a:cubicBezTo>
                    <a:cubicBezTo>
                      <a:pt x="594671" y="452359"/>
                      <a:pt x="621837" y="451223"/>
                      <a:pt x="648731" y="448235"/>
                    </a:cubicBezTo>
                    <a:cubicBezTo>
                      <a:pt x="659190" y="445247"/>
                      <a:pt x="669735" y="442546"/>
                      <a:pt x="680107" y="439271"/>
                    </a:cubicBezTo>
                    <a:cubicBezTo>
                      <a:pt x="698129" y="433580"/>
                      <a:pt x="733896" y="421341"/>
                      <a:pt x="733896" y="421341"/>
                    </a:cubicBezTo>
                    <a:cubicBezTo>
                      <a:pt x="739872" y="415365"/>
                      <a:pt x="746754" y="410173"/>
                      <a:pt x="751825" y="403412"/>
                    </a:cubicBezTo>
                    <a:cubicBezTo>
                      <a:pt x="755834" y="398066"/>
                      <a:pt x="758158" y="391624"/>
                      <a:pt x="760790" y="385482"/>
                    </a:cubicBezTo>
                    <a:cubicBezTo>
                      <a:pt x="764648" y="376481"/>
                      <a:pt x="767480" y="363202"/>
                      <a:pt x="769754" y="354106"/>
                    </a:cubicBezTo>
                    <a:cubicBezTo>
                      <a:pt x="767837" y="329187"/>
                      <a:pt x="775255" y="301336"/>
                      <a:pt x="756307" y="282388"/>
                    </a:cubicBezTo>
                    <a:cubicBezTo>
                      <a:pt x="752498" y="278579"/>
                      <a:pt x="747342" y="276411"/>
                      <a:pt x="742860" y="273423"/>
                    </a:cubicBezTo>
                    <a:cubicBezTo>
                      <a:pt x="741366" y="268941"/>
                      <a:pt x="742035" y="262968"/>
                      <a:pt x="738378" y="259976"/>
                    </a:cubicBezTo>
                    <a:cubicBezTo>
                      <a:pt x="689841" y="220264"/>
                      <a:pt x="709993" y="241408"/>
                      <a:pt x="680107" y="228600"/>
                    </a:cubicBezTo>
                    <a:cubicBezTo>
                      <a:pt x="641336" y="211984"/>
                      <a:pt x="680267" y="225664"/>
                      <a:pt x="648731" y="215153"/>
                    </a:cubicBezTo>
                    <a:cubicBezTo>
                      <a:pt x="628411" y="199913"/>
                      <a:pt x="603160" y="214406"/>
                      <a:pt x="599425" y="206188"/>
                    </a:cubicBezTo>
                    <a:close/>
                  </a:path>
                </a:pathLst>
              </a:custGeom>
              <a:solidFill>
                <a:schemeClr val="bg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28B2BD0-A7F8-480C-A0B5-08999C457CFE}"/>
                  </a:ext>
                </a:extLst>
              </p:cNvPr>
              <p:cNvSpPr/>
              <p:nvPr/>
            </p:nvSpPr>
            <p:spPr>
              <a:xfrm>
                <a:off x="7748912" y="1236599"/>
                <a:ext cx="238641" cy="13948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FA27B810-8CEC-4C30-9A36-0FD354635F16}"/>
                  </a:ext>
                </a:extLst>
              </p:cNvPr>
              <p:cNvSpPr/>
              <p:nvPr/>
            </p:nvSpPr>
            <p:spPr>
              <a:xfrm>
                <a:off x="7504901" y="723961"/>
                <a:ext cx="746162" cy="30200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dirty="0">
                    <a:solidFill>
                      <a:schemeClr val="accent2"/>
                    </a:solidFill>
                  </a:rPr>
                  <a:t>PRC1</a:t>
                </a:r>
                <a:endParaRPr lang="en-US" sz="1600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9" name="Free-form: Shape 38">
                <a:extLst>
                  <a:ext uri="{FF2B5EF4-FFF2-40B4-BE49-F238E27FC236}">
                    <a16:creationId xmlns:a16="http://schemas.microsoft.com/office/drawing/2014/main" id="{B33B1F75-F14C-4AF0-B976-9D322F5ECAFC}"/>
                  </a:ext>
                </a:extLst>
              </p:cNvPr>
              <p:cNvSpPr/>
              <p:nvPr/>
            </p:nvSpPr>
            <p:spPr>
              <a:xfrm>
                <a:off x="7344229" y="2349996"/>
                <a:ext cx="898488" cy="652435"/>
              </a:xfrm>
              <a:custGeom>
                <a:avLst/>
                <a:gdLst>
                  <a:gd name="connsiteX0" fmla="*/ 109100 w 755474"/>
                  <a:gd name="connsiteY0" fmla="*/ 76200 h 605971"/>
                  <a:gd name="connsiteX1" fmla="*/ 94586 w 755474"/>
                  <a:gd name="connsiteY1" fmla="*/ 58057 h 605971"/>
                  <a:gd name="connsiteX2" fmla="*/ 87329 w 755474"/>
                  <a:gd name="connsiteY2" fmla="*/ 47171 h 605971"/>
                  <a:gd name="connsiteX3" fmla="*/ 76443 w 755474"/>
                  <a:gd name="connsiteY3" fmla="*/ 39914 h 605971"/>
                  <a:gd name="connsiteX4" fmla="*/ 54672 w 755474"/>
                  <a:gd name="connsiteY4" fmla="*/ 47171 h 605971"/>
                  <a:gd name="connsiteX5" fmla="*/ 47415 w 755474"/>
                  <a:gd name="connsiteY5" fmla="*/ 58057 h 605971"/>
                  <a:gd name="connsiteX6" fmla="*/ 40157 w 755474"/>
                  <a:gd name="connsiteY6" fmla="*/ 65314 h 605971"/>
                  <a:gd name="connsiteX7" fmla="*/ 32900 w 755474"/>
                  <a:gd name="connsiteY7" fmla="*/ 76200 h 605971"/>
                  <a:gd name="connsiteX8" fmla="*/ 22015 w 755474"/>
                  <a:gd name="connsiteY8" fmla="*/ 79828 h 605971"/>
                  <a:gd name="connsiteX9" fmla="*/ 14757 w 755474"/>
                  <a:gd name="connsiteY9" fmla="*/ 90714 h 605971"/>
                  <a:gd name="connsiteX10" fmla="*/ 11129 w 755474"/>
                  <a:gd name="connsiteY10" fmla="*/ 101600 h 605971"/>
                  <a:gd name="connsiteX11" fmla="*/ 3872 w 755474"/>
                  <a:gd name="connsiteY11" fmla="*/ 116114 h 605971"/>
                  <a:gd name="connsiteX12" fmla="*/ 243 w 755474"/>
                  <a:gd name="connsiteY12" fmla="*/ 141514 h 605971"/>
                  <a:gd name="connsiteX13" fmla="*/ 11129 w 755474"/>
                  <a:gd name="connsiteY13" fmla="*/ 166914 h 605971"/>
                  <a:gd name="connsiteX14" fmla="*/ 58300 w 755474"/>
                  <a:gd name="connsiteY14" fmla="*/ 210457 h 605971"/>
                  <a:gd name="connsiteX15" fmla="*/ 76443 w 755474"/>
                  <a:gd name="connsiteY15" fmla="*/ 217714 h 605971"/>
                  <a:gd name="connsiteX16" fmla="*/ 83700 w 755474"/>
                  <a:gd name="connsiteY16" fmla="*/ 228600 h 605971"/>
                  <a:gd name="connsiteX17" fmla="*/ 109100 w 755474"/>
                  <a:gd name="connsiteY17" fmla="*/ 235857 h 605971"/>
                  <a:gd name="connsiteX18" fmla="*/ 138129 w 755474"/>
                  <a:gd name="connsiteY18" fmla="*/ 250371 h 605971"/>
                  <a:gd name="connsiteX19" fmla="*/ 250615 w 755474"/>
                  <a:gd name="connsiteY19" fmla="*/ 257628 h 605971"/>
                  <a:gd name="connsiteX20" fmla="*/ 243357 w 755474"/>
                  <a:gd name="connsiteY20" fmla="*/ 264885 h 605971"/>
                  <a:gd name="connsiteX21" fmla="*/ 236100 w 755474"/>
                  <a:gd name="connsiteY21" fmla="*/ 297542 h 605971"/>
                  <a:gd name="connsiteX22" fmla="*/ 250615 w 755474"/>
                  <a:gd name="connsiteY22" fmla="*/ 337457 h 605971"/>
                  <a:gd name="connsiteX23" fmla="*/ 261500 w 755474"/>
                  <a:gd name="connsiteY23" fmla="*/ 348342 h 605971"/>
                  <a:gd name="connsiteX24" fmla="*/ 265129 w 755474"/>
                  <a:gd name="connsiteY24" fmla="*/ 359228 h 605971"/>
                  <a:gd name="connsiteX25" fmla="*/ 272386 w 755474"/>
                  <a:gd name="connsiteY25" fmla="*/ 370114 h 605971"/>
                  <a:gd name="connsiteX26" fmla="*/ 254243 w 755474"/>
                  <a:gd name="connsiteY26" fmla="*/ 373742 h 605971"/>
                  <a:gd name="connsiteX27" fmla="*/ 221586 w 755474"/>
                  <a:gd name="connsiteY27" fmla="*/ 381000 h 605971"/>
                  <a:gd name="connsiteX28" fmla="*/ 199815 w 755474"/>
                  <a:gd name="connsiteY28" fmla="*/ 399142 h 605971"/>
                  <a:gd name="connsiteX29" fmla="*/ 192557 w 755474"/>
                  <a:gd name="connsiteY29" fmla="*/ 410028 h 605971"/>
                  <a:gd name="connsiteX30" fmla="*/ 188929 w 755474"/>
                  <a:gd name="connsiteY30" fmla="*/ 420914 h 605971"/>
                  <a:gd name="connsiteX31" fmla="*/ 167157 w 755474"/>
                  <a:gd name="connsiteY31" fmla="*/ 446314 h 605971"/>
                  <a:gd name="connsiteX32" fmla="*/ 159900 w 755474"/>
                  <a:gd name="connsiteY32" fmla="*/ 457200 h 605971"/>
                  <a:gd name="connsiteX33" fmla="*/ 152643 w 755474"/>
                  <a:gd name="connsiteY33" fmla="*/ 486228 h 605971"/>
                  <a:gd name="connsiteX34" fmla="*/ 167157 w 755474"/>
                  <a:gd name="connsiteY34" fmla="*/ 529771 h 605971"/>
                  <a:gd name="connsiteX35" fmla="*/ 178043 w 755474"/>
                  <a:gd name="connsiteY35" fmla="*/ 533400 h 605971"/>
                  <a:gd name="connsiteX36" fmla="*/ 188929 w 755474"/>
                  <a:gd name="connsiteY36" fmla="*/ 544285 h 605971"/>
                  <a:gd name="connsiteX37" fmla="*/ 221586 w 755474"/>
                  <a:gd name="connsiteY37" fmla="*/ 566057 h 605971"/>
                  <a:gd name="connsiteX38" fmla="*/ 265129 w 755474"/>
                  <a:gd name="connsiteY38" fmla="*/ 591457 h 605971"/>
                  <a:gd name="connsiteX39" fmla="*/ 290529 w 755474"/>
                  <a:gd name="connsiteY39" fmla="*/ 598714 h 605971"/>
                  <a:gd name="connsiteX40" fmla="*/ 373986 w 755474"/>
                  <a:gd name="connsiteY40" fmla="*/ 605971 h 605971"/>
                  <a:gd name="connsiteX41" fmla="*/ 475586 w 755474"/>
                  <a:gd name="connsiteY41" fmla="*/ 602342 h 605971"/>
                  <a:gd name="connsiteX42" fmla="*/ 508243 w 755474"/>
                  <a:gd name="connsiteY42" fmla="*/ 595085 h 605971"/>
                  <a:gd name="connsiteX43" fmla="*/ 537272 w 755474"/>
                  <a:gd name="connsiteY43" fmla="*/ 580571 h 605971"/>
                  <a:gd name="connsiteX44" fmla="*/ 569929 w 755474"/>
                  <a:gd name="connsiteY44" fmla="*/ 540657 h 605971"/>
                  <a:gd name="connsiteX45" fmla="*/ 584443 w 755474"/>
                  <a:gd name="connsiteY45" fmla="*/ 518885 h 605971"/>
                  <a:gd name="connsiteX46" fmla="*/ 584443 w 755474"/>
                  <a:gd name="connsiteY46" fmla="*/ 449942 h 605971"/>
                  <a:gd name="connsiteX47" fmla="*/ 580815 w 755474"/>
                  <a:gd name="connsiteY47" fmla="*/ 439057 h 605971"/>
                  <a:gd name="connsiteX48" fmla="*/ 566300 w 755474"/>
                  <a:gd name="connsiteY48" fmla="*/ 431800 h 605971"/>
                  <a:gd name="connsiteX49" fmla="*/ 715072 w 755474"/>
                  <a:gd name="connsiteY49" fmla="*/ 420914 h 605971"/>
                  <a:gd name="connsiteX50" fmla="*/ 733215 w 755474"/>
                  <a:gd name="connsiteY50" fmla="*/ 410028 h 605971"/>
                  <a:gd name="connsiteX51" fmla="*/ 744100 w 755474"/>
                  <a:gd name="connsiteY51" fmla="*/ 391885 h 605971"/>
                  <a:gd name="connsiteX52" fmla="*/ 751357 w 755474"/>
                  <a:gd name="connsiteY52" fmla="*/ 381000 h 605971"/>
                  <a:gd name="connsiteX53" fmla="*/ 747729 w 755474"/>
                  <a:gd name="connsiteY53" fmla="*/ 275771 h 605971"/>
                  <a:gd name="connsiteX54" fmla="*/ 736843 w 755474"/>
                  <a:gd name="connsiteY54" fmla="*/ 261257 h 605971"/>
                  <a:gd name="connsiteX55" fmla="*/ 729586 w 755474"/>
                  <a:gd name="connsiteY55" fmla="*/ 250371 h 605971"/>
                  <a:gd name="connsiteX56" fmla="*/ 715072 w 755474"/>
                  <a:gd name="connsiteY56" fmla="*/ 243114 h 605971"/>
                  <a:gd name="connsiteX57" fmla="*/ 686043 w 755474"/>
                  <a:gd name="connsiteY57" fmla="*/ 221342 h 605971"/>
                  <a:gd name="connsiteX58" fmla="*/ 642500 w 755474"/>
                  <a:gd name="connsiteY58" fmla="*/ 210457 h 605971"/>
                  <a:gd name="connsiteX59" fmla="*/ 631615 w 755474"/>
                  <a:gd name="connsiteY59" fmla="*/ 203200 h 605971"/>
                  <a:gd name="connsiteX60" fmla="*/ 609843 w 755474"/>
                  <a:gd name="connsiteY60" fmla="*/ 195942 h 605971"/>
                  <a:gd name="connsiteX61" fmla="*/ 580815 w 755474"/>
                  <a:gd name="connsiteY61" fmla="*/ 177800 h 605971"/>
                  <a:gd name="connsiteX62" fmla="*/ 566300 w 755474"/>
                  <a:gd name="connsiteY62" fmla="*/ 174171 h 605971"/>
                  <a:gd name="connsiteX63" fmla="*/ 544529 w 755474"/>
                  <a:gd name="connsiteY63" fmla="*/ 166914 h 605971"/>
                  <a:gd name="connsiteX64" fmla="*/ 511872 w 755474"/>
                  <a:gd name="connsiteY64" fmla="*/ 163285 h 605971"/>
                  <a:gd name="connsiteX65" fmla="*/ 475586 w 755474"/>
                  <a:gd name="connsiteY65" fmla="*/ 166914 h 605971"/>
                  <a:gd name="connsiteX66" fmla="*/ 446557 w 755474"/>
                  <a:gd name="connsiteY66" fmla="*/ 174171 h 605971"/>
                  <a:gd name="connsiteX67" fmla="*/ 399386 w 755474"/>
                  <a:gd name="connsiteY67" fmla="*/ 185057 h 605971"/>
                  <a:gd name="connsiteX68" fmla="*/ 395757 w 755474"/>
                  <a:gd name="connsiteY68" fmla="*/ 163285 h 605971"/>
                  <a:gd name="connsiteX69" fmla="*/ 388500 w 755474"/>
                  <a:gd name="connsiteY69" fmla="*/ 101600 h 605971"/>
                  <a:gd name="connsiteX70" fmla="*/ 384872 w 755474"/>
                  <a:gd name="connsiteY70" fmla="*/ 87085 h 605971"/>
                  <a:gd name="connsiteX71" fmla="*/ 359472 w 755474"/>
                  <a:gd name="connsiteY71" fmla="*/ 65314 h 605971"/>
                  <a:gd name="connsiteX72" fmla="*/ 319557 w 755474"/>
                  <a:gd name="connsiteY72" fmla="*/ 36285 h 605971"/>
                  <a:gd name="connsiteX73" fmla="*/ 290529 w 755474"/>
                  <a:gd name="connsiteY73" fmla="*/ 21771 h 605971"/>
                  <a:gd name="connsiteX74" fmla="*/ 279643 w 755474"/>
                  <a:gd name="connsiteY74" fmla="*/ 14514 h 605971"/>
                  <a:gd name="connsiteX75" fmla="*/ 214329 w 755474"/>
                  <a:gd name="connsiteY75" fmla="*/ 0 h 605971"/>
                  <a:gd name="connsiteX76" fmla="*/ 167157 w 755474"/>
                  <a:gd name="connsiteY76" fmla="*/ 3628 h 605971"/>
                  <a:gd name="connsiteX77" fmla="*/ 156272 w 755474"/>
                  <a:gd name="connsiteY77" fmla="*/ 14514 h 605971"/>
                  <a:gd name="connsiteX78" fmla="*/ 145386 w 755474"/>
                  <a:gd name="connsiteY78" fmla="*/ 18142 h 605971"/>
                  <a:gd name="connsiteX79" fmla="*/ 138129 w 755474"/>
                  <a:gd name="connsiteY79" fmla="*/ 25400 h 605971"/>
                  <a:gd name="connsiteX80" fmla="*/ 127243 w 755474"/>
                  <a:gd name="connsiteY80" fmla="*/ 29028 h 605971"/>
                  <a:gd name="connsiteX81" fmla="*/ 123615 w 755474"/>
                  <a:gd name="connsiteY81" fmla="*/ 43542 h 605971"/>
                  <a:gd name="connsiteX82" fmla="*/ 105472 w 755474"/>
                  <a:gd name="connsiteY82" fmla="*/ 61685 h 605971"/>
                  <a:gd name="connsiteX83" fmla="*/ 109100 w 755474"/>
                  <a:gd name="connsiteY83" fmla="*/ 76200 h 605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755474" h="605971">
                    <a:moveTo>
                      <a:pt x="109100" y="76200"/>
                    </a:moveTo>
                    <a:cubicBezTo>
                      <a:pt x="104262" y="70152"/>
                      <a:pt x="99233" y="64253"/>
                      <a:pt x="94586" y="58057"/>
                    </a:cubicBezTo>
                    <a:cubicBezTo>
                      <a:pt x="91969" y="54568"/>
                      <a:pt x="90413" y="50255"/>
                      <a:pt x="87329" y="47171"/>
                    </a:cubicBezTo>
                    <a:cubicBezTo>
                      <a:pt x="84245" y="44087"/>
                      <a:pt x="80072" y="42333"/>
                      <a:pt x="76443" y="39914"/>
                    </a:cubicBezTo>
                    <a:cubicBezTo>
                      <a:pt x="69186" y="42333"/>
                      <a:pt x="61159" y="43117"/>
                      <a:pt x="54672" y="47171"/>
                    </a:cubicBezTo>
                    <a:cubicBezTo>
                      <a:pt x="50974" y="49482"/>
                      <a:pt x="50139" y="54652"/>
                      <a:pt x="47415" y="58057"/>
                    </a:cubicBezTo>
                    <a:cubicBezTo>
                      <a:pt x="45278" y="60728"/>
                      <a:pt x="42294" y="62643"/>
                      <a:pt x="40157" y="65314"/>
                    </a:cubicBezTo>
                    <a:cubicBezTo>
                      <a:pt x="37433" y="68719"/>
                      <a:pt x="36305" y="73476"/>
                      <a:pt x="32900" y="76200"/>
                    </a:cubicBezTo>
                    <a:cubicBezTo>
                      <a:pt x="29914" y="78589"/>
                      <a:pt x="25643" y="78619"/>
                      <a:pt x="22015" y="79828"/>
                    </a:cubicBezTo>
                    <a:cubicBezTo>
                      <a:pt x="19596" y="83457"/>
                      <a:pt x="16707" y="86813"/>
                      <a:pt x="14757" y="90714"/>
                    </a:cubicBezTo>
                    <a:cubicBezTo>
                      <a:pt x="13046" y="94135"/>
                      <a:pt x="12636" y="98084"/>
                      <a:pt x="11129" y="101600"/>
                    </a:cubicBezTo>
                    <a:cubicBezTo>
                      <a:pt x="8998" y="106572"/>
                      <a:pt x="6291" y="111276"/>
                      <a:pt x="3872" y="116114"/>
                    </a:cubicBezTo>
                    <a:cubicBezTo>
                      <a:pt x="2662" y="124581"/>
                      <a:pt x="-967" y="133047"/>
                      <a:pt x="243" y="141514"/>
                    </a:cubicBezTo>
                    <a:cubicBezTo>
                      <a:pt x="1546" y="150633"/>
                      <a:pt x="5602" y="159545"/>
                      <a:pt x="11129" y="166914"/>
                    </a:cubicBezTo>
                    <a:cubicBezTo>
                      <a:pt x="15157" y="172284"/>
                      <a:pt x="44397" y="202733"/>
                      <a:pt x="58300" y="210457"/>
                    </a:cubicBezTo>
                    <a:cubicBezTo>
                      <a:pt x="63994" y="213620"/>
                      <a:pt x="70395" y="215295"/>
                      <a:pt x="76443" y="217714"/>
                    </a:cubicBezTo>
                    <a:cubicBezTo>
                      <a:pt x="78862" y="221343"/>
                      <a:pt x="80295" y="225876"/>
                      <a:pt x="83700" y="228600"/>
                    </a:cubicBezTo>
                    <a:cubicBezTo>
                      <a:pt x="86064" y="230491"/>
                      <a:pt x="108155" y="235621"/>
                      <a:pt x="109100" y="235857"/>
                    </a:cubicBezTo>
                    <a:cubicBezTo>
                      <a:pt x="120057" y="243161"/>
                      <a:pt x="123926" y="246820"/>
                      <a:pt x="138129" y="250371"/>
                    </a:cubicBezTo>
                    <a:cubicBezTo>
                      <a:pt x="164441" y="256949"/>
                      <a:pt x="249592" y="257585"/>
                      <a:pt x="250615" y="257628"/>
                    </a:cubicBezTo>
                    <a:cubicBezTo>
                      <a:pt x="248196" y="260047"/>
                      <a:pt x="244887" y="261825"/>
                      <a:pt x="243357" y="264885"/>
                    </a:cubicBezTo>
                    <a:cubicBezTo>
                      <a:pt x="241652" y="268296"/>
                      <a:pt x="236481" y="295640"/>
                      <a:pt x="236100" y="297542"/>
                    </a:cubicBezTo>
                    <a:cubicBezTo>
                      <a:pt x="239637" y="309923"/>
                      <a:pt x="242617" y="326260"/>
                      <a:pt x="250615" y="337457"/>
                    </a:cubicBezTo>
                    <a:cubicBezTo>
                      <a:pt x="253597" y="341632"/>
                      <a:pt x="257872" y="344714"/>
                      <a:pt x="261500" y="348342"/>
                    </a:cubicBezTo>
                    <a:cubicBezTo>
                      <a:pt x="262710" y="351971"/>
                      <a:pt x="263418" y="355807"/>
                      <a:pt x="265129" y="359228"/>
                    </a:cubicBezTo>
                    <a:cubicBezTo>
                      <a:pt x="267079" y="363129"/>
                      <a:pt x="275003" y="366625"/>
                      <a:pt x="272386" y="370114"/>
                    </a:cubicBezTo>
                    <a:cubicBezTo>
                      <a:pt x="268685" y="375048"/>
                      <a:pt x="260264" y="372404"/>
                      <a:pt x="254243" y="373742"/>
                    </a:cubicBezTo>
                    <a:cubicBezTo>
                      <a:pt x="208060" y="384005"/>
                      <a:pt x="276385" y="370039"/>
                      <a:pt x="221586" y="381000"/>
                    </a:cubicBezTo>
                    <a:cubicBezTo>
                      <a:pt x="203905" y="407520"/>
                      <a:pt x="227437" y="376124"/>
                      <a:pt x="199815" y="399142"/>
                    </a:cubicBezTo>
                    <a:cubicBezTo>
                      <a:pt x="196465" y="401934"/>
                      <a:pt x="194976" y="406399"/>
                      <a:pt x="192557" y="410028"/>
                    </a:cubicBezTo>
                    <a:cubicBezTo>
                      <a:pt x="191348" y="413657"/>
                      <a:pt x="190827" y="417593"/>
                      <a:pt x="188929" y="420914"/>
                    </a:cubicBezTo>
                    <a:cubicBezTo>
                      <a:pt x="179048" y="438207"/>
                      <a:pt x="178854" y="432277"/>
                      <a:pt x="167157" y="446314"/>
                    </a:cubicBezTo>
                    <a:cubicBezTo>
                      <a:pt x="164365" y="449664"/>
                      <a:pt x="162319" y="453571"/>
                      <a:pt x="159900" y="457200"/>
                    </a:cubicBezTo>
                    <a:cubicBezTo>
                      <a:pt x="157037" y="465789"/>
                      <a:pt x="152643" y="477473"/>
                      <a:pt x="152643" y="486228"/>
                    </a:cubicBezTo>
                    <a:cubicBezTo>
                      <a:pt x="152643" y="504114"/>
                      <a:pt x="153137" y="518087"/>
                      <a:pt x="167157" y="529771"/>
                    </a:cubicBezTo>
                    <a:cubicBezTo>
                      <a:pt x="170095" y="532220"/>
                      <a:pt x="174414" y="532190"/>
                      <a:pt x="178043" y="533400"/>
                    </a:cubicBezTo>
                    <a:cubicBezTo>
                      <a:pt x="181672" y="537028"/>
                      <a:pt x="185033" y="540946"/>
                      <a:pt x="188929" y="544285"/>
                    </a:cubicBezTo>
                    <a:cubicBezTo>
                      <a:pt x="201428" y="554998"/>
                      <a:pt x="207187" y="557196"/>
                      <a:pt x="221586" y="566057"/>
                    </a:cubicBezTo>
                    <a:cubicBezTo>
                      <a:pt x="228237" y="570150"/>
                      <a:pt x="253191" y="587116"/>
                      <a:pt x="265129" y="591457"/>
                    </a:cubicBezTo>
                    <a:cubicBezTo>
                      <a:pt x="273404" y="594466"/>
                      <a:pt x="281919" y="596869"/>
                      <a:pt x="290529" y="598714"/>
                    </a:cubicBezTo>
                    <a:cubicBezTo>
                      <a:pt x="314133" y="603772"/>
                      <a:pt x="354984" y="604783"/>
                      <a:pt x="373986" y="605971"/>
                    </a:cubicBezTo>
                    <a:cubicBezTo>
                      <a:pt x="407853" y="604761"/>
                      <a:pt x="441809" y="605081"/>
                      <a:pt x="475586" y="602342"/>
                    </a:cubicBezTo>
                    <a:cubicBezTo>
                      <a:pt x="486701" y="601441"/>
                      <a:pt x="497727" y="598796"/>
                      <a:pt x="508243" y="595085"/>
                    </a:cubicBezTo>
                    <a:cubicBezTo>
                      <a:pt x="518445" y="591484"/>
                      <a:pt x="537272" y="580571"/>
                      <a:pt x="537272" y="580571"/>
                    </a:cubicBezTo>
                    <a:cubicBezTo>
                      <a:pt x="551184" y="564340"/>
                      <a:pt x="558749" y="556629"/>
                      <a:pt x="569929" y="540657"/>
                    </a:cubicBezTo>
                    <a:cubicBezTo>
                      <a:pt x="574931" y="533512"/>
                      <a:pt x="584443" y="518885"/>
                      <a:pt x="584443" y="518885"/>
                    </a:cubicBezTo>
                    <a:cubicBezTo>
                      <a:pt x="590800" y="487105"/>
                      <a:pt x="590169" y="498609"/>
                      <a:pt x="584443" y="449942"/>
                    </a:cubicBezTo>
                    <a:cubicBezTo>
                      <a:pt x="583996" y="446144"/>
                      <a:pt x="583519" y="441761"/>
                      <a:pt x="580815" y="439057"/>
                    </a:cubicBezTo>
                    <a:cubicBezTo>
                      <a:pt x="576990" y="435232"/>
                      <a:pt x="571138" y="434219"/>
                      <a:pt x="566300" y="431800"/>
                    </a:cubicBezTo>
                    <a:lnTo>
                      <a:pt x="715072" y="420914"/>
                    </a:lnTo>
                    <a:cubicBezTo>
                      <a:pt x="723181" y="420177"/>
                      <a:pt x="728639" y="416435"/>
                      <a:pt x="733215" y="410028"/>
                    </a:cubicBezTo>
                    <a:cubicBezTo>
                      <a:pt x="737314" y="404289"/>
                      <a:pt x="740362" y="397866"/>
                      <a:pt x="744100" y="391885"/>
                    </a:cubicBezTo>
                    <a:cubicBezTo>
                      <a:pt x="746411" y="388187"/>
                      <a:pt x="748938" y="384628"/>
                      <a:pt x="751357" y="381000"/>
                    </a:cubicBezTo>
                    <a:cubicBezTo>
                      <a:pt x="755780" y="336780"/>
                      <a:pt x="759121" y="328176"/>
                      <a:pt x="747729" y="275771"/>
                    </a:cubicBezTo>
                    <a:cubicBezTo>
                      <a:pt x="746444" y="269861"/>
                      <a:pt x="740358" y="266178"/>
                      <a:pt x="736843" y="261257"/>
                    </a:cubicBezTo>
                    <a:cubicBezTo>
                      <a:pt x="734308" y="257708"/>
                      <a:pt x="732936" y="253163"/>
                      <a:pt x="729586" y="250371"/>
                    </a:cubicBezTo>
                    <a:cubicBezTo>
                      <a:pt x="725431" y="246908"/>
                      <a:pt x="719573" y="246114"/>
                      <a:pt x="715072" y="243114"/>
                    </a:cubicBezTo>
                    <a:cubicBezTo>
                      <a:pt x="705008" y="236405"/>
                      <a:pt x="697673" y="224665"/>
                      <a:pt x="686043" y="221342"/>
                    </a:cubicBezTo>
                    <a:cubicBezTo>
                      <a:pt x="654713" y="212391"/>
                      <a:pt x="669278" y="215812"/>
                      <a:pt x="642500" y="210457"/>
                    </a:cubicBezTo>
                    <a:cubicBezTo>
                      <a:pt x="638872" y="208038"/>
                      <a:pt x="635600" y="204971"/>
                      <a:pt x="631615" y="203200"/>
                    </a:cubicBezTo>
                    <a:cubicBezTo>
                      <a:pt x="624624" y="200093"/>
                      <a:pt x="609843" y="195942"/>
                      <a:pt x="609843" y="195942"/>
                    </a:cubicBezTo>
                    <a:cubicBezTo>
                      <a:pt x="598427" y="187380"/>
                      <a:pt x="594097" y="182781"/>
                      <a:pt x="580815" y="177800"/>
                    </a:cubicBezTo>
                    <a:cubicBezTo>
                      <a:pt x="576145" y="176049"/>
                      <a:pt x="571077" y="175604"/>
                      <a:pt x="566300" y="174171"/>
                    </a:cubicBezTo>
                    <a:cubicBezTo>
                      <a:pt x="558973" y="171973"/>
                      <a:pt x="552030" y="168414"/>
                      <a:pt x="544529" y="166914"/>
                    </a:cubicBezTo>
                    <a:cubicBezTo>
                      <a:pt x="533789" y="164766"/>
                      <a:pt x="522758" y="164495"/>
                      <a:pt x="511872" y="163285"/>
                    </a:cubicBezTo>
                    <a:cubicBezTo>
                      <a:pt x="499777" y="164495"/>
                      <a:pt x="487576" y="164916"/>
                      <a:pt x="475586" y="166914"/>
                    </a:cubicBezTo>
                    <a:cubicBezTo>
                      <a:pt x="465748" y="168554"/>
                      <a:pt x="446557" y="174171"/>
                      <a:pt x="446557" y="174171"/>
                    </a:cubicBezTo>
                    <a:cubicBezTo>
                      <a:pt x="432766" y="183365"/>
                      <a:pt x="419918" y="194390"/>
                      <a:pt x="399386" y="185057"/>
                    </a:cubicBezTo>
                    <a:cubicBezTo>
                      <a:pt x="392688" y="182012"/>
                      <a:pt x="396967" y="170542"/>
                      <a:pt x="395757" y="163285"/>
                    </a:cubicBezTo>
                    <a:cubicBezTo>
                      <a:pt x="389953" y="82011"/>
                      <a:pt x="397927" y="134596"/>
                      <a:pt x="388500" y="101600"/>
                    </a:cubicBezTo>
                    <a:cubicBezTo>
                      <a:pt x="387130" y="96805"/>
                      <a:pt x="387346" y="91415"/>
                      <a:pt x="384872" y="87085"/>
                    </a:cubicBezTo>
                    <a:cubicBezTo>
                      <a:pt x="380552" y="79526"/>
                      <a:pt x="365312" y="70320"/>
                      <a:pt x="359472" y="65314"/>
                    </a:cubicBezTo>
                    <a:cubicBezTo>
                      <a:pt x="338191" y="47073"/>
                      <a:pt x="358111" y="55562"/>
                      <a:pt x="319557" y="36285"/>
                    </a:cubicBezTo>
                    <a:cubicBezTo>
                      <a:pt x="309881" y="31447"/>
                      <a:pt x="299530" y="27772"/>
                      <a:pt x="290529" y="21771"/>
                    </a:cubicBezTo>
                    <a:cubicBezTo>
                      <a:pt x="286900" y="19352"/>
                      <a:pt x="283628" y="16285"/>
                      <a:pt x="279643" y="14514"/>
                    </a:cubicBezTo>
                    <a:cubicBezTo>
                      <a:pt x="259035" y="5355"/>
                      <a:pt x="236341" y="3144"/>
                      <a:pt x="214329" y="0"/>
                    </a:cubicBezTo>
                    <a:cubicBezTo>
                      <a:pt x="198605" y="1209"/>
                      <a:pt x="182457" y="-197"/>
                      <a:pt x="167157" y="3628"/>
                    </a:cubicBezTo>
                    <a:cubicBezTo>
                      <a:pt x="162179" y="4873"/>
                      <a:pt x="160542" y="11668"/>
                      <a:pt x="156272" y="14514"/>
                    </a:cubicBezTo>
                    <a:cubicBezTo>
                      <a:pt x="153090" y="16636"/>
                      <a:pt x="149015" y="16933"/>
                      <a:pt x="145386" y="18142"/>
                    </a:cubicBezTo>
                    <a:cubicBezTo>
                      <a:pt x="142967" y="20561"/>
                      <a:pt x="141063" y="23640"/>
                      <a:pt x="138129" y="25400"/>
                    </a:cubicBezTo>
                    <a:cubicBezTo>
                      <a:pt x="134849" y="27368"/>
                      <a:pt x="129632" y="26041"/>
                      <a:pt x="127243" y="29028"/>
                    </a:cubicBezTo>
                    <a:cubicBezTo>
                      <a:pt x="124128" y="32922"/>
                      <a:pt x="126381" y="39393"/>
                      <a:pt x="123615" y="43542"/>
                    </a:cubicBezTo>
                    <a:cubicBezTo>
                      <a:pt x="118871" y="50658"/>
                      <a:pt x="109297" y="54035"/>
                      <a:pt x="105472" y="61685"/>
                    </a:cubicBezTo>
                    <a:lnTo>
                      <a:pt x="109100" y="7620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B594F109-57D8-4C4C-BF30-5F9DD5EC5ED3}"/>
                  </a:ext>
                </a:extLst>
              </p:cNvPr>
              <p:cNvSpPr/>
              <p:nvPr/>
            </p:nvSpPr>
            <p:spPr>
              <a:xfrm>
                <a:off x="7344229" y="2637366"/>
                <a:ext cx="268514" cy="10946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1A5804D-DCEA-4A75-BD4D-C0B9D22B149D}"/>
                </a:ext>
              </a:extLst>
            </p:cNvPr>
            <p:cNvSpPr/>
            <p:nvPr/>
          </p:nvSpPr>
          <p:spPr>
            <a:xfrm rot="18813229">
              <a:off x="6977779" y="2579653"/>
              <a:ext cx="432275" cy="1972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367FE5A-B2BF-43F8-BCDD-35CF5EF80FDE}"/>
                </a:ext>
              </a:extLst>
            </p:cNvPr>
            <p:cNvSpPr/>
            <p:nvPr/>
          </p:nvSpPr>
          <p:spPr>
            <a:xfrm rot="18813229">
              <a:off x="7943317" y="2500216"/>
              <a:ext cx="432275" cy="1972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1E8B553-4046-43C7-9846-DA05B2D95C82}"/>
                </a:ext>
              </a:extLst>
            </p:cNvPr>
            <p:cNvSpPr/>
            <p:nvPr/>
          </p:nvSpPr>
          <p:spPr>
            <a:xfrm rot="20334247">
              <a:off x="7100175" y="2532239"/>
              <a:ext cx="907714" cy="4873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D514F24-2C46-43ED-AE0B-C71C5C62EE92}"/>
                </a:ext>
              </a:extLst>
            </p:cNvPr>
            <p:cNvSpPr/>
            <p:nvPr/>
          </p:nvSpPr>
          <p:spPr>
            <a:xfrm>
              <a:off x="8367668" y="2670065"/>
              <a:ext cx="1573385" cy="4171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9046B05C-DB7E-4A28-A48E-663D31D34A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53" t="13621" r="3118" b="18370"/>
            <a:stretch/>
          </p:blipFill>
          <p:spPr>
            <a:xfrm>
              <a:off x="6546527" y="2690394"/>
              <a:ext cx="3458397" cy="444834"/>
            </a:xfrm>
            <a:prstGeom prst="rect">
              <a:avLst/>
            </a:prstGeom>
          </p:spPr>
        </p:pic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8B182FFF-3CF7-410C-944A-063D7B5CDB99}"/>
              </a:ext>
            </a:extLst>
          </p:cNvPr>
          <p:cNvSpPr txBox="1"/>
          <p:nvPr/>
        </p:nvSpPr>
        <p:spPr>
          <a:xfrm>
            <a:off x="1230732" y="956901"/>
            <a:ext cx="1835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DNA methylation</a:t>
            </a:r>
            <a:endParaRPr lang="en-US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9C03757-11DE-47CA-82E1-5EF7D1EB80BD}"/>
              </a:ext>
            </a:extLst>
          </p:cNvPr>
          <p:cNvSpPr txBox="1"/>
          <p:nvPr/>
        </p:nvSpPr>
        <p:spPr>
          <a:xfrm>
            <a:off x="59846" y="6306268"/>
            <a:ext cx="619592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Ehrlich M, </a:t>
            </a:r>
            <a:r>
              <a:rPr lang="en-GB" sz="900" i="1" dirty="0">
                <a:solidFill>
                  <a:schemeClr val="bg1">
                    <a:lumMod val="50000"/>
                  </a:schemeClr>
                </a:solidFill>
              </a:rPr>
              <a:t>DNA hypomethylation in Cancer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, Epigenomics (2009)</a:t>
            </a:r>
          </a:p>
          <a:p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Nishiyama A, Nakanishi M, </a:t>
            </a:r>
            <a:r>
              <a:rPr lang="en-GB" sz="900" i="1" dirty="0">
                <a:solidFill>
                  <a:schemeClr val="bg1">
                    <a:lumMod val="50000"/>
                  </a:schemeClr>
                </a:solidFill>
              </a:rPr>
              <a:t>Navigating the DNA methylation landscape in cancer, 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Trends in Genetics (2021)</a:t>
            </a:r>
          </a:p>
          <a:p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Zhang T, Cooper S, </a:t>
            </a:r>
            <a:r>
              <a:rPr lang="en-GB" sz="900" dirty="0" err="1">
                <a:solidFill>
                  <a:schemeClr val="bg1">
                    <a:lumMod val="50000"/>
                  </a:schemeClr>
                </a:solidFill>
              </a:rPr>
              <a:t>Brockdorff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 N, </a:t>
            </a:r>
            <a:r>
              <a:rPr lang="en-GB" sz="900" i="1" dirty="0">
                <a:solidFill>
                  <a:schemeClr val="bg1">
                    <a:lumMod val="50000"/>
                  </a:schemeClr>
                </a:solidFill>
              </a:rPr>
              <a:t>The interplay of histone modifications – writers that read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altLang="en-US" sz="900" dirty="0">
                <a:solidFill>
                  <a:schemeClr val="bg1">
                    <a:lumMod val="50000"/>
                  </a:schemeClr>
                </a:solidFill>
              </a:rPr>
              <a:t>EMBO reports, (2015),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EF5B4DF-EB1A-41B0-80E2-8011C578C72B}"/>
              </a:ext>
            </a:extLst>
          </p:cNvPr>
          <p:cNvSpPr txBox="1"/>
          <p:nvPr/>
        </p:nvSpPr>
        <p:spPr>
          <a:xfrm>
            <a:off x="454868" y="1531643"/>
            <a:ext cx="385740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CpG dinucleotides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Stable transcriptional silencing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Transposable elements, genome stability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Low 5mC in CGI of regulatory regions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6CA3BC2-887D-4579-A99C-F6774CA43155}"/>
              </a:ext>
            </a:extLst>
          </p:cNvPr>
          <p:cNvSpPr txBox="1"/>
          <p:nvPr/>
        </p:nvSpPr>
        <p:spPr>
          <a:xfrm>
            <a:off x="9696196" y="956901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H3K9me2/3</a:t>
            </a:r>
            <a:endParaRPr lang="en-US" b="1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8363DCE-6C8F-4D80-8663-9144EF9BCB27}"/>
              </a:ext>
            </a:extLst>
          </p:cNvPr>
          <p:cNvSpPr txBox="1"/>
          <p:nvPr/>
        </p:nvSpPr>
        <p:spPr>
          <a:xfrm>
            <a:off x="8979389" y="1574039"/>
            <a:ext cx="321261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Constitutive heterochromatin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Pericentric satellites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Tissue-specific genes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Crosstalk with 5mC &amp; H3K27me3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43C2BA3-614E-476A-B9A0-FB393CF5B3F5}"/>
              </a:ext>
            </a:extLst>
          </p:cNvPr>
          <p:cNvGrpSpPr/>
          <p:nvPr/>
        </p:nvGrpSpPr>
        <p:grpSpPr>
          <a:xfrm>
            <a:off x="8971136" y="2634144"/>
            <a:ext cx="3045935" cy="2243779"/>
            <a:chOff x="9227014" y="3413456"/>
            <a:chExt cx="2518142" cy="1854982"/>
          </a:xfrm>
        </p:grpSpPr>
        <p:pic>
          <p:nvPicPr>
            <p:cNvPr id="25609" name="Picture 25608">
              <a:extLst>
                <a:ext uri="{FF2B5EF4-FFF2-40B4-BE49-F238E27FC236}">
                  <a16:creationId xmlns:a16="http://schemas.microsoft.com/office/drawing/2014/main" id="{B3F2C88B-7933-42D7-868A-609B51B13A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4657"/>
            <a:stretch/>
          </p:blipFill>
          <p:spPr>
            <a:xfrm>
              <a:off x="9227014" y="3413766"/>
              <a:ext cx="2518142" cy="1323439"/>
            </a:xfrm>
            <a:prstGeom prst="rect">
              <a:avLst/>
            </a:prstGeom>
          </p:spPr>
        </p:pic>
        <p:pic>
          <p:nvPicPr>
            <p:cNvPr id="25611" name="Picture 25610">
              <a:extLst>
                <a:ext uri="{FF2B5EF4-FFF2-40B4-BE49-F238E27FC236}">
                  <a16:creationId xmlns:a16="http://schemas.microsoft.com/office/drawing/2014/main" id="{12CCC12F-7E8F-4AD8-8A3B-63F54960B70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99150" y="4872164"/>
              <a:ext cx="899238" cy="396274"/>
            </a:xfrm>
            <a:prstGeom prst="rect">
              <a:avLst/>
            </a:prstGeom>
          </p:spPr>
        </p:pic>
        <p:pic>
          <p:nvPicPr>
            <p:cNvPr id="25613" name="Picture 25612">
              <a:extLst>
                <a:ext uri="{FF2B5EF4-FFF2-40B4-BE49-F238E27FC236}">
                  <a16:creationId xmlns:a16="http://schemas.microsoft.com/office/drawing/2014/main" id="{B9E25A88-8C90-4322-8F5A-6AE4C969C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13980" y="4900604"/>
              <a:ext cx="853514" cy="342930"/>
            </a:xfrm>
            <a:prstGeom prst="rect">
              <a:avLst/>
            </a:prstGeom>
          </p:spPr>
        </p:pic>
        <p:sp>
          <p:nvSpPr>
            <p:cNvPr id="4" name="Free-form: Shape 3">
              <a:extLst>
                <a:ext uri="{FF2B5EF4-FFF2-40B4-BE49-F238E27FC236}">
                  <a16:creationId xmlns:a16="http://schemas.microsoft.com/office/drawing/2014/main" id="{7A11A8BB-1C32-43B6-A481-C55BC0292154}"/>
                </a:ext>
              </a:extLst>
            </p:cNvPr>
            <p:cNvSpPr/>
            <p:nvPr/>
          </p:nvSpPr>
          <p:spPr>
            <a:xfrm>
              <a:off x="9860280" y="3413456"/>
              <a:ext cx="889033" cy="434644"/>
            </a:xfrm>
            <a:custGeom>
              <a:avLst/>
              <a:gdLst>
                <a:gd name="connsiteX0" fmla="*/ 175260 w 889033"/>
                <a:gd name="connsiteY0" fmla="*/ 373684 h 434644"/>
                <a:gd name="connsiteX1" fmla="*/ 167640 w 889033"/>
                <a:gd name="connsiteY1" fmla="*/ 360984 h 434644"/>
                <a:gd name="connsiteX2" fmla="*/ 170180 w 889033"/>
                <a:gd name="connsiteY2" fmla="*/ 353364 h 434644"/>
                <a:gd name="connsiteX3" fmla="*/ 167640 w 889033"/>
                <a:gd name="connsiteY3" fmla="*/ 325424 h 434644"/>
                <a:gd name="connsiteX4" fmla="*/ 154940 w 889033"/>
                <a:gd name="connsiteY4" fmla="*/ 322884 h 434644"/>
                <a:gd name="connsiteX5" fmla="*/ 139700 w 889033"/>
                <a:gd name="connsiteY5" fmla="*/ 317804 h 434644"/>
                <a:gd name="connsiteX6" fmla="*/ 116840 w 889033"/>
                <a:gd name="connsiteY6" fmla="*/ 300024 h 434644"/>
                <a:gd name="connsiteX7" fmla="*/ 106680 w 889033"/>
                <a:gd name="connsiteY7" fmla="*/ 297484 h 434644"/>
                <a:gd name="connsiteX8" fmla="*/ 99060 w 889033"/>
                <a:gd name="connsiteY8" fmla="*/ 294944 h 434644"/>
                <a:gd name="connsiteX9" fmla="*/ 88900 w 889033"/>
                <a:gd name="connsiteY9" fmla="*/ 300024 h 434644"/>
                <a:gd name="connsiteX10" fmla="*/ 81280 w 889033"/>
                <a:gd name="connsiteY10" fmla="*/ 305104 h 434644"/>
                <a:gd name="connsiteX11" fmla="*/ 73660 w 889033"/>
                <a:gd name="connsiteY11" fmla="*/ 307644 h 434644"/>
                <a:gd name="connsiteX12" fmla="*/ 53340 w 889033"/>
                <a:gd name="connsiteY12" fmla="*/ 322884 h 434644"/>
                <a:gd name="connsiteX13" fmla="*/ 43180 w 889033"/>
                <a:gd name="connsiteY13" fmla="*/ 327964 h 434644"/>
                <a:gd name="connsiteX14" fmla="*/ 25400 w 889033"/>
                <a:gd name="connsiteY14" fmla="*/ 317804 h 434644"/>
                <a:gd name="connsiteX15" fmla="*/ 5080 w 889033"/>
                <a:gd name="connsiteY15" fmla="*/ 292404 h 434644"/>
                <a:gd name="connsiteX16" fmla="*/ 2540 w 889033"/>
                <a:gd name="connsiteY16" fmla="*/ 284784 h 434644"/>
                <a:gd name="connsiteX17" fmla="*/ 0 w 889033"/>
                <a:gd name="connsiteY17" fmla="*/ 269544 h 434644"/>
                <a:gd name="connsiteX18" fmla="*/ 2540 w 889033"/>
                <a:gd name="connsiteY18" fmla="*/ 228904 h 434644"/>
                <a:gd name="connsiteX19" fmla="*/ 12700 w 889033"/>
                <a:gd name="connsiteY19" fmla="*/ 218744 h 434644"/>
                <a:gd name="connsiteX20" fmla="*/ 20320 w 889033"/>
                <a:gd name="connsiteY20" fmla="*/ 206044 h 434644"/>
                <a:gd name="connsiteX21" fmla="*/ 33020 w 889033"/>
                <a:gd name="connsiteY21" fmla="*/ 195884 h 434644"/>
                <a:gd name="connsiteX22" fmla="*/ 45720 w 889033"/>
                <a:gd name="connsiteY22" fmla="*/ 180644 h 434644"/>
                <a:gd name="connsiteX23" fmla="*/ 66040 w 889033"/>
                <a:gd name="connsiteY23" fmla="*/ 173024 h 434644"/>
                <a:gd name="connsiteX24" fmla="*/ 58420 w 889033"/>
                <a:gd name="connsiteY24" fmla="*/ 142544 h 434644"/>
                <a:gd name="connsiteX25" fmla="*/ 55880 w 889033"/>
                <a:gd name="connsiteY25" fmla="*/ 132384 h 434644"/>
                <a:gd name="connsiteX26" fmla="*/ 60960 w 889033"/>
                <a:gd name="connsiteY26" fmla="*/ 73964 h 434644"/>
                <a:gd name="connsiteX27" fmla="*/ 76200 w 889033"/>
                <a:gd name="connsiteY27" fmla="*/ 53644 h 434644"/>
                <a:gd name="connsiteX28" fmla="*/ 116840 w 889033"/>
                <a:gd name="connsiteY28" fmla="*/ 23164 h 434644"/>
                <a:gd name="connsiteX29" fmla="*/ 139700 w 889033"/>
                <a:gd name="connsiteY29" fmla="*/ 18084 h 434644"/>
                <a:gd name="connsiteX30" fmla="*/ 175260 w 889033"/>
                <a:gd name="connsiteY30" fmla="*/ 7924 h 434644"/>
                <a:gd name="connsiteX31" fmla="*/ 231140 w 889033"/>
                <a:gd name="connsiteY31" fmla="*/ 5384 h 434644"/>
                <a:gd name="connsiteX32" fmla="*/ 358140 w 889033"/>
                <a:gd name="connsiteY32" fmla="*/ 304 h 434644"/>
                <a:gd name="connsiteX33" fmla="*/ 538480 w 889033"/>
                <a:gd name="connsiteY33" fmla="*/ 2844 h 434644"/>
                <a:gd name="connsiteX34" fmla="*/ 579120 w 889033"/>
                <a:gd name="connsiteY34" fmla="*/ 7924 h 434644"/>
                <a:gd name="connsiteX35" fmla="*/ 614680 w 889033"/>
                <a:gd name="connsiteY35" fmla="*/ 18084 h 434644"/>
                <a:gd name="connsiteX36" fmla="*/ 629920 w 889033"/>
                <a:gd name="connsiteY36" fmla="*/ 20624 h 434644"/>
                <a:gd name="connsiteX37" fmla="*/ 640080 w 889033"/>
                <a:gd name="connsiteY37" fmla="*/ 23164 h 434644"/>
                <a:gd name="connsiteX38" fmla="*/ 652780 w 889033"/>
                <a:gd name="connsiteY38" fmla="*/ 25704 h 434644"/>
                <a:gd name="connsiteX39" fmla="*/ 660400 w 889033"/>
                <a:gd name="connsiteY39" fmla="*/ 33324 h 434644"/>
                <a:gd name="connsiteX40" fmla="*/ 670560 w 889033"/>
                <a:gd name="connsiteY40" fmla="*/ 35864 h 434644"/>
                <a:gd name="connsiteX41" fmla="*/ 708660 w 889033"/>
                <a:gd name="connsiteY41" fmla="*/ 53644 h 434644"/>
                <a:gd name="connsiteX42" fmla="*/ 728980 w 889033"/>
                <a:gd name="connsiteY42" fmla="*/ 71424 h 434644"/>
                <a:gd name="connsiteX43" fmla="*/ 739140 w 889033"/>
                <a:gd name="connsiteY43" fmla="*/ 79044 h 434644"/>
                <a:gd name="connsiteX44" fmla="*/ 764540 w 889033"/>
                <a:gd name="connsiteY44" fmla="*/ 109524 h 434644"/>
                <a:gd name="connsiteX45" fmla="*/ 769620 w 889033"/>
                <a:gd name="connsiteY45" fmla="*/ 124764 h 434644"/>
                <a:gd name="connsiteX46" fmla="*/ 767080 w 889033"/>
                <a:gd name="connsiteY46" fmla="*/ 165404 h 434644"/>
                <a:gd name="connsiteX47" fmla="*/ 746760 w 889033"/>
                <a:gd name="connsiteY47" fmla="*/ 190804 h 434644"/>
                <a:gd name="connsiteX48" fmla="*/ 739140 w 889033"/>
                <a:gd name="connsiteY48" fmla="*/ 198424 h 434644"/>
                <a:gd name="connsiteX49" fmla="*/ 718820 w 889033"/>
                <a:gd name="connsiteY49" fmla="*/ 213664 h 434644"/>
                <a:gd name="connsiteX50" fmla="*/ 711200 w 889033"/>
                <a:gd name="connsiteY50" fmla="*/ 216204 h 434644"/>
                <a:gd name="connsiteX51" fmla="*/ 734060 w 889033"/>
                <a:gd name="connsiteY51" fmla="*/ 226364 h 434644"/>
                <a:gd name="connsiteX52" fmla="*/ 741680 w 889033"/>
                <a:gd name="connsiteY52" fmla="*/ 233984 h 434644"/>
                <a:gd name="connsiteX53" fmla="*/ 762000 w 889033"/>
                <a:gd name="connsiteY53" fmla="*/ 249224 h 434644"/>
                <a:gd name="connsiteX54" fmla="*/ 792480 w 889033"/>
                <a:gd name="connsiteY54" fmla="*/ 269544 h 434644"/>
                <a:gd name="connsiteX55" fmla="*/ 800100 w 889033"/>
                <a:gd name="connsiteY55" fmla="*/ 274624 h 434644"/>
                <a:gd name="connsiteX56" fmla="*/ 812800 w 889033"/>
                <a:gd name="connsiteY56" fmla="*/ 279704 h 434644"/>
                <a:gd name="connsiteX57" fmla="*/ 833120 w 889033"/>
                <a:gd name="connsiteY57" fmla="*/ 292404 h 434644"/>
                <a:gd name="connsiteX58" fmla="*/ 840740 w 889033"/>
                <a:gd name="connsiteY58" fmla="*/ 300024 h 434644"/>
                <a:gd name="connsiteX59" fmla="*/ 853440 w 889033"/>
                <a:gd name="connsiteY59" fmla="*/ 310184 h 434644"/>
                <a:gd name="connsiteX60" fmla="*/ 871220 w 889033"/>
                <a:gd name="connsiteY60" fmla="*/ 330504 h 434644"/>
                <a:gd name="connsiteX61" fmla="*/ 878840 w 889033"/>
                <a:gd name="connsiteY61" fmla="*/ 353364 h 434644"/>
                <a:gd name="connsiteX62" fmla="*/ 881380 w 889033"/>
                <a:gd name="connsiteY62" fmla="*/ 360984 h 434644"/>
                <a:gd name="connsiteX63" fmla="*/ 886460 w 889033"/>
                <a:gd name="connsiteY63" fmla="*/ 368604 h 434644"/>
                <a:gd name="connsiteX64" fmla="*/ 889000 w 889033"/>
                <a:gd name="connsiteY64" fmla="*/ 378764 h 434644"/>
                <a:gd name="connsiteX65" fmla="*/ 873760 w 889033"/>
                <a:gd name="connsiteY65" fmla="*/ 411784 h 434644"/>
                <a:gd name="connsiteX66" fmla="*/ 868680 w 889033"/>
                <a:gd name="connsiteY66" fmla="*/ 419404 h 434644"/>
                <a:gd name="connsiteX67" fmla="*/ 855980 w 889033"/>
                <a:gd name="connsiteY67" fmla="*/ 427024 h 434644"/>
                <a:gd name="connsiteX68" fmla="*/ 833120 w 889033"/>
                <a:gd name="connsiteY68" fmla="*/ 434644 h 434644"/>
                <a:gd name="connsiteX69" fmla="*/ 797560 w 889033"/>
                <a:gd name="connsiteY69" fmla="*/ 432104 h 434644"/>
                <a:gd name="connsiteX70" fmla="*/ 789940 w 889033"/>
                <a:gd name="connsiteY70" fmla="*/ 427024 h 434644"/>
                <a:gd name="connsiteX71" fmla="*/ 772160 w 889033"/>
                <a:gd name="connsiteY71" fmla="*/ 409244 h 434644"/>
                <a:gd name="connsiteX72" fmla="*/ 764540 w 889033"/>
                <a:gd name="connsiteY72" fmla="*/ 401624 h 434644"/>
                <a:gd name="connsiteX73" fmla="*/ 756920 w 889033"/>
                <a:gd name="connsiteY73" fmla="*/ 386384 h 434644"/>
                <a:gd name="connsiteX74" fmla="*/ 739140 w 889033"/>
                <a:gd name="connsiteY74" fmla="*/ 366064 h 434644"/>
                <a:gd name="connsiteX75" fmla="*/ 731520 w 889033"/>
                <a:gd name="connsiteY75" fmla="*/ 348284 h 434644"/>
                <a:gd name="connsiteX76" fmla="*/ 723900 w 889033"/>
                <a:gd name="connsiteY76" fmla="*/ 335584 h 434644"/>
                <a:gd name="connsiteX77" fmla="*/ 703580 w 889033"/>
                <a:gd name="connsiteY77" fmla="*/ 315264 h 434644"/>
                <a:gd name="connsiteX78" fmla="*/ 695960 w 889033"/>
                <a:gd name="connsiteY78" fmla="*/ 307644 h 434644"/>
                <a:gd name="connsiteX79" fmla="*/ 675640 w 889033"/>
                <a:gd name="connsiteY79" fmla="*/ 294944 h 434644"/>
                <a:gd name="connsiteX80" fmla="*/ 657860 w 889033"/>
                <a:gd name="connsiteY80" fmla="*/ 284784 h 434644"/>
                <a:gd name="connsiteX81" fmla="*/ 650240 w 889033"/>
                <a:gd name="connsiteY81" fmla="*/ 277164 h 434644"/>
                <a:gd name="connsiteX82" fmla="*/ 640080 w 889033"/>
                <a:gd name="connsiteY82" fmla="*/ 274624 h 434644"/>
                <a:gd name="connsiteX83" fmla="*/ 622300 w 889033"/>
                <a:gd name="connsiteY83" fmla="*/ 272084 h 434644"/>
                <a:gd name="connsiteX84" fmla="*/ 581660 w 889033"/>
                <a:gd name="connsiteY84" fmla="*/ 267004 h 434644"/>
                <a:gd name="connsiteX85" fmla="*/ 518160 w 889033"/>
                <a:gd name="connsiteY85" fmla="*/ 269544 h 434644"/>
                <a:gd name="connsiteX86" fmla="*/ 480060 w 889033"/>
                <a:gd name="connsiteY86" fmla="*/ 277164 h 434644"/>
                <a:gd name="connsiteX87" fmla="*/ 464820 w 889033"/>
                <a:gd name="connsiteY87" fmla="*/ 282244 h 434644"/>
                <a:gd name="connsiteX88" fmla="*/ 421640 w 889033"/>
                <a:gd name="connsiteY88" fmla="*/ 279704 h 434644"/>
                <a:gd name="connsiteX89" fmla="*/ 386080 w 889033"/>
                <a:gd name="connsiteY89" fmla="*/ 269544 h 434644"/>
                <a:gd name="connsiteX90" fmla="*/ 353060 w 889033"/>
                <a:gd name="connsiteY90" fmla="*/ 272084 h 434644"/>
                <a:gd name="connsiteX91" fmla="*/ 340360 w 889033"/>
                <a:gd name="connsiteY91" fmla="*/ 302564 h 434644"/>
                <a:gd name="connsiteX92" fmla="*/ 330200 w 889033"/>
                <a:gd name="connsiteY92" fmla="*/ 330504 h 434644"/>
                <a:gd name="connsiteX93" fmla="*/ 320040 w 889033"/>
                <a:gd name="connsiteY93" fmla="*/ 348284 h 434644"/>
                <a:gd name="connsiteX94" fmla="*/ 309880 w 889033"/>
                <a:gd name="connsiteY94" fmla="*/ 358444 h 434644"/>
                <a:gd name="connsiteX95" fmla="*/ 279400 w 889033"/>
                <a:gd name="connsiteY95" fmla="*/ 368604 h 434644"/>
                <a:gd name="connsiteX96" fmla="*/ 266700 w 889033"/>
                <a:gd name="connsiteY96" fmla="*/ 373684 h 434644"/>
                <a:gd name="connsiteX97" fmla="*/ 182880 w 889033"/>
                <a:gd name="connsiteY97" fmla="*/ 371144 h 434644"/>
                <a:gd name="connsiteX98" fmla="*/ 175260 w 889033"/>
                <a:gd name="connsiteY98" fmla="*/ 373684 h 434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889033" h="434644">
                  <a:moveTo>
                    <a:pt x="175260" y="373684"/>
                  </a:moveTo>
                  <a:cubicBezTo>
                    <a:pt x="172720" y="371991"/>
                    <a:pt x="168837" y="365773"/>
                    <a:pt x="167640" y="360984"/>
                  </a:cubicBezTo>
                  <a:cubicBezTo>
                    <a:pt x="166991" y="358387"/>
                    <a:pt x="170180" y="356041"/>
                    <a:pt x="170180" y="353364"/>
                  </a:cubicBezTo>
                  <a:cubicBezTo>
                    <a:pt x="170180" y="344012"/>
                    <a:pt x="171822" y="333788"/>
                    <a:pt x="167640" y="325424"/>
                  </a:cubicBezTo>
                  <a:cubicBezTo>
                    <a:pt x="165709" y="321563"/>
                    <a:pt x="159105" y="324020"/>
                    <a:pt x="154940" y="322884"/>
                  </a:cubicBezTo>
                  <a:cubicBezTo>
                    <a:pt x="149774" y="321475"/>
                    <a:pt x="139700" y="317804"/>
                    <a:pt x="139700" y="317804"/>
                  </a:cubicBezTo>
                  <a:cubicBezTo>
                    <a:pt x="130615" y="308719"/>
                    <a:pt x="128941" y="305402"/>
                    <a:pt x="116840" y="300024"/>
                  </a:cubicBezTo>
                  <a:cubicBezTo>
                    <a:pt x="113650" y="298606"/>
                    <a:pt x="110037" y="298443"/>
                    <a:pt x="106680" y="297484"/>
                  </a:cubicBezTo>
                  <a:cubicBezTo>
                    <a:pt x="104106" y="296748"/>
                    <a:pt x="101600" y="295791"/>
                    <a:pt x="99060" y="294944"/>
                  </a:cubicBezTo>
                  <a:cubicBezTo>
                    <a:pt x="95673" y="296637"/>
                    <a:pt x="92188" y="298145"/>
                    <a:pt x="88900" y="300024"/>
                  </a:cubicBezTo>
                  <a:cubicBezTo>
                    <a:pt x="86250" y="301539"/>
                    <a:pt x="84010" y="303739"/>
                    <a:pt x="81280" y="305104"/>
                  </a:cubicBezTo>
                  <a:cubicBezTo>
                    <a:pt x="78885" y="306301"/>
                    <a:pt x="76200" y="306797"/>
                    <a:pt x="73660" y="307644"/>
                  </a:cubicBezTo>
                  <a:cubicBezTo>
                    <a:pt x="67553" y="312530"/>
                    <a:pt x="60416" y="318840"/>
                    <a:pt x="53340" y="322884"/>
                  </a:cubicBezTo>
                  <a:cubicBezTo>
                    <a:pt x="50052" y="324763"/>
                    <a:pt x="46567" y="326271"/>
                    <a:pt x="43180" y="327964"/>
                  </a:cubicBezTo>
                  <a:cubicBezTo>
                    <a:pt x="37253" y="324577"/>
                    <a:pt x="30810" y="321966"/>
                    <a:pt x="25400" y="317804"/>
                  </a:cubicBezTo>
                  <a:cubicBezTo>
                    <a:pt x="13479" y="308634"/>
                    <a:pt x="10212" y="304379"/>
                    <a:pt x="5080" y="292404"/>
                  </a:cubicBezTo>
                  <a:cubicBezTo>
                    <a:pt x="4025" y="289943"/>
                    <a:pt x="3121" y="287398"/>
                    <a:pt x="2540" y="284784"/>
                  </a:cubicBezTo>
                  <a:cubicBezTo>
                    <a:pt x="1423" y="279757"/>
                    <a:pt x="847" y="274624"/>
                    <a:pt x="0" y="269544"/>
                  </a:cubicBezTo>
                  <a:cubicBezTo>
                    <a:pt x="847" y="255997"/>
                    <a:pt x="-752" y="242072"/>
                    <a:pt x="2540" y="228904"/>
                  </a:cubicBezTo>
                  <a:cubicBezTo>
                    <a:pt x="3702" y="224258"/>
                    <a:pt x="9760" y="222525"/>
                    <a:pt x="12700" y="218744"/>
                  </a:cubicBezTo>
                  <a:cubicBezTo>
                    <a:pt x="15731" y="214847"/>
                    <a:pt x="17040" y="209734"/>
                    <a:pt x="20320" y="206044"/>
                  </a:cubicBezTo>
                  <a:cubicBezTo>
                    <a:pt x="23922" y="201992"/>
                    <a:pt x="29187" y="199717"/>
                    <a:pt x="33020" y="195884"/>
                  </a:cubicBezTo>
                  <a:cubicBezTo>
                    <a:pt x="44159" y="184745"/>
                    <a:pt x="31156" y="191047"/>
                    <a:pt x="45720" y="180644"/>
                  </a:cubicBezTo>
                  <a:cubicBezTo>
                    <a:pt x="52872" y="175535"/>
                    <a:pt x="57859" y="175069"/>
                    <a:pt x="66040" y="173024"/>
                  </a:cubicBezTo>
                  <a:lnTo>
                    <a:pt x="58420" y="142544"/>
                  </a:lnTo>
                  <a:lnTo>
                    <a:pt x="55880" y="132384"/>
                  </a:lnTo>
                  <a:cubicBezTo>
                    <a:pt x="56666" y="116673"/>
                    <a:pt x="53357" y="91705"/>
                    <a:pt x="60960" y="73964"/>
                  </a:cubicBezTo>
                  <a:cubicBezTo>
                    <a:pt x="65618" y="63095"/>
                    <a:pt x="66606" y="61959"/>
                    <a:pt x="76200" y="53644"/>
                  </a:cubicBezTo>
                  <a:cubicBezTo>
                    <a:pt x="88459" y="43019"/>
                    <a:pt x="101822" y="30673"/>
                    <a:pt x="116840" y="23164"/>
                  </a:cubicBezTo>
                  <a:cubicBezTo>
                    <a:pt x="124107" y="19530"/>
                    <a:pt x="131896" y="20035"/>
                    <a:pt x="139700" y="18084"/>
                  </a:cubicBezTo>
                  <a:cubicBezTo>
                    <a:pt x="154141" y="14474"/>
                    <a:pt x="159423" y="9508"/>
                    <a:pt x="175260" y="7924"/>
                  </a:cubicBezTo>
                  <a:cubicBezTo>
                    <a:pt x="193813" y="6069"/>
                    <a:pt x="212513" y="6231"/>
                    <a:pt x="231140" y="5384"/>
                  </a:cubicBezTo>
                  <a:cubicBezTo>
                    <a:pt x="281887" y="-1866"/>
                    <a:pt x="261689" y="304"/>
                    <a:pt x="358140" y="304"/>
                  </a:cubicBezTo>
                  <a:cubicBezTo>
                    <a:pt x="418259" y="304"/>
                    <a:pt x="478367" y="1997"/>
                    <a:pt x="538480" y="2844"/>
                  </a:cubicBezTo>
                  <a:cubicBezTo>
                    <a:pt x="549388" y="4056"/>
                    <a:pt x="567729" y="5853"/>
                    <a:pt x="579120" y="7924"/>
                  </a:cubicBezTo>
                  <a:cubicBezTo>
                    <a:pt x="587444" y="9438"/>
                    <a:pt x="612299" y="17489"/>
                    <a:pt x="614680" y="18084"/>
                  </a:cubicBezTo>
                  <a:cubicBezTo>
                    <a:pt x="619676" y="19333"/>
                    <a:pt x="624870" y="19614"/>
                    <a:pt x="629920" y="20624"/>
                  </a:cubicBezTo>
                  <a:cubicBezTo>
                    <a:pt x="633343" y="21309"/>
                    <a:pt x="636672" y="22407"/>
                    <a:pt x="640080" y="23164"/>
                  </a:cubicBezTo>
                  <a:cubicBezTo>
                    <a:pt x="644294" y="24101"/>
                    <a:pt x="648547" y="24857"/>
                    <a:pt x="652780" y="25704"/>
                  </a:cubicBezTo>
                  <a:cubicBezTo>
                    <a:pt x="655320" y="28244"/>
                    <a:pt x="657281" y="31542"/>
                    <a:pt x="660400" y="33324"/>
                  </a:cubicBezTo>
                  <a:cubicBezTo>
                    <a:pt x="663431" y="35056"/>
                    <a:pt x="667248" y="34760"/>
                    <a:pt x="670560" y="35864"/>
                  </a:cubicBezTo>
                  <a:cubicBezTo>
                    <a:pt x="680652" y="39228"/>
                    <a:pt x="702844" y="49767"/>
                    <a:pt x="708660" y="53644"/>
                  </a:cubicBezTo>
                  <a:cubicBezTo>
                    <a:pt x="725050" y="64570"/>
                    <a:pt x="706692" y="51613"/>
                    <a:pt x="728980" y="71424"/>
                  </a:cubicBezTo>
                  <a:cubicBezTo>
                    <a:pt x="732144" y="74236"/>
                    <a:pt x="735993" y="76212"/>
                    <a:pt x="739140" y="79044"/>
                  </a:cubicBezTo>
                  <a:cubicBezTo>
                    <a:pt x="749354" y="88236"/>
                    <a:pt x="758335" y="97115"/>
                    <a:pt x="764540" y="109524"/>
                  </a:cubicBezTo>
                  <a:cubicBezTo>
                    <a:pt x="766935" y="114313"/>
                    <a:pt x="767927" y="119684"/>
                    <a:pt x="769620" y="124764"/>
                  </a:cubicBezTo>
                  <a:cubicBezTo>
                    <a:pt x="768773" y="138311"/>
                    <a:pt x="769000" y="151967"/>
                    <a:pt x="767080" y="165404"/>
                  </a:cubicBezTo>
                  <a:cubicBezTo>
                    <a:pt x="764976" y="180134"/>
                    <a:pt x="757625" y="181146"/>
                    <a:pt x="746760" y="190804"/>
                  </a:cubicBezTo>
                  <a:cubicBezTo>
                    <a:pt x="744075" y="193190"/>
                    <a:pt x="741843" y="196059"/>
                    <a:pt x="739140" y="198424"/>
                  </a:cubicBezTo>
                  <a:cubicBezTo>
                    <a:pt x="736648" y="200605"/>
                    <a:pt x="723861" y="211144"/>
                    <a:pt x="718820" y="213664"/>
                  </a:cubicBezTo>
                  <a:cubicBezTo>
                    <a:pt x="716425" y="214861"/>
                    <a:pt x="713740" y="215357"/>
                    <a:pt x="711200" y="216204"/>
                  </a:cubicBezTo>
                  <a:cubicBezTo>
                    <a:pt x="720052" y="219155"/>
                    <a:pt x="725243" y="220486"/>
                    <a:pt x="734060" y="226364"/>
                  </a:cubicBezTo>
                  <a:cubicBezTo>
                    <a:pt x="737049" y="228357"/>
                    <a:pt x="738900" y="231709"/>
                    <a:pt x="741680" y="233984"/>
                  </a:cubicBezTo>
                  <a:cubicBezTo>
                    <a:pt x="748233" y="239345"/>
                    <a:pt x="754955" y="244528"/>
                    <a:pt x="762000" y="249224"/>
                  </a:cubicBezTo>
                  <a:lnTo>
                    <a:pt x="792480" y="269544"/>
                  </a:lnTo>
                  <a:cubicBezTo>
                    <a:pt x="795020" y="271237"/>
                    <a:pt x="797266" y="273490"/>
                    <a:pt x="800100" y="274624"/>
                  </a:cubicBezTo>
                  <a:lnTo>
                    <a:pt x="812800" y="279704"/>
                  </a:lnTo>
                  <a:cubicBezTo>
                    <a:pt x="831224" y="298128"/>
                    <a:pt x="807464" y="276369"/>
                    <a:pt x="833120" y="292404"/>
                  </a:cubicBezTo>
                  <a:cubicBezTo>
                    <a:pt x="836166" y="294308"/>
                    <a:pt x="838037" y="297659"/>
                    <a:pt x="840740" y="300024"/>
                  </a:cubicBezTo>
                  <a:cubicBezTo>
                    <a:pt x="844820" y="303594"/>
                    <a:pt x="849813" y="306154"/>
                    <a:pt x="853440" y="310184"/>
                  </a:cubicBezTo>
                  <a:cubicBezTo>
                    <a:pt x="875665" y="334878"/>
                    <a:pt x="853334" y="318580"/>
                    <a:pt x="871220" y="330504"/>
                  </a:cubicBezTo>
                  <a:lnTo>
                    <a:pt x="878840" y="353364"/>
                  </a:lnTo>
                  <a:cubicBezTo>
                    <a:pt x="879687" y="355904"/>
                    <a:pt x="879895" y="358756"/>
                    <a:pt x="881380" y="360984"/>
                  </a:cubicBezTo>
                  <a:lnTo>
                    <a:pt x="886460" y="368604"/>
                  </a:lnTo>
                  <a:cubicBezTo>
                    <a:pt x="887307" y="371991"/>
                    <a:pt x="889316" y="375287"/>
                    <a:pt x="889000" y="378764"/>
                  </a:cubicBezTo>
                  <a:cubicBezTo>
                    <a:pt x="887577" y="394412"/>
                    <a:pt x="882055" y="399342"/>
                    <a:pt x="873760" y="411784"/>
                  </a:cubicBezTo>
                  <a:cubicBezTo>
                    <a:pt x="872067" y="414324"/>
                    <a:pt x="871298" y="417833"/>
                    <a:pt x="868680" y="419404"/>
                  </a:cubicBezTo>
                  <a:cubicBezTo>
                    <a:pt x="864447" y="421944"/>
                    <a:pt x="860518" y="425079"/>
                    <a:pt x="855980" y="427024"/>
                  </a:cubicBezTo>
                  <a:cubicBezTo>
                    <a:pt x="848597" y="430188"/>
                    <a:pt x="833120" y="434644"/>
                    <a:pt x="833120" y="434644"/>
                  </a:cubicBezTo>
                  <a:cubicBezTo>
                    <a:pt x="821267" y="433797"/>
                    <a:pt x="809263" y="434169"/>
                    <a:pt x="797560" y="432104"/>
                  </a:cubicBezTo>
                  <a:cubicBezTo>
                    <a:pt x="794554" y="431573"/>
                    <a:pt x="792424" y="428798"/>
                    <a:pt x="789940" y="427024"/>
                  </a:cubicBezTo>
                  <a:cubicBezTo>
                    <a:pt x="773720" y="415438"/>
                    <a:pt x="784994" y="424217"/>
                    <a:pt x="772160" y="409244"/>
                  </a:cubicBezTo>
                  <a:cubicBezTo>
                    <a:pt x="769822" y="406517"/>
                    <a:pt x="766533" y="404613"/>
                    <a:pt x="764540" y="401624"/>
                  </a:cubicBezTo>
                  <a:cubicBezTo>
                    <a:pt x="761390" y="396898"/>
                    <a:pt x="759969" y="391176"/>
                    <a:pt x="756920" y="386384"/>
                  </a:cubicBezTo>
                  <a:cubicBezTo>
                    <a:pt x="751493" y="377856"/>
                    <a:pt x="745970" y="372894"/>
                    <a:pt x="739140" y="366064"/>
                  </a:cubicBezTo>
                  <a:cubicBezTo>
                    <a:pt x="736142" y="357071"/>
                    <a:pt x="736751" y="357700"/>
                    <a:pt x="731520" y="348284"/>
                  </a:cubicBezTo>
                  <a:cubicBezTo>
                    <a:pt x="729122" y="343968"/>
                    <a:pt x="727089" y="339353"/>
                    <a:pt x="723900" y="335584"/>
                  </a:cubicBezTo>
                  <a:cubicBezTo>
                    <a:pt x="717713" y="328272"/>
                    <a:pt x="710353" y="322037"/>
                    <a:pt x="703580" y="315264"/>
                  </a:cubicBezTo>
                  <a:cubicBezTo>
                    <a:pt x="701040" y="312724"/>
                    <a:pt x="699173" y="309250"/>
                    <a:pt x="695960" y="307644"/>
                  </a:cubicBezTo>
                  <a:cubicBezTo>
                    <a:pt x="672183" y="295755"/>
                    <a:pt x="699820" y="310331"/>
                    <a:pt x="675640" y="294944"/>
                  </a:cubicBezTo>
                  <a:cubicBezTo>
                    <a:pt x="669881" y="291279"/>
                    <a:pt x="663452" y="288698"/>
                    <a:pt x="657860" y="284784"/>
                  </a:cubicBezTo>
                  <a:cubicBezTo>
                    <a:pt x="654917" y="282724"/>
                    <a:pt x="653359" y="278946"/>
                    <a:pt x="650240" y="277164"/>
                  </a:cubicBezTo>
                  <a:cubicBezTo>
                    <a:pt x="647209" y="275432"/>
                    <a:pt x="643515" y="275248"/>
                    <a:pt x="640080" y="274624"/>
                  </a:cubicBezTo>
                  <a:cubicBezTo>
                    <a:pt x="634190" y="273553"/>
                    <a:pt x="628237" y="272858"/>
                    <a:pt x="622300" y="272084"/>
                  </a:cubicBezTo>
                  <a:lnTo>
                    <a:pt x="581660" y="267004"/>
                  </a:lnTo>
                  <a:cubicBezTo>
                    <a:pt x="560493" y="267851"/>
                    <a:pt x="539270" y="267785"/>
                    <a:pt x="518160" y="269544"/>
                  </a:cubicBezTo>
                  <a:cubicBezTo>
                    <a:pt x="513151" y="269961"/>
                    <a:pt x="489680" y="274278"/>
                    <a:pt x="480060" y="277164"/>
                  </a:cubicBezTo>
                  <a:cubicBezTo>
                    <a:pt x="474931" y="278703"/>
                    <a:pt x="469900" y="280551"/>
                    <a:pt x="464820" y="282244"/>
                  </a:cubicBezTo>
                  <a:cubicBezTo>
                    <a:pt x="450427" y="281397"/>
                    <a:pt x="435913" y="281743"/>
                    <a:pt x="421640" y="279704"/>
                  </a:cubicBezTo>
                  <a:cubicBezTo>
                    <a:pt x="411928" y="278317"/>
                    <a:pt x="397086" y="273213"/>
                    <a:pt x="386080" y="269544"/>
                  </a:cubicBezTo>
                  <a:cubicBezTo>
                    <a:pt x="375073" y="270391"/>
                    <a:pt x="362009" y="265621"/>
                    <a:pt x="353060" y="272084"/>
                  </a:cubicBezTo>
                  <a:cubicBezTo>
                    <a:pt x="344137" y="278528"/>
                    <a:pt x="343841" y="292122"/>
                    <a:pt x="340360" y="302564"/>
                  </a:cubicBezTo>
                  <a:cubicBezTo>
                    <a:pt x="336605" y="313828"/>
                    <a:pt x="334912" y="319901"/>
                    <a:pt x="330200" y="330504"/>
                  </a:cubicBezTo>
                  <a:cubicBezTo>
                    <a:pt x="327982" y="335493"/>
                    <a:pt x="323812" y="343884"/>
                    <a:pt x="320040" y="348284"/>
                  </a:cubicBezTo>
                  <a:cubicBezTo>
                    <a:pt x="316923" y="351920"/>
                    <a:pt x="313921" y="355873"/>
                    <a:pt x="309880" y="358444"/>
                  </a:cubicBezTo>
                  <a:cubicBezTo>
                    <a:pt x="293120" y="369109"/>
                    <a:pt x="295083" y="363899"/>
                    <a:pt x="279400" y="368604"/>
                  </a:cubicBezTo>
                  <a:cubicBezTo>
                    <a:pt x="275033" y="369914"/>
                    <a:pt x="270933" y="371991"/>
                    <a:pt x="266700" y="373684"/>
                  </a:cubicBezTo>
                  <a:cubicBezTo>
                    <a:pt x="238760" y="372837"/>
                    <a:pt x="210792" y="372653"/>
                    <a:pt x="182880" y="371144"/>
                  </a:cubicBezTo>
                  <a:cubicBezTo>
                    <a:pt x="128292" y="368193"/>
                    <a:pt x="177800" y="375377"/>
                    <a:pt x="175260" y="3736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D673DD8-FA10-A99C-7E07-7295697C90D9}"/>
              </a:ext>
            </a:extLst>
          </p:cNvPr>
          <p:cNvSpPr txBox="1"/>
          <p:nvPr/>
        </p:nvSpPr>
        <p:spPr>
          <a:xfrm>
            <a:off x="1331613" y="5309501"/>
            <a:ext cx="9956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What is the functional redundancy, antagonism and cooperativity of repressive chromatin mechanisms?</a:t>
            </a:r>
            <a:endParaRPr lang="en-US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F9207C5-70D6-D453-967F-272C96425F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431" y="3214153"/>
            <a:ext cx="4006522" cy="1208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C5300DE-9563-93FC-785A-AC05F2097758}"/>
              </a:ext>
            </a:extLst>
          </p:cNvPr>
          <p:cNvSpPr txBox="1"/>
          <p:nvPr/>
        </p:nvSpPr>
        <p:spPr>
          <a:xfrm>
            <a:off x="392776" y="2798906"/>
            <a:ext cx="2002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accent6">
                    <a:lumMod val="75000"/>
                  </a:schemeClr>
                </a:solidFill>
              </a:rPr>
              <a:t>DNA methylation </a:t>
            </a:r>
            <a:endParaRPr lang="en-US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07A8D0-C41F-F359-40CE-BC30D955ABF5}"/>
              </a:ext>
            </a:extLst>
          </p:cNvPr>
          <p:cNvSpPr txBox="1"/>
          <p:nvPr/>
        </p:nvSpPr>
        <p:spPr>
          <a:xfrm>
            <a:off x="2578336" y="2798906"/>
            <a:ext cx="22024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DNA demethylation</a:t>
            </a:r>
            <a:endParaRPr lang="en-US" sz="1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3126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74" grpId="0"/>
      <p:bldP spid="75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1C24D-F48E-4AAB-9AEF-9CCF3B4FE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800" y="259908"/>
            <a:ext cx="7059836" cy="506948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Crosstalk between DNA methylation and H3K27me3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AF465C-7AAF-4C05-B007-157AB9A8CB02}"/>
              </a:ext>
            </a:extLst>
          </p:cNvPr>
          <p:cNvSpPr txBox="1"/>
          <p:nvPr/>
        </p:nvSpPr>
        <p:spPr>
          <a:xfrm>
            <a:off x="4969331" y="852237"/>
            <a:ext cx="2572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 err="1"/>
              <a:t>Polycomb</a:t>
            </a:r>
            <a:r>
              <a:rPr lang="en-GB" b="1" dirty="0"/>
              <a:t> group Proteins</a:t>
            </a:r>
          </a:p>
          <a:p>
            <a:pPr algn="ctr"/>
            <a:r>
              <a:rPr lang="en-GB" b="1" dirty="0"/>
              <a:t>PRC1 &amp; PRC2 </a:t>
            </a:r>
            <a:endParaRPr lang="en-US" b="1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9A594FB-CC89-48A5-B461-2D3405B09D82}"/>
              </a:ext>
            </a:extLst>
          </p:cNvPr>
          <p:cNvGrpSpPr/>
          <p:nvPr/>
        </p:nvGrpSpPr>
        <p:grpSpPr>
          <a:xfrm>
            <a:off x="4658419" y="2060953"/>
            <a:ext cx="4055657" cy="2344543"/>
            <a:chOff x="6141567" y="922047"/>
            <a:chExt cx="3863357" cy="2233376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821246A-D4DE-4AF7-B2C0-0985246E272E}"/>
                </a:ext>
              </a:extLst>
            </p:cNvPr>
            <p:cNvGrpSpPr/>
            <p:nvPr/>
          </p:nvGrpSpPr>
          <p:grpSpPr>
            <a:xfrm>
              <a:off x="6141567" y="922047"/>
              <a:ext cx="3730101" cy="2233376"/>
              <a:chOff x="6002867" y="723961"/>
              <a:chExt cx="3959981" cy="2371015"/>
            </a:xfrm>
          </p:grpSpPr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E24FDF8B-39B7-4DEB-8814-72C816850F6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635" r="11975" b="3296"/>
              <a:stretch/>
            </p:blipFill>
            <p:spPr>
              <a:xfrm>
                <a:off x="6002867" y="867267"/>
                <a:ext cx="3959981" cy="2104533"/>
              </a:xfrm>
              <a:prstGeom prst="rect">
                <a:avLst/>
              </a:prstGeom>
            </p:spPr>
          </p:pic>
          <p:sp>
            <p:nvSpPr>
              <p:cNvPr id="31" name="Free-form: Shape 30">
                <a:extLst>
                  <a:ext uri="{FF2B5EF4-FFF2-40B4-BE49-F238E27FC236}">
                    <a16:creationId xmlns:a16="http://schemas.microsoft.com/office/drawing/2014/main" id="{1094EEB8-BE45-4F4C-8F84-D47937E1429D}"/>
                  </a:ext>
                </a:extLst>
              </p:cNvPr>
              <p:cNvSpPr/>
              <p:nvPr/>
            </p:nvSpPr>
            <p:spPr>
              <a:xfrm>
                <a:off x="6035792" y="1151468"/>
                <a:ext cx="982133" cy="440266"/>
              </a:xfrm>
              <a:custGeom>
                <a:avLst/>
                <a:gdLst>
                  <a:gd name="connsiteX0" fmla="*/ 459081 w 970844"/>
                  <a:gd name="connsiteY0" fmla="*/ 60207 h 436503"/>
                  <a:gd name="connsiteX1" fmla="*/ 428977 w 970844"/>
                  <a:gd name="connsiteY1" fmla="*/ 41392 h 436503"/>
                  <a:gd name="connsiteX2" fmla="*/ 413926 w 970844"/>
                  <a:gd name="connsiteY2" fmla="*/ 33866 h 436503"/>
                  <a:gd name="connsiteX3" fmla="*/ 395111 w 970844"/>
                  <a:gd name="connsiteY3" fmla="*/ 22577 h 436503"/>
                  <a:gd name="connsiteX4" fmla="*/ 365007 w 970844"/>
                  <a:gd name="connsiteY4" fmla="*/ 11289 h 436503"/>
                  <a:gd name="connsiteX5" fmla="*/ 323614 w 970844"/>
                  <a:gd name="connsiteY5" fmla="*/ 0 h 436503"/>
                  <a:gd name="connsiteX6" fmla="*/ 210726 w 970844"/>
                  <a:gd name="connsiteY6" fmla="*/ 3763 h 436503"/>
                  <a:gd name="connsiteX7" fmla="*/ 195674 w 970844"/>
                  <a:gd name="connsiteY7" fmla="*/ 7526 h 436503"/>
                  <a:gd name="connsiteX8" fmla="*/ 90311 w 970844"/>
                  <a:gd name="connsiteY8" fmla="*/ 15051 h 436503"/>
                  <a:gd name="connsiteX9" fmla="*/ 52681 w 970844"/>
                  <a:gd name="connsiteY9" fmla="*/ 45155 h 436503"/>
                  <a:gd name="connsiteX10" fmla="*/ 45155 w 970844"/>
                  <a:gd name="connsiteY10" fmla="*/ 60207 h 436503"/>
                  <a:gd name="connsiteX11" fmla="*/ 33866 w 970844"/>
                  <a:gd name="connsiteY11" fmla="*/ 63970 h 436503"/>
                  <a:gd name="connsiteX12" fmla="*/ 22577 w 970844"/>
                  <a:gd name="connsiteY12" fmla="*/ 71496 h 436503"/>
                  <a:gd name="connsiteX13" fmla="*/ 7526 w 970844"/>
                  <a:gd name="connsiteY13" fmla="*/ 97837 h 436503"/>
                  <a:gd name="connsiteX14" fmla="*/ 0 w 970844"/>
                  <a:gd name="connsiteY14" fmla="*/ 135466 h 436503"/>
                  <a:gd name="connsiteX15" fmla="*/ 30103 w 970844"/>
                  <a:gd name="connsiteY15" fmla="*/ 184385 h 436503"/>
                  <a:gd name="connsiteX16" fmla="*/ 45155 w 970844"/>
                  <a:gd name="connsiteY16" fmla="*/ 191911 h 436503"/>
                  <a:gd name="connsiteX17" fmla="*/ 60207 w 970844"/>
                  <a:gd name="connsiteY17" fmla="*/ 203200 h 436503"/>
                  <a:gd name="connsiteX18" fmla="*/ 86548 w 970844"/>
                  <a:gd name="connsiteY18" fmla="*/ 210726 h 436503"/>
                  <a:gd name="connsiteX19" fmla="*/ 97837 w 970844"/>
                  <a:gd name="connsiteY19" fmla="*/ 218251 h 436503"/>
                  <a:gd name="connsiteX20" fmla="*/ 131703 w 970844"/>
                  <a:gd name="connsiteY20" fmla="*/ 225777 h 436503"/>
                  <a:gd name="connsiteX21" fmla="*/ 184385 w 970844"/>
                  <a:gd name="connsiteY21" fmla="*/ 237066 h 436503"/>
                  <a:gd name="connsiteX22" fmla="*/ 218251 w 970844"/>
                  <a:gd name="connsiteY22" fmla="*/ 240829 h 436503"/>
                  <a:gd name="connsiteX23" fmla="*/ 199437 w 970844"/>
                  <a:gd name="connsiteY23" fmla="*/ 248355 h 436503"/>
                  <a:gd name="connsiteX24" fmla="*/ 184385 w 970844"/>
                  <a:gd name="connsiteY24" fmla="*/ 270933 h 436503"/>
                  <a:gd name="connsiteX25" fmla="*/ 180622 w 970844"/>
                  <a:gd name="connsiteY25" fmla="*/ 289748 h 436503"/>
                  <a:gd name="connsiteX26" fmla="*/ 188148 w 970844"/>
                  <a:gd name="connsiteY26" fmla="*/ 312326 h 436503"/>
                  <a:gd name="connsiteX27" fmla="*/ 218251 w 970844"/>
                  <a:gd name="connsiteY27" fmla="*/ 365007 h 436503"/>
                  <a:gd name="connsiteX28" fmla="*/ 244592 w 970844"/>
                  <a:gd name="connsiteY28" fmla="*/ 387585 h 436503"/>
                  <a:gd name="connsiteX29" fmla="*/ 263407 w 970844"/>
                  <a:gd name="connsiteY29" fmla="*/ 391348 h 436503"/>
                  <a:gd name="connsiteX30" fmla="*/ 301037 w 970844"/>
                  <a:gd name="connsiteY30" fmla="*/ 406400 h 436503"/>
                  <a:gd name="connsiteX31" fmla="*/ 338666 w 970844"/>
                  <a:gd name="connsiteY31" fmla="*/ 402637 h 436503"/>
                  <a:gd name="connsiteX32" fmla="*/ 349955 w 970844"/>
                  <a:gd name="connsiteY32" fmla="*/ 398874 h 436503"/>
                  <a:gd name="connsiteX33" fmla="*/ 440266 w 970844"/>
                  <a:gd name="connsiteY33" fmla="*/ 402637 h 436503"/>
                  <a:gd name="connsiteX34" fmla="*/ 455318 w 970844"/>
                  <a:gd name="connsiteY34" fmla="*/ 410163 h 436503"/>
                  <a:gd name="connsiteX35" fmla="*/ 496711 w 970844"/>
                  <a:gd name="connsiteY35" fmla="*/ 402637 h 436503"/>
                  <a:gd name="connsiteX36" fmla="*/ 523051 w 970844"/>
                  <a:gd name="connsiteY36" fmla="*/ 383822 h 436503"/>
                  <a:gd name="connsiteX37" fmla="*/ 549392 w 970844"/>
                  <a:gd name="connsiteY37" fmla="*/ 387585 h 436503"/>
                  <a:gd name="connsiteX38" fmla="*/ 560681 w 970844"/>
                  <a:gd name="connsiteY38" fmla="*/ 398874 h 436503"/>
                  <a:gd name="connsiteX39" fmla="*/ 602074 w 970844"/>
                  <a:gd name="connsiteY39" fmla="*/ 410163 h 436503"/>
                  <a:gd name="connsiteX40" fmla="*/ 628414 w 970844"/>
                  <a:gd name="connsiteY40" fmla="*/ 417689 h 436503"/>
                  <a:gd name="connsiteX41" fmla="*/ 654755 w 970844"/>
                  <a:gd name="connsiteY41" fmla="*/ 421451 h 436503"/>
                  <a:gd name="connsiteX42" fmla="*/ 669807 w 970844"/>
                  <a:gd name="connsiteY42" fmla="*/ 425214 h 436503"/>
                  <a:gd name="connsiteX43" fmla="*/ 730014 w 970844"/>
                  <a:gd name="connsiteY43" fmla="*/ 436503 h 436503"/>
                  <a:gd name="connsiteX44" fmla="*/ 827851 w 970844"/>
                  <a:gd name="connsiteY44" fmla="*/ 432740 h 436503"/>
                  <a:gd name="connsiteX45" fmla="*/ 839140 w 970844"/>
                  <a:gd name="connsiteY45" fmla="*/ 428977 h 436503"/>
                  <a:gd name="connsiteX46" fmla="*/ 869244 w 970844"/>
                  <a:gd name="connsiteY46" fmla="*/ 421451 h 436503"/>
                  <a:gd name="connsiteX47" fmla="*/ 891822 w 970844"/>
                  <a:gd name="connsiteY47" fmla="*/ 410163 h 436503"/>
                  <a:gd name="connsiteX48" fmla="*/ 929451 w 970844"/>
                  <a:gd name="connsiteY48" fmla="*/ 398874 h 436503"/>
                  <a:gd name="connsiteX49" fmla="*/ 940740 w 970844"/>
                  <a:gd name="connsiteY49" fmla="*/ 391348 h 436503"/>
                  <a:gd name="connsiteX50" fmla="*/ 963318 w 970844"/>
                  <a:gd name="connsiteY50" fmla="*/ 365007 h 436503"/>
                  <a:gd name="connsiteX51" fmla="*/ 967081 w 970844"/>
                  <a:gd name="connsiteY51" fmla="*/ 338666 h 436503"/>
                  <a:gd name="connsiteX52" fmla="*/ 970844 w 970844"/>
                  <a:gd name="connsiteY52" fmla="*/ 323614 h 436503"/>
                  <a:gd name="connsiteX53" fmla="*/ 967081 w 970844"/>
                  <a:gd name="connsiteY53" fmla="*/ 297274 h 436503"/>
                  <a:gd name="connsiteX54" fmla="*/ 963318 w 970844"/>
                  <a:gd name="connsiteY54" fmla="*/ 278459 h 436503"/>
                  <a:gd name="connsiteX55" fmla="*/ 933214 w 970844"/>
                  <a:gd name="connsiteY55" fmla="*/ 255881 h 436503"/>
                  <a:gd name="connsiteX56" fmla="*/ 921926 w 970844"/>
                  <a:gd name="connsiteY56" fmla="*/ 240829 h 436503"/>
                  <a:gd name="connsiteX57" fmla="*/ 891822 w 970844"/>
                  <a:gd name="connsiteY57" fmla="*/ 229540 h 436503"/>
                  <a:gd name="connsiteX58" fmla="*/ 880533 w 970844"/>
                  <a:gd name="connsiteY58" fmla="*/ 225777 h 436503"/>
                  <a:gd name="connsiteX59" fmla="*/ 854192 w 970844"/>
                  <a:gd name="connsiteY59" fmla="*/ 214489 h 436503"/>
                  <a:gd name="connsiteX60" fmla="*/ 869244 w 970844"/>
                  <a:gd name="connsiteY60" fmla="*/ 199437 h 436503"/>
                  <a:gd name="connsiteX61" fmla="*/ 888059 w 970844"/>
                  <a:gd name="connsiteY61" fmla="*/ 173096 h 436503"/>
                  <a:gd name="connsiteX62" fmla="*/ 891822 w 970844"/>
                  <a:gd name="connsiteY62" fmla="*/ 158044 h 436503"/>
                  <a:gd name="connsiteX63" fmla="*/ 903111 w 970844"/>
                  <a:gd name="connsiteY63" fmla="*/ 131703 h 436503"/>
                  <a:gd name="connsiteX64" fmla="*/ 899348 w 970844"/>
                  <a:gd name="connsiteY64" fmla="*/ 109126 h 436503"/>
                  <a:gd name="connsiteX65" fmla="*/ 888059 w 970844"/>
                  <a:gd name="connsiteY65" fmla="*/ 94074 h 436503"/>
                  <a:gd name="connsiteX66" fmla="*/ 876770 w 970844"/>
                  <a:gd name="connsiteY66" fmla="*/ 82785 h 436503"/>
                  <a:gd name="connsiteX67" fmla="*/ 846666 w 970844"/>
                  <a:gd name="connsiteY67" fmla="*/ 75259 h 436503"/>
                  <a:gd name="connsiteX68" fmla="*/ 827851 w 970844"/>
                  <a:gd name="connsiteY68" fmla="*/ 63970 h 436503"/>
                  <a:gd name="connsiteX69" fmla="*/ 812800 w 970844"/>
                  <a:gd name="connsiteY69" fmla="*/ 52681 h 436503"/>
                  <a:gd name="connsiteX70" fmla="*/ 797748 w 970844"/>
                  <a:gd name="connsiteY70" fmla="*/ 48918 h 436503"/>
                  <a:gd name="connsiteX71" fmla="*/ 782696 w 970844"/>
                  <a:gd name="connsiteY71" fmla="*/ 41392 h 436503"/>
                  <a:gd name="connsiteX72" fmla="*/ 767644 w 970844"/>
                  <a:gd name="connsiteY72" fmla="*/ 37629 h 436503"/>
                  <a:gd name="connsiteX73" fmla="*/ 748829 w 970844"/>
                  <a:gd name="connsiteY73" fmla="*/ 30103 h 436503"/>
                  <a:gd name="connsiteX74" fmla="*/ 722488 w 970844"/>
                  <a:gd name="connsiteY74" fmla="*/ 26340 h 436503"/>
                  <a:gd name="connsiteX75" fmla="*/ 703674 w 970844"/>
                  <a:gd name="connsiteY75" fmla="*/ 18814 h 436503"/>
                  <a:gd name="connsiteX76" fmla="*/ 564444 w 970844"/>
                  <a:gd name="connsiteY76" fmla="*/ 18814 h 436503"/>
                  <a:gd name="connsiteX77" fmla="*/ 549392 w 970844"/>
                  <a:gd name="connsiteY77" fmla="*/ 26340 h 436503"/>
                  <a:gd name="connsiteX78" fmla="*/ 515526 w 970844"/>
                  <a:gd name="connsiteY78" fmla="*/ 33866 h 436503"/>
                  <a:gd name="connsiteX79" fmla="*/ 500474 w 970844"/>
                  <a:gd name="connsiteY79" fmla="*/ 41392 h 436503"/>
                  <a:gd name="connsiteX80" fmla="*/ 489185 w 970844"/>
                  <a:gd name="connsiteY80" fmla="*/ 48918 h 436503"/>
                  <a:gd name="connsiteX81" fmla="*/ 466607 w 970844"/>
                  <a:gd name="connsiteY81" fmla="*/ 56444 h 436503"/>
                  <a:gd name="connsiteX82" fmla="*/ 459081 w 970844"/>
                  <a:gd name="connsiteY82" fmla="*/ 60207 h 436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</a:cxnLst>
                <a:rect l="l" t="t" r="r" b="b"/>
                <a:pathLst>
                  <a:path w="970844" h="436503">
                    <a:moveTo>
                      <a:pt x="459081" y="60207"/>
                    </a:moveTo>
                    <a:cubicBezTo>
                      <a:pt x="416790" y="43291"/>
                      <a:pt x="459645" y="63298"/>
                      <a:pt x="428977" y="41392"/>
                    </a:cubicBezTo>
                    <a:cubicBezTo>
                      <a:pt x="424413" y="38132"/>
                      <a:pt x="418829" y="36590"/>
                      <a:pt x="413926" y="33866"/>
                    </a:cubicBezTo>
                    <a:cubicBezTo>
                      <a:pt x="407532" y="30314"/>
                      <a:pt x="401505" y="26129"/>
                      <a:pt x="395111" y="22577"/>
                    </a:cubicBezTo>
                    <a:cubicBezTo>
                      <a:pt x="372013" y="9745"/>
                      <a:pt x="388654" y="19171"/>
                      <a:pt x="365007" y="11289"/>
                    </a:cubicBezTo>
                    <a:cubicBezTo>
                      <a:pt x="328742" y="-798"/>
                      <a:pt x="364564" y="6825"/>
                      <a:pt x="323614" y="0"/>
                    </a:cubicBezTo>
                    <a:cubicBezTo>
                      <a:pt x="285985" y="1254"/>
                      <a:pt x="248311" y="1552"/>
                      <a:pt x="210726" y="3763"/>
                    </a:cubicBezTo>
                    <a:cubicBezTo>
                      <a:pt x="205563" y="4067"/>
                      <a:pt x="200823" y="7043"/>
                      <a:pt x="195674" y="7526"/>
                    </a:cubicBezTo>
                    <a:cubicBezTo>
                      <a:pt x="160617" y="10812"/>
                      <a:pt x="125432" y="12543"/>
                      <a:pt x="90311" y="15051"/>
                    </a:cubicBezTo>
                    <a:cubicBezTo>
                      <a:pt x="77768" y="25086"/>
                      <a:pt x="59865" y="30788"/>
                      <a:pt x="52681" y="45155"/>
                    </a:cubicBezTo>
                    <a:cubicBezTo>
                      <a:pt x="50172" y="50172"/>
                      <a:pt x="49122" y="56240"/>
                      <a:pt x="45155" y="60207"/>
                    </a:cubicBezTo>
                    <a:cubicBezTo>
                      <a:pt x="42350" y="63012"/>
                      <a:pt x="37414" y="62196"/>
                      <a:pt x="33866" y="63970"/>
                    </a:cubicBezTo>
                    <a:cubicBezTo>
                      <a:pt x="29821" y="65993"/>
                      <a:pt x="26340" y="68987"/>
                      <a:pt x="22577" y="71496"/>
                    </a:cubicBezTo>
                    <a:cubicBezTo>
                      <a:pt x="16337" y="80856"/>
                      <a:pt x="11619" y="86921"/>
                      <a:pt x="7526" y="97837"/>
                    </a:cubicBezTo>
                    <a:cubicBezTo>
                      <a:pt x="4158" y="106819"/>
                      <a:pt x="1301" y="127661"/>
                      <a:pt x="0" y="135466"/>
                    </a:cubicBezTo>
                    <a:cubicBezTo>
                      <a:pt x="4835" y="154808"/>
                      <a:pt x="7214" y="172941"/>
                      <a:pt x="30103" y="184385"/>
                    </a:cubicBezTo>
                    <a:cubicBezTo>
                      <a:pt x="35120" y="186894"/>
                      <a:pt x="40398" y="188938"/>
                      <a:pt x="45155" y="191911"/>
                    </a:cubicBezTo>
                    <a:cubicBezTo>
                      <a:pt x="50473" y="195235"/>
                      <a:pt x="54762" y="200088"/>
                      <a:pt x="60207" y="203200"/>
                    </a:cubicBezTo>
                    <a:cubicBezTo>
                      <a:pt x="64406" y="205599"/>
                      <a:pt x="83289" y="209911"/>
                      <a:pt x="86548" y="210726"/>
                    </a:cubicBezTo>
                    <a:cubicBezTo>
                      <a:pt x="90311" y="213234"/>
                      <a:pt x="93792" y="216229"/>
                      <a:pt x="97837" y="218251"/>
                    </a:cubicBezTo>
                    <a:cubicBezTo>
                      <a:pt x="107603" y="223133"/>
                      <a:pt x="122066" y="223849"/>
                      <a:pt x="131703" y="225777"/>
                    </a:cubicBezTo>
                    <a:cubicBezTo>
                      <a:pt x="157347" y="230906"/>
                      <a:pt x="146180" y="232821"/>
                      <a:pt x="184385" y="237066"/>
                    </a:cubicBezTo>
                    <a:lnTo>
                      <a:pt x="218251" y="240829"/>
                    </a:lnTo>
                    <a:cubicBezTo>
                      <a:pt x="211980" y="243338"/>
                      <a:pt x="204485" y="243867"/>
                      <a:pt x="199437" y="248355"/>
                    </a:cubicBezTo>
                    <a:cubicBezTo>
                      <a:pt x="192677" y="254364"/>
                      <a:pt x="184385" y="270933"/>
                      <a:pt x="184385" y="270933"/>
                    </a:cubicBezTo>
                    <a:cubicBezTo>
                      <a:pt x="183131" y="277205"/>
                      <a:pt x="180043" y="283378"/>
                      <a:pt x="180622" y="289748"/>
                    </a:cubicBezTo>
                    <a:cubicBezTo>
                      <a:pt x="181340" y="297649"/>
                      <a:pt x="185023" y="305034"/>
                      <a:pt x="188148" y="312326"/>
                    </a:cubicBezTo>
                    <a:cubicBezTo>
                      <a:pt x="195277" y="328960"/>
                      <a:pt x="206626" y="350476"/>
                      <a:pt x="218251" y="365007"/>
                    </a:cubicBezTo>
                    <a:cubicBezTo>
                      <a:pt x="222295" y="370062"/>
                      <a:pt x="236454" y="384533"/>
                      <a:pt x="244592" y="387585"/>
                    </a:cubicBezTo>
                    <a:cubicBezTo>
                      <a:pt x="250581" y="389831"/>
                      <a:pt x="257339" y="389325"/>
                      <a:pt x="263407" y="391348"/>
                    </a:cubicBezTo>
                    <a:cubicBezTo>
                      <a:pt x="276223" y="395620"/>
                      <a:pt x="301037" y="406400"/>
                      <a:pt x="301037" y="406400"/>
                    </a:cubicBezTo>
                    <a:cubicBezTo>
                      <a:pt x="313580" y="405146"/>
                      <a:pt x="326207" y="404554"/>
                      <a:pt x="338666" y="402637"/>
                    </a:cubicBezTo>
                    <a:cubicBezTo>
                      <a:pt x="342586" y="402034"/>
                      <a:pt x="345988" y="398874"/>
                      <a:pt x="349955" y="398874"/>
                    </a:cubicBezTo>
                    <a:cubicBezTo>
                      <a:pt x="380085" y="398874"/>
                      <a:pt x="410162" y="401383"/>
                      <a:pt x="440266" y="402637"/>
                    </a:cubicBezTo>
                    <a:cubicBezTo>
                      <a:pt x="445283" y="405146"/>
                      <a:pt x="449731" y="409655"/>
                      <a:pt x="455318" y="410163"/>
                    </a:cubicBezTo>
                    <a:cubicBezTo>
                      <a:pt x="465206" y="411062"/>
                      <a:pt x="485634" y="405406"/>
                      <a:pt x="496711" y="402637"/>
                    </a:cubicBezTo>
                    <a:cubicBezTo>
                      <a:pt x="503508" y="395840"/>
                      <a:pt x="512156" y="384813"/>
                      <a:pt x="523051" y="383822"/>
                    </a:cubicBezTo>
                    <a:cubicBezTo>
                      <a:pt x="531884" y="383019"/>
                      <a:pt x="540612" y="386331"/>
                      <a:pt x="549392" y="387585"/>
                    </a:cubicBezTo>
                    <a:cubicBezTo>
                      <a:pt x="553155" y="391348"/>
                      <a:pt x="555921" y="396494"/>
                      <a:pt x="560681" y="398874"/>
                    </a:cubicBezTo>
                    <a:cubicBezTo>
                      <a:pt x="567718" y="402392"/>
                      <a:pt x="591912" y="407260"/>
                      <a:pt x="602074" y="410163"/>
                    </a:cubicBezTo>
                    <a:cubicBezTo>
                      <a:pt x="616174" y="414192"/>
                      <a:pt x="612246" y="414750"/>
                      <a:pt x="628414" y="417689"/>
                    </a:cubicBezTo>
                    <a:cubicBezTo>
                      <a:pt x="637140" y="419275"/>
                      <a:pt x="646029" y="419865"/>
                      <a:pt x="654755" y="421451"/>
                    </a:cubicBezTo>
                    <a:cubicBezTo>
                      <a:pt x="659843" y="422376"/>
                      <a:pt x="664750" y="424130"/>
                      <a:pt x="669807" y="425214"/>
                    </a:cubicBezTo>
                    <a:cubicBezTo>
                      <a:pt x="701383" y="431980"/>
                      <a:pt x="702892" y="431983"/>
                      <a:pt x="730014" y="436503"/>
                    </a:cubicBezTo>
                    <a:cubicBezTo>
                      <a:pt x="762626" y="435249"/>
                      <a:pt x="795292" y="434985"/>
                      <a:pt x="827851" y="432740"/>
                    </a:cubicBezTo>
                    <a:cubicBezTo>
                      <a:pt x="831808" y="432467"/>
                      <a:pt x="835292" y="429939"/>
                      <a:pt x="839140" y="428977"/>
                    </a:cubicBezTo>
                    <a:cubicBezTo>
                      <a:pt x="851693" y="425839"/>
                      <a:pt x="858183" y="426367"/>
                      <a:pt x="869244" y="421451"/>
                    </a:cubicBezTo>
                    <a:cubicBezTo>
                      <a:pt x="876933" y="418034"/>
                      <a:pt x="884010" y="413288"/>
                      <a:pt x="891822" y="410163"/>
                    </a:cubicBezTo>
                    <a:cubicBezTo>
                      <a:pt x="904968" y="404905"/>
                      <a:pt x="916695" y="407378"/>
                      <a:pt x="929451" y="398874"/>
                    </a:cubicBezTo>
                    <a:cubicBezTo>
                      <a:pt x="933214" y="396365"/>
                      <a:pt x="937266" y="394243"/>
                      <a:pt x="940740" y="391348"/>
                    </a:cubicBezTo>
                    <a:cubicBezTo>
                      <a:pt x="951222" y="382613"/>
                      <a:pt x="955013" y="376081"/>
                      <a:pt x="963318" y="365007"/>
                    </a:cubicBezTo>
                    <a:cubicBezTo>
                      <a:pt x="964572" y="356227"/>
                      <a:pt x="965494" y="347392"/>
                      <a:pt x="967081" y="338666"/>
                    </a:cubicBezTo>
                    <a:cubicBezTo>
                      <a:pt x="968006" y="333578"/>
                      <a:pt x="970844" y="328786"/>
                      <a:pt x="970844" y="323614"/>
                    </a:cubicBezTo>
                    <a:cubicBezTo>
                      <a:pt x="970844" y="314745"/>
                      <a:pt x="968539" y="306022"/>
                      <a:pt x="967081" y="297274"/>
                    </a:cubicBezTo>
                    <a:cubicBezTo>
                      <a:pt x="966030" y="290965"/>
                      <a:pt x="967368" y="283409"/>
                      <a:pt x="963318" y="278459"/>
                    </a:cubicBezTo>
                    <a:cubicBezTo>
                      <a:pt x="955375" y="268751"/>
                      <a:pt x="940740" y="265916"/>
                      <a:pt x="933214" y="255881"/>
                    </a:cubicBezTo>
                    <a:cubicBezTo>
                      <a:pt x="929451" y="250864"/>
                      <a:pt x="926688" y="244911"/>
                      <a:pt x="921926" y="240829"/>
                    </a:cubicBezTo>
                    <a:cubicBezTo>
                      <a:pt x="913158" y="233313"/>
                      <a:pt x="902258" y="232522"/>
                      <a:pt x="891822" y="229540"/>
                    </a:cubicBezTo>
                    <a:cubicBezTo>
                      <a:pt x="888008" y="228450"/>
                      <a:pt x="884081" y="227551"/>
                      <a:pt x="880533" y="225777"/>
                    </a:cubicBezTo>
                    <a:cubicBezTo>
                      <a:pt x="854549" y="212785"/>
                      <a:pt x="885515" y="222318"/>
                      <a:pt x="854192" y="214489"/>
                    </a:cubicBezTo>
                    <a:cubicBezTo>
                      <a:pt x="859209" y="209472"/>
                      <a:pt x="864572" y="204777"/>
                      <a:pt x="869244" y="199437"/>
                    </a:cubicBezTo>
                    <a:cubicBezTo>
                      <a:pt x="875779" y="191969"/>
                      <a:pt x="882439" y="181525"/>
                      <a:pt x="888059" y="173096"/>
                    </a:cubicBezTo>
                    <a:cubicBezTo>
                      <a:pt x="889313" y="168079"/>
                      <a:pt x="889785" y="162798"/>
                      <a:pt x="891822" y="158044"/>
                    </a:cubicBezTo>
                    <a:cubicBezTo>
                      <a:pt x="907414" y="121662"/>
                      <a:pt x="892308" y="174916"/>
                      <a:pt x="903111" y="131703"/>
                    </a:cubicBezTo>
                    <a:cubicBezTo>
                      <a:pt x="901857" y="124177"/>
                      <a:pt x="902182" y="116210"/>
                      <a:pt x="899348" y="109126"/>
                    </a:cubicBezTo>
                    <a:cubicBezTo>
                      <a:pt x="897019" y="103303"/>
                      <a:pt x="892141" y="98836"/>
                      <a:pt x="888059" y="94074"/>
                    </a:cubicBezTo>
                    <a:cubicBezTo>
                      <a:pt x="884596" y="90033"/>
                      <a:pt x="881198" y="85737"/>
                      <a:pt x="876770" y="82785"/>
                    </a:cubicBezTo>
                    <a:cubicBezTo>
                      <a:pt x="871811" y="79479"/>
                      <a:pt x="849380" y="75802"/>
                      <a:pt x="846666" y="75259"/>
                    </a:cubicBezTo>
                    <a:cubicBezTo>
                      <a:pt x="840394" y="71496"/>
                      <a:pt x="833937" y="68027"/>
                      <a:pt x="827851" y="63970"/>
                    </a:cubicBezTo>
                    <a:cubicBezTo>
                      <a:pt x="822633" y="60491"/>
                      <a:pt x="818409" y="55486"/>
                      <a:pt x="812800" y="52681"/>
                    </a:cubicBezTo>
                    <a:cubicBezTo>
                      <a:pt x="808174" y="50368"/>
                      <a:pt x="802590" y="50734"/>
                      <a:pt x="797748" y="48918"/>
                    </a:cubicBezTo>
                    <a:cubicBezTo>
                      <a:pt x="792496" y="46948"/>
                      <a:pt x="787948" y="43362"/>
                      <a:pt x="782696" y="41392"/>
                    </a:cubicBezTo>
                    <a:cubicBezTo>
                      <a:pt x="777854" y="39576"/>
                      <a:pt x="772550" y="39264"/>
                      <a:pt x="767644" y="37629"/>
                    </a:cubicBezTo>
                    <a:cubicBezTo>
                      <a:pt x="761236" y="35493"/>
                      <a:pt x="755382" y="31741"/>
                      <a:pt x="748829" y="30103"/>
                    </a:cubicBezTo>
                    <a:cubicBezTo>
                      <a:pt x="740224" y="27952"/>
                      <a:pt x="731268" y="27594"/>
                      <a:pt x="722488" y="26340"/>
                    </a:cubicBezTo>
                    <a:cubicBezTo>
                      <a:pt x="716217" y="23831"/>
                      <a:pt x="710144" y="20755"/>
                      <a:pt x="703674" y="18814"/>
                    </a:cubicBezTo>
                    <a:cubicBezTo>
                      <a:pt x="663050" y="6626"/>
                      <a:pt x="580943" y="18298"/>
                      <a:pt x="564444" y="18814"/>
                    </a:cubicBezTo>
                    <a:cubicBezTo>
                      <a:pt x="559427" y="21323"/>
                      <a:pt x="554765" y="24728"/>
                      <a:pt x="549392" y="26340"/>
                    </a:cubicBezTo>
                    <a:cubicBezTo>
                      <a:pt x="521826" y="34610"/>
                      <a:pt x="534611" y="25686"/>
                      <a:pt x="515526" y="33866"/>
                    </a:cubicBezTo>
                    <a:cubicBezTo>
                      <a:pt x="510370" y="36076"/>
                      <a:pt x="505344" y="38609"/>
                      <a:pt x="500474" y="41392"/>
                    </a:cubicBezTo>
                    <a:cubicBezTo>
                      <a:pt x="496547" y="43636"/>
                      <a:pt x="493318" y="47081"/>
                      <a:pt x="489185" y="48918"/>
                    </a:cubicBezTo>
                    <a:cubicBezTo>
                      <a:pt x="481936" y="52140"/>
                      <a:pt x="474133" y="53935"/>
                      <a:pt x="466607" y="56444"/>
                    </a:cubicBezTo>
                    <a:lnTo>
                      <a:pt x="459081" y="60207"/>
                    </a:lnTo>
                    <a:close/>
                  </a:path>
                </a:pathLst>
              </a:custGeom>
              <a:solidFill>
                <a:schemeClr val="bg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12201EC-8035-45B6-9232-3B99FE6FADAD}"/>
                  </a:ext>
                </a:extLst>
              </p:cNvPr>
              <p:cNvSpPr/>
              <p:nvPr/>
            </p:nvSpPr>
            <p:spPr>
              <a:xfrm>
                <a:off x="6292735" y="1022465"/>
                <a:ext cx="374072" cy="12900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833353B4-8C3D-40DB-93F9-8904F151F70B}"/>
                  </a:ext>
                </a:extLst>
              </p:cNvPr>
              <p:cNvSpPr/>
              <p:nvPr/>
            </p:nvSpPr>
            <p:spPr>
              <a:xfrm>
                <a:off x="6139905" y="771867"/>
                <a:ext cx="746162" cy="30200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dirty="0">
                    <a:solidFill>
                      <a:srgbClr val="FF0000"/>
                    </a:solidFill>
                  </a:rPr>
                  <a:t>PRC2</a:t>
                </a:r>
                <a:endParaRPr lang="en-US" sz="16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4" name="Free-form: Shape 33">
                <a:extLst>
                  <a:ext uri="{FF2B5EF4-FFF2-40B4-BE49-F238E27FC236}">
                    <a16:creationId xmlns:a16="http://schemas.microsoft.com/office/drawing/2014/main" id="{12F95C5D-8699-43C4-BB02-7C73F75E5034}"/>
                  </a:ext>
                </a:extLst>
              </p:cNvPr>
              <p:cNvSpPr/>
              <p:nvPr/>
            </p:nvSpPr>
            <p:spPr>
              <a:xfrm>
                <a:off x="6002868" y="2252133"/>
                <a:ext cx="1020236" cy="770467"/>
              </a:xfrm>
              <a:custGeom>
                <a:avLst/>
                <a:gdLst>
                  <a:gd name="connsiteX0" fmla="*/ 364067 w 1003303"/>
                  <a:gd name="connsiteY0" fmla="*/ 156633 h 766233"/>
                  <a:gd name="connsiteX1" fmla="*/ 359833 w 1003303"/>
                  <a:gd name="connsiteY1" fmla="*/ 177800 h 766233"/>
                  <a:gd name="connsiteX2" fmla="*/ 347133 w 1003303"/>
                  <a:gd name="connsiteY2" fmla="*/ 186266 h 766233"/>
                  <a:gd name="connsiteX3" fmla="*/ 334433 w 1003303"/>
                  <a:gd name="connsiteY3" fmla="*/ 165100 h 766233"/>
                  <a:gd name="connsiteX4" fmla="*/ 304800 w 1003303"/>
                  <a:gd name="connsiteY4" fmla="*/ 139700 h 766233"/>
                  <a:gd name="connsiteX5" fmla="*/ 270933 w 1003303"/>
                  <a:gd name="connsiteY5" fmla="*/ 131233 h 766233"/>
                  <a:gd name="connsiteX6" fmla="*/ 160867 w 1003303"/>
                  <a:gd name="connsiteY6" fmla="*/ 135466 h 766233"/>
                  <a:gd name="connsiteX7" fmla="*/ 127000 w 1003303"/>
                  <a:gd name="connsiteY7" fmla="*/ 143933 h 766233"/>
                  <a:gd name="connsiteX8" fmla="*/ 105833 w 1003303"/>
                  <a:gd name="connsiteY8" fmla="*/ 156633 h 766233"/>
                  <a:gd name="connsiteX9" fmla="*/ 84667 w 1003303"/>
                  <a:gd name="connsiteY9" fmla="*/ 160866 h 766233"/>
                  <a:gd name="connsiteX10" fmla="*/ 71967 w 1003303"/>
                  <a:gd name="connsiteY10" fmla="*/ 165100 h 766233"/>
                  <a:gd name="connsiteX11" fmla="*/ 55033 w 1003303"/>
                  <a:gd name="connsiteY11" fmla="*/ 177800 h 766233"/>
                  <a:gd name="connsiteX12" fmla="*/ 33867 w 1003303"/>
                  <a:gd name="connsiteY12" fmla="*/ 190500 h 766233"/>
                  <a:gd name="connsiteX13" fmla="*/ 21167 w 1003303"/>
                  <a:gd name="connsiteY13" fmla="*/ 198966 h 766233"/>
                  <a:gd name="connsiteX14" fmla="*/ 0 w 1003303"/>
                  <a:gd name="connsiteY14" fmla="*/ 241300 h 766233"/>
                  <a:gd name="connsiteX15" fmla="*/ 8467 w 1003303"/>
                  <a:gd name="connsiteY15" fmla="*/ 283633 h 766233"/>
                  <a:gd name="connsiteX16" fmla="*/ 29633 w 1003303"/>
                  <a:gd name="connsiteY16" fmla="*/ 304800 h 766233"/>
                  <a:gd name="connsiteX17" fmla="*/ 76200 w 1003303"/>
                  <a:gd name="connsiteY17" fmla="*/ 321733 h 766233"/>
                  <a:gd name="connsiteX18" fmla="*/ 101600 w 1003303"/>
                  <a:gd name="connsiteY18" fmla="*/ 325966 h 766233"/>
                  <a:gd name="connsiteX19" fmla="*/ 55033 w 1003303"/>
                  <a:gd name="connsiteY19" fmla="*/ 347133 h 766233"/>
                  <a:gd name="connsiteX20" fmla="*/ 25400 w 1003303"/>
                  <a:gd name="connsiteY20" fmla="*/ 372533 h 766233"/>
                  <a:gd name="connsiteX21" fmla="*/ 8467 w 1003303"/>
                  <a:gd name="connsiteY21" fmla="*/ 410633 h 766233"/>
                  <a:gd name="connsiteX22" fmla="*/ 21167 w 1003303"/>
                  <a:gd name="connsiteY22" fmla="*/ 461433 h 766233"/>
                  <a:gd name="connsiteX23" fmla="*/ 29633 w 1003303"/>
                  <a:gd name="connsiteY23" fmla="*/ 482600 h 766233"/>
                  <a:gd name="connsiteX24" fmla="*/ 84667 w 1003303"/>
                  <a:gd name="connsiteY24" fmla="*/ 520700 h 766233"/>
                  <a:gd name="connsiteX25" fmla="*/ 101600 w 1003303"/>
                  <a:gd name="connsiteY25" fmla="*/ 529166 h 766233"/>
                  <a:gd name="connsiteX26" fmla="*/ 131233 w 1003303"/>
                  <a:gd name="connsiteY26" fmla="*/ 533400 h 766233"/>
                  <a:gd name="connsiteX27" fmla="*/ 198967 w 1003303"/>
                  <a:gd name="connsiteY27" fmla="*/ 546100 h 766233"/>
                  <a:gd name="connsiteX28" fmla="*/ 182033 w 1003303"/>
                  <a:gd name="connsiteY28" fmla="*/ 571500 h 766233"/>
                  <a:gd name="connsiteX29" fmla="*/ 169333 w 1003303"/>
                  <a:gd name="connsiteY29" fmla="*/ 609600 h 766233"/>
                  <a:gd name="connsiteX30" fmla="*/ 177800 w 1003303"/>
                  <a:gd name="connsiteY30" fmla="*/ 673100 h 766233"/>
                  <a:gd name="connsiteX31" fmla="*/ 186267 w 1003303"/>
                  <a:gd name="connsiteY31" fmla="*/ 685800 h 766233"/>
                  <a:gd name="connsiteX32" fmla="*/ 194733 w 1003303"/>
                  <a:gd name="connsiteY32" fmla="*/ 702733 h 766233"/>
                  <a:gd name="connsiteX33" fmla="*/ 198967 w 1003303"/>
                  <a:gd name="connsiteY33" fmla="*/ 715433 h 766233"/>
                  <a:gd name="connsiteX34" fmla="*/ 211667 w 1003303"/>
                  <a:gd name="connsiteY34" fmla="*/ 723900 h 766233"/>
                  <a:gd name="connsiteX35" fmla="*/ 245533 w 1003303"/>
                  <a:gd name="connsiteY35" fmla="*/ 745066 h 766233"/>
                  <a:gd name="connsiteX36" fmla="*/ 266700 w 1003303"/>
                  <a:gd name="connsiteY36" fmla="*/ 757766 h 766233"/>
                  <a:gd name="connsiteX37" fmla="*/ 313267 w 1003303"/>
                  <a:gd name="connsiteY37" fmla="*/ 766233 h 766233"/>
                  <a:gd name="connsiteX38" fmla="*/ 452967 w 1003303"/>
                  <a:gd name="connsiteY38" fmla="*/ 762000 h 766233"/>
                  <a:gd name="connsiteX39" fmla="*/ 491067 w 1003303"/>
                  <a:gd name="connsiteY39" fmla="*/ 740833 h 766233"/>
                  <a:gd name="connsiteX40" fmla="*/ 512233 w 1003303"/>
                  <a:gd name="connsiteY40" fmla="*/ 736600 h 766233"/>
                  <a:gd name="connsiteX41" fmla="*/ 546100 w 1003303"/>
                  <a:gd name="connsiteY41" fmla="*/ 728133 h 766233"/>
                  <a:gd name="connsiteX42" fmla="*/ 558800 w 1003303"/>
                  <a:gd name="connsiteY42" fmla="*/ 706966 h 766233"/>
                  <a:gd name="connsiteX43" fmla="*/ 563033 w 1003303"/>
                  <a:gd name="connsiteY43" fmla="*/ 690033 h 766233"/>
                  <a:gd name="connsiteX44" fmla="*/ 579967 w 1003303"/>
                  <a:gd name="connsiteY44" fmla="*/ 647700 h 766233"/>
                  <a:gd name="connsiteX45" fmla="*/ 575733 w 1003303"/>
                  <a:gd name="connsiteY45" fmla="*/ 609600 h 766233"/>
                  <a:gd name="connsiteX46" fmla="*/ 571500 w 1003303"/>
                  <a:gd name="connsiteY46" fmla="*/ 596900 h 766233"/>
                  <a:gd name="connsiteX47" fmla="*/ 622300 w 1003303"/>
                  <a:gd name="connsiteY47" fmla="*/ 622300 h 766233"/>
                  <a:gd name="connsiteX48" fmla="*/ 639233 w 1003303"/>
                  <a:gd name="connsiteY48" fmla="*/ 626533 h 766233"/>
                  <a:gd name="connsiteX49" fmla="*/ 664633 w 1003303"/>
                  <a:gd name="connsiteY49" fmla="*/ 635000 h 766233"/>
                  <a:gd name="connsiteX50" fmla="*/ 791633 w 1003303"/>
                  <a:gd name="connsiteY50" fmla="*/ 630766 h 766233"/>
                  <a:gd name="connsiteX51" fmla="*/ 804333 w 1003303"/>
                  <a:gd name="connsiteY51" fmla="*/ 626533 h 766233"/>
                  <a:gd name="connsiteX52" fmla="*/ 846667 w 1003303"/>
                  <a:gd name="connsiteY52" fmla="*/ 622300 h 766233"/>
                  <a:gd name="connsiteX53" fmla="*/ 872067 w 1003303"/>
                  <a:gd name="connsiteY53" fmla="*/ 618066 h 766233"/>
                  <a:gd name="connsiteX54" fmla="*/ 905933 w 1003303"/>
                  <a:gd name="connsiteY54" fmla="*/ 605366 h 766233"/>
                  <a:gd name="connsiteX55" fmla="*/ 927100 w 1003303"/>
                  <a:gd name="connsiteY55" fmla="*/ 601133 h 766233"/>
                  <a:gd name="connsiteX56" fmla="*/ 965200 w 1003303"/>
                  <a:gd name="connsiteY56" fmla="*/ 575733 h 766233"/>
                  <a:gd name="connsiteX57" fmla="*/ 969433 w 1003303"/>
                  <a:gd name="connsiteY57" fmla="*/ 563033 h 766233"/>
                  <a:gd name="connsiteX58" fmla="*/ 986367 w 1003303"/>
                  <a:gd name="connsiteY58" fmla="*/ 537633 h 766233"/>
                  <a:gd name="connsiteX59" fmla="*/ 990600 w 1003303"/>
                  <a:gd name="connsiteY59" fmla="*/ 520700 h 766233"/>
                  <a:gd name="connsiteX60" fmla="*/ 1003300 w 1003303"/>
                  <a:gd name="connsiteY60" fmla="*/ 499533 h 766233"/>
                  <a:gd name="connsiteX61" fmla="*/ 986367 w 1003303"/>
                  <a:gd name="connsiteY61" fmla="*/ 444500 h 766233"/>
                  <a:gd name="connsiteX62" fmla="*/ 969433 w 1003303"/>
                  <a:gd name="connsiteY62" fmla="*/ 440266 h 766233"/>
                  <a:gd name="connsiteX63" fmla="*/ 956733 w 1003303"/>
                  <a:gd name="connsiteY63" fmla="*/ 436033 h 766233"/>
                  <a:gd name="connsiteX64" fmla="*/ 939800 w 1003303"/>
                  <a:gd name="connsiteY64" fmla="*/ 427566 h 766233"/>
                  <a:gd name="connsiteX65" fmla="*/ 918633 w 1003303"/>
                  <a:gd name="connsiteY65" fmla="*/ 419100 h 766233"/>
                  <a:gd name="connsiteX66" fmla="*/ 884767 w 1003303"/>
                  <a:gd name="connsiteY66" fmla="*/ 397933 h 766233"/>
                  <a:gd name="connsiteX67" fmla="*/ 897467 w 1003303"/>
                  <a:gd name="connsiteY67" fmla="*/ 376766 h 766233"/>
                  <a:gd name="connsiteX68" fmla="*/ 918633 w 1003303"/>
                  <a:gd name="connsiteY68" fmla="*/ 351366 h 766233"/>
                  <a:gd name="connsiteX69" fmla="*/ 905933 w 1003303"/>
                  <a:gd name="connsiteY69" fmla="*/ 300566 h 766233"/>
                  <a:gd name="connsiteX70" fmla="*/ 889000 w 1003303"/>
                  <a:gd name="connsiteY70" fmla="*/ 262466 h 766233"/>
                  <a:gd name="connsiteX71" fmla="*/ 872067 w 1003303"/>
                  <a:gd name="connsiteY71" fmla="*/ 249766 h 766233"/>
                  <a:gd name="connsiteX72" fmla="*/ 855133 w 1003303"/>
                  <a:gd name="connsiteY72" fmla="*/ 241300 h 766233"/>
                  <a:gd name="connsiteX73" fmla="*/ 812800 w 1003303"/>
                  <a:gd name="connsiteY73" fmla="*/ 215900 h 766233"/>
                  <a:gd name="connsiteX74" fmla="*/ 821267 w 1003303"/>
                  <a:gd name="connsiteY74" fmla="*/ 182033 h 766233"/>
                  <a:gd name="connsiteX75" fmla="*/ 825500 w 1003303"/>
                  <a:gd name="connsiteY75" fmla="*/ 169333 h 766233"/>
                  <a:gd name="connsiteX76" fmla="*/ 829733 w 1003303"/>
                  <a:gd name="connsiteY76" fmla="*/ 148166 h 766233"/>
                  <a:gd name="connsiteX77" fmla="*/ 825500 w 1003303"/>
                  <a:gd name="connsiteY77" fmla="*/ 110066 h 766233"/>
                  <a:gd name="connsiteX78" fmla="*/ 821267 w 1003303"/>
                  <a:gd name="connsiteY78" fmla="*/ 97366 h 766233"/>
                  <a:gd name="connsiteX79" fmla="*/ 808567 w 1003303"/>
                  <a:gd name="connsiteY79" fmla="*/ 84666 h 766233"/>
                  <a:gd name="connsiteX80" fmla="*/ 778933 w 1003303"/>
                  <a:gd name="connsiteY80" fmla="*/ 63500 h 766233"/>
                  <a:gd name="connsiteX81" fmla="*/ 740833 w 1003303"/>
                  <a:gd name="connsiteY81" fmla="*/ 33866 h 766233"/>
                  <a:gd name="connsiteX82" fmla="*/ 728133 w 1003303"/>
                  <a:gd name="connsiteY82" fmla="*/ 21166 h 766233"/>
                  <a:gd name="connsiteX83" fmla="*/ 706967 w 1003303"/>
                  <a:gd name="connsiteY83" fmla="*/ 12700 h 766233"/>
                  <a:gd name="connsiteX84" fmla="*/ 677333 w 1003303"/>
                  <a:gd name="connsiteY84" fmla="*/ 4233 h 766233"/>
                  <a:gd name="connsiteX85" fmla="*/ 664633 w 1003303"/>
                  <a:gd name="connsiteY85" fmla="*/ 0 h 766233"/>
                  <a:gd name="connsiteX86" fmla="*/ 550333 w 1003303"/>
                  <a:gd name="connsiteY86" fmla="*/ 12700 h 766233"/>
                  <a:gd name="connsiteX87" fmla="*/ 524933 w 1003303"/>
                  <a:gd name="connsiteY87" fmla="*/ 21166 h 766233"/>
                  <a:gd name="connsiteX88" fmla="*/ 512233 w 1003303"/>
                  <a:gd name="connsiteY88" fmla="*/ 25400 h 766233"/>
                  <a:gd name="connsiteX89" fmla="*/ 495300 w 1003303"/>
                  <a:gd name="connsiteY89" fmla="*/ 29633 h 766233"/>
                  <a:gd name="connsiteX90" fmla="*/ 482600 w 1003303"/>
                  <a:gd name="connsiteY90" fmla="*/ 33866 h 766233"/>
                  <a:gd name="connsiteX91" fmla="*/ 461433 w 1003303"/>
                  <a:gd name="connsiteY91" fmla="*/ 38100 h 766233"/>
                  <a:gd name="connsiteX92" fmla="*/ 431800 w 1003303"/>
                  <a:gd name="connsiteY92" fmla="*/ 50800 h 766233"/>
                  <a:gd name="connsiteX93" fmla="*/ 406400 w 1003303"/>
                  <a:gd name="connsiteY93" fmla="*/ 71966 h 766233"/>
                  <a:gd name="connsiteX94" fmla="*/ 381000 w 1003303"/>
                  <a:gd name="connsiteY94" fmla="*/ 131233 h 766233"/>
                  <a:gd name="connsiteX95" fmla="*/ 364067 w 1003303"/>
                  <a:gd name="connsiteY95" fmla="*/ 165100 h 766233"/>
                  <a:gd name="connsiteX96" fmla="*/ 364067 w 1003303"/>
                  <a:gd name="connsiteY96" fmla="*/ 156633 h 766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03303" h="766233">
                    <a:moveTo>
                      <a:pt x="364067" y="156633"/>
                    </a:moveTo>
                    <a:cubicBezTo>
                      <a:pt x="362656" y="163689"/>
                      <a:pt x="363403" y="171553"/>
                      <a:pt x="359833" y="177800"/>
                    </a:cubicBezTo>
                    <a:cubicBezTo>
                      <a:pt x="357309" y="182217"/>
                      <a:pt x="351684" y="188541"/>
                      <a:pt x="347133" y="186266"/>
                    </a:cubicBezTo>
                    <a:cubicBezTo>
                      <a:pt x="339774" y="182586"/>
                      <a:pt x="338666" y="172155"/>
                      <a:pt x="334433" y="165100"/>
                    </a:cubicBezTo>
                    <a:cubicBezTo>
                      <a:pt x="328294" y="140541"/>
                      <a:pt x="335324" y="148421"/>
                      <a:pt x="304800" y="139700"/>
                    </a:cubicBezTo>
                    <a:cubicBezTo>
                      <a:pt x="293611" y="136503"/>
                      <a:pt x="270933" y="131233"/>
                      <a:pt x="270933" y="131233"/>
                    </a:cubicBezTo>
                    <a:cubicBezTo>
                      <a:pt x="234244" y="132644"/>
                      <a:pt x="197441" y="132239"/>
                      <a:pt x="160867" y="135466"/>
                    </a:cubicBezTo>
                    <a:cubicBezTo>
                      <a:pt x="149276" y="136489"/>
                      <a:pt x="127000" y="143933"/>
                      <a:pt x="127000" y="143933"/>
                    </a:cubicBezTo>
                    <a:cubicBezTo>
                      <a:pt x="119944" y="148166"/>
                      <a:pt x="113473" y="153577"/>
                      <a:pt x="105833" y="156633"/>
                    </a:cubicBezTo>
                    <a:cubicBezTo>
                      <a:pt x="99153" y="159305"/>
                      <a:pt x="91647" y="159121"/>
                      <a:pt x="84667" y="160866"/>
                    </a:cubicBezTo>
                    <a:cubicBezTo>
                      <a:pt x="80338" y="161948"/>
                      <a:pt x="76200" y="163689"/>
                      <a:pt x="71967" y="165100"/>
                    </a:cubicBezTo>
                    <a:cubicBezTo>
                      <a:pt x="66322" y="169333"/>
                      <a:pt x="60904" y="173886"/>
                      <a:pt x="55033" y="177800"/>
                    </a:cubicBezTo>
                    <a:cubicBezTo>
                      <a:pt x="48187" y="182364"/>
                      <a:pt x="40844" y="186139"/>
                      <a:pt x="33867" y="190500"/>
                    </a:cubicBezTo>
                    <a:cubicBezTo>
                      <a:pt x="29553" y="193196"/>
                      <a:pt x="25400" y="196144"/>
                      <a:pt x="21167" y="198966"/>
                    </a:cubicBezTo>
                    <a:cubicBezTo>
                      <a:pt x="1005" y="229207"/>
                      <a:pt x="6701" y="214494"/>
                      <a:pt x="0" y="241300"/>
                    </a:cubicBezTo>
                    <a:cubicBezTo>
                      <a:pt x="2822" y="255411"/>
                      <a:pt x="2382" y="270593"/>
                      <a:pt x="8467" y="283633"/>
                    </a:cubicBezTo>
                    <a:cubicBezTo>
                      <a:pt x="12687" y="292675"/>
                      <a:pt x="22124" y="298229"/>
                      <a:pt x="29633" y="304800"/>
                    </a:cubicBezTo>
                    <a:cubicBezTo>
                      <a:pt x="43434" y="316876"/>
                      <a:pt x="57024" y="318537"/>
                      <a:pt x="76200" y="321733"/>
                    </a:cubicBezTo>
                    <a:lnTo>
                      <a:pt x="101600" y="325966"/>
                    </a:lnTo>
                    <a:cubicBezTo>
                      <a:pt x="86966" y="330845"/>
                      <a:pt x="64495" y="337671"/>
                      <a:pt x="55033" y="347133"/>
                    </a:cubicBezTo>
                    <a:cubicBezTo>
                      <a:pt x="34502" y="367664"/>
                      <a:pt x="44742" y="359638"/>
                      <a:pt x="25400" y="372533"/>
                    </a:cubicBezTo>
                    <a:cubicBezTo>
                      <a:pt x="18515" y="384007"/>
                      <a:pt x="8467" y="396098"/>
                      <a:pt x="8467" y="410633"/>
                    </a:cubicBezTo>
                    <a:cubicBezTo>
                      <a:pt x="8467" y="445590"/>
                      <a:pt x="10394" y="437193"/>
                      <a:pt x="21167" y="461433"/>
                    </a:cubicBezTo>
                    <a:cubicBezTo>
                      <a:pt x="24253" y="468377"/>
                      <a:pt x="24521" y="476977"/>
                      <a:pt x="29633" y="482600"/>
                    </a:cubicBezTo>
                    <a:cubicBezTo>
                      <a:pt x="39421" y="493367"/>
                      <a:pt x="69278" y="512151"/>
                      <a:pt x="84667" y="520700"/>
                    </a:cubicBezTo>
                    <a:cubicBezTo>
                      <a:pt x="90183" y="523765"/>
                      <a:pt x="95512" y="527506"/>
                      <a:pt x="101600" y="529166"/>
                    </a:cubicBezTo>
                    <a:cubicBezTo>
                      <a:pt x="111226" y="531791"/>
                      <a:pt x="121449" y="531443"/>
                      <a:pt x="131233" y="533400"/>
                    </a:cubicBezTo>
                    <a:cubicBezTo>
                      <a:pt x="206068" y="548367"/>
                      <a:pt x="124291" y="536764"/>
                      <a:pt x="198967" y="546100"/>
                    </a:cubicBezTo>
                    <a:cubicBezTo>
                      <a:pt x="193322" y="554567"/>
                      <a:pt x="185812" y="562052"/>
                      <a:pt x="182033" y="571500"/>
                    </a:cubicBezTo>
                    <a:cubicBezTo>
                      <a:pt x="171406" y="598068"/>
                      <a:pt x="175410" y="585294"/>
                      <a:pt x="169333" y="609600"/>
                    </a:cubicBezTo>
                    <a:cubicBezTo>
                      <a:pt x="172155" y="630767"/>
                      <a:pt x="173167" y="652255"/>
                      <a:pt x="177800" y="673100"/>
                    </a:cubicBezTo>
                    <a:cubicBezTo>
                      <a:pt x="178904" y="678067"/>
                      <a:pt x="183743" y="681382"/>
                      <a:pt x="186267" y="685800"/>
                    </a:cubicBezTo>
                    <a:cubicBezTo>
                      <a:pt x="189398" y="691279"/>
                      <a:pt x="192247" y="696933"/>
                      <a:pt x="194733" y="702733"/>
                    </a:cubicBezTo>
                    <a:cubicBezTo>
                      <a:pt x="196491" y="706835"/>
                      <a:pt x="196179" y="711948"/>
                      <a:pt x="198967" y="715433"/>
                    </a:cubicBezTo>
                    <a:cubicBezTo>
                      <a:pt x="202145" y="719406"/>
                      <a:pt x="207527" y="720943"/>
                      <a:pt x="211667" y="723900"/>
                    </a:cubicBezTo>
                    <a:cubicBezTo>
                      <a:pt x="247688" y="749630"/>
                      <a:pt x="209732" y="725177"/>
                      <a:pt x="245533" y="745066"/>
                    </a:cubicBezTo>
                    <a:cubicBezTo>
                      <a:pt x="252726" y="749062"/>
                      <a:pt x="258846" y="755312"/>
                      <a:pt x="266700" y="757766"/>
                    </a:cubicBezTo>
                    <a:cubicBezTo>
                      <a:pt x="281759" y="762472"/>
                      <a:pt x="297745" y="763411"/>
                      <a:pt x="313267" y="766233"/>
                    </a:cubicBezTo>
                    <a:cubicBezTo>
                      <a:pt x="359834" y="764822"/>
                      <a:pt x="406622" y="766753"/>
                      <a:pt x="452967" y="762000"/>
                    </a:cubicBezTo>
                    <a:cubicBezTo>
                      <a:pt x="480211" y="759206"/>
                      <a:pt x="471945" y="748004"/>
                      <a:pt x="491067" y="740833"/>
                    </a:cubicBezTo>
                    <a:cubicBezTo>
                      <a:pt x="497804" y="738307"/>
                      <a:pt x="505222" y="738218"/>
                      <a:pt x="512233" y="736600"/>
                    </a:cubicBezTo>
                    <a:cubicBezTo>
                      <a:pt x="523571" y="733983"/>
                      <a:pt x="546100" y="728133"/>
                      <a:pt x="546100" y="728133"/>
                    </a:cubicBezTo>
                    <a:cubicBezTo>
                      <a:pt x="550333" y="721077"/>
                      <a:pt x="555458" y="714485"/>
                      <a:pt x="558800" y="706966"/>
                    </a:cubicBezTo>
                    <a:cubicBezTo>
                      <a:pt x="561163" y="701649"/>
                      <a:pt x="561361" y="695606"/>
                      <a:pt x="563033" y="690033"/>
                    </a:cubicBezTo>
                    <a:cubicBezTo>
                      <a:pt x="570879" y="663878"/>
                      <a:pt x="569358" y="668916"/>
                      <a:pt x="579967" y="647700"/>
                    </a:cubicBezTo>
                    <a:cubicBezTo>
                      <a:pt x="578556" y="635000"/>
                      <a:pt x="577834" y="622204"/>
                      <a:pt x="575733" y="609600"/>
                    </a:cubicBezTo>
                    <a:cubicBezTo>
                      <a:pt x="574999" y="605198"/>
                      <a:pt x="567083" y="596269"/>
                      <a:pt x="571500" y="596900"/>
                    </a:cubicBezTo>
                    <a:cubicBezTo>
                      <a:pt x="611033" y="602547"/>
                      <a:pt x="594067" y="615242"/>
                      <a:pt x="622300" y="622300"/>
                    </a:cubicBezTo>
                    <a:cubicBezTo>
                      <a:pt x="627944" y="623711"/>
                      <a:pt x="633660" y="624861"/>
                      <a:pt x="639233" y="626533"/>
                    </a:cubicBezTo>
                    <a:cubicBezTo>
                      <a:pt x="647781" y="629098"/>
                      <a:pt x="664633" y="635000"/>
                      <a:pt x="664633" y="635000"/>
                    </a:cubicBezTo>
                    <a:cubicBezTo>
                      <a:pt x="706966" y="633589"/>
                      <a:pt x="749354" y="633328"/>
                      <a:pt x="791633" y="630766"/>
                    </a:cubicBezTo>
                    <a:cubicBezTo>
                      <a:pt x="796087" y="630496"/>
                      <a:pt x="799923" y="627211"/>
                      <a:pt x="804333" y="626533"/>
                    </a:cubicBezTo>
                    <a:cubicBezTo>
                      <a:pt x="818350" y="624377"/>
                      <a:pt x="832595" y="624059"/>
                      <a:pt x="846667" y="622300"/>
                    </a:cubicBezTo>
                    <a:cubicBezTo>
                      <a:pt x="855184" y="621235"/>
                      <a:pt x="863600" y="619477"/>
                      <a:pt x="872067" y="618066"/>
                    </a:cubicBezTo>
                    <a:cubicBezTo>
                      <a:pt x="878529" y="615481"/>
                      <a:pt x="897093" y="607576"/>
                      <a:pt x="905933" y="605366"/>
                    </a:cubicBezTo>
                    <a:cubicBezTo>
                      <a:pt x="912914" y="603621"/>
                      <a:pt x="920044" y="602544"/>
                      <a:pt x="927100" y="601133"/>
                    </a:cubicBezTo>
                    <a:cubicBezTo>
                      <a:pt x="933749" y="597143"/>
                      <a:pt x="959321" y="582788"/>
                      <a:pt x="965200" y="575733"/>
                    </a:cubicBezTo>
                    <a:cubicBezTo>
                      <a:pt x="968057" y="572305"/>
                      <a:pt x="967266" y="566934"/>
                      <a:pt x="969433" y="563033"/>
                    </a:cubicBezTo>
                    <a:cubicBezTo>
                      <a:pt x="974375" y="554138"/>
                      <a:pt x="980722" y="546100"/>
                      <a:pt x="986367" y="537633"/>
                    </a:cubicBezTo>
                    <a:cubicBezTo>
                      <a:pt x="987778" y="531989"/>
                      <a:pt x="988237" y="526017"/>
                      <a:pt x="990600" y="520700"/>
                    </a:cubicBezTo>
                    <a:cubicBezTo>
                      <a:pt x="993942" y="513181"/>
                      <a:pt x="1002753" y="507743"/>
                      <a:pt x="1003300" y="499533"/>
                    </a:cubicBezTo>
                    <a:cubicBezTo>
                      <a:pt x="1003443" y="497390"/>
                      <a:pt x="999418" y="453201"/>
                      <a:pt x="986367" y="444500"/>
                    </a:cubicBezTo>
                    <a:cubicBezTo>
                      <a:pt x="981526" y="441272"/>
                      <a:pt x="975028" y="441864"/>
                      <a:pt x="969433" y="440266"/>
                    </a:cubicBezTo>
                    <a:cubicBezTo>
                      <a:pt x="965142" y="439040"/>
                      <a:pt x="960834" y="437791"/>
                      <a:pt x="956733" y="436033"/>
                    </a:cubicBezTo>
                    <a:cubicBezTo>
                      <a:pt x="950933" y="433547"/>
                      <a:pt x="945567" y="430129"/>
                      <a:pt x="939800" y="427566"/>
                    </a:cubicBezTo>
                    <a:cubicBezTo>
                      <a:pt x="932856" y="424480"/>
                      <a:pt x="925430" y="422498"/>
                      <a:pt x="918633" y="419100"/>
                    </a:cubicBezTo>
                    <a:cubicBezTo>
                      <a:pt x="908423" y="413995"/>
                      <a:pt x="894840" y="404649"/>
                      <a:pt x="884767" y="397933"/>
                    </a:cubicBezTo>
                    <a:cubicBezTo>
                      <a:pt x="889000" y="390877"/>
                      <a:pt x="892049" y="382958"/>
                      <a:pt x="897467" y="376766"/>
                    </a:cubicBezTo>
                    <a:cubicBezTo>
                      <a:pt x="922307" y="348377"/>
                      <a:pt x="909426" y="378989"/>
                      <a:pt x="918633" y="351366"/>
                    </a:cubicBezTo>
                    <a:cubicBezTo>
                      <a:pt x="907555" y="284891"/>
                      <a:pt x="922706" y="367664"/>
                      <a:pt x="905933" y="300566"/>
                    </a:cubicBezTo>
                    <a:cubicBezTo>
                      <a:pt x="901739" y="283788"/>
                      <a:pt x="901816" y="277114"/>
                      <a:pt x="889000" y="262466"/>
                    </a:cubicBezTo>
                    <a:cubicBezTo>
                      <a:pt x="884354" y="257156"/>
                      <a:pt x="878050" y="253505"/>
                      <a:pt x="872067" y="249766"/>
                    </a:cubicBezTo>
                    <a:cubicBezTo>
                      <a:pt x="866715" y="246421"/>
                      <a:pt x="860612" y="244431"/>
                      <a:pt x="855133" y="241300"/>
                    </a:cubicBezTo>
                    <a:cubicBezTo>
                      <a:pt x="840845" y="233136"/>
                      <a:pt x="812800" y="215900"/>
                      <a:pt x="812800" y="215900"/>
                    </a:cubicBezTo>
                    <a:cubicBezTo>
                      <a:pt x="815622" y="204611"/>
                      <a:pt x="818205" y="193259"/>
                      <a:pt x="821267" y="182033"/>
                    </a:cubicBezTo>
                    <a:cubicBezTo>
                      <a:pt x="822441" y="177728"/>
                      <a:pt x="824418" y="173662"/>
                      <a:pt x="825500" y="169333"/>
                    </a:cubicBezTo>
                    <a:cubicBezTo>
                      <a:pt x="827245" y="162352"/>
                      <a:pt x="828322" y="155222"/>
                      <a:pt x="829733" y="148166"/>
                    </a:cubicBezTo>
                    <a:cubicBezTo>
                      <a:pt x="828322" y="135466"/>
                      <a:pt x="827601" y="122670"/>
                      <a:pt x="825500" y="110066"/>
                    </a:cubicBezTo>
                    <a:cubicBezTo>
                      <a:pt x="824766" y="105664"/>
                      <a:pt x="823742" y="101079"/>
                      <a:pt x="821267" y="97366"/>
                    </a:cubicBezTo>
                    <a:cubicBezTo>
                      <a:pt x="817946" y="92385"/>
                      <a:pt x="813113" y="88562"/>
                      <a:pt x="808567" y="84666"/>
                    </a:cubicBezTo>
                    <a:cubicBezTo>
                      <a:pt x="788525" y="67488"/>
                      <a:pt x="796810" y="76908"/>
                      <a:pt x="778933" y="63500"/>
                    </a:cubicBezTo>
                    <a:cubicBezTo>
                      <a:pt x="766062" y="53846"/>
                      <a:pt x="752210" y="45243"/>
                      <a:pt x="740833" y="33866"/>
                    </a:cubicBezTo>
                    <a:cubicBezTo>
                      <a:pt x="736600" y="29633"/>
                      <a:pt x="733210" y="24339"/>
                      <a:pt x="728133" y="21166"/>
                    </a:cubicBezTo>
                    <a:cubicBezTo>
                      <a:pt x="721689" y="17139"/>
                      <a:pt x="714082" y="15368"/>
                      <a:pt x="706967" y="12700"/>
                    </a:cubicBezTo>
                    <a:cubicBezTo>
                      <a:pt x="690717" y="6606"/>
                      <a:pt x="696029" y="9574"/>
                      <a:pt x="677333" y="4233"/>
                    </a:cubicBezTo>
                    <a:cubicBezTo>
                      <a:pt x="673042" y="3007"/>
                      <a:pt x="668866" y="1411"/>
                      <a:pt x="664633" y="0"/>
                    </a:cubicBezTo>
                    <a:cubicBezTo>
                      <a:pt x="631740" y="1935"/>
                      <a:pt x="584228" y="1403"/>
                      <a:pt x="550333" y="12700"/>
                    </a:cubicBezTo>
                    <a:lnTo>
                      <a:pt x="524933" y="21166"/>
                    </a:lnTo>
                    <a:cubicBezTo>
                      <a:pt x="520700" y="22577"/>
                      <a:pt x="516562" y="24318"/>
                      <a:pt x="512233" y="25400"/>
                    </a:cubicBezTo>
                    <a:cubicBezTo>
                      <a:pt x="506589" y="26811"/>
                      <a:pt x="500894" y="28035"/>
                      <a:pt x="495300" y="29633"/>
                    </a:cubicBezTo>
                    <a:cubicBezTo>
                      <a:pt x="491009" y="30859"/>
                      <a:pt x="486929" y="32784"/>
                      <a:pt x="482600" y="33866"/>
                    </a:cubicBezTo>
                    <a:cubicBezTo>
                      <a:pt x="475619" y="35611"/>
                      <a:pt x="468489" y="36689"/>
                      <a:pt x="461433" y="38100"/>
                    </a:cubicBezTo>
                    <a:cubicBezTo>
                      <a:pt x="429549" y="59354"/>
                      <a:pt x="470071" y="34398"/>
                      <a:pt x="431800" y="50800"/>
                    </a:cubicBezTo>
                    <a:cubicBezTo>
                      <a:pt x="421484" y="55221"/>
                      <a:pt x="414030" y="64336"/>
                      <a:pt x="406400" y="71966"/>
                    </a:cubicBezTo>
                    <a:cubicBezTo>
                      <a:pt x="393942" y="109337"/>
                      <a:pt x="401923" y="89387"/>
                      <a:pt x="381000" y="131233"/>
                    </a:cubicBezTo>
                    <a:cubicBezTo>
                      <a:pt x="380998" y="131236"/>
                      <a:pt x="364067" y="165096"/>
                      <a:pt x="364067" y="165100"/>
                    </a:cubicBezTo>
                    <a:lnTo>
                      <a:pt x="364067" y="156633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C781A3B6-3B04-4A27-9F07-2D16E751C9FD}"/>
                  </a:ext>
                </a:extLst>
              </p:cNvPr>
              <p:cNvSpPr/>
              <p:nvPr/>
            </p:nvSpPr>
            <p:spPr>
              <a:xfrm>
                <a:off x="6587724" y="2858223"/>
                <a:ext cx="515809" cy="23675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6" name="Free-form: Shape 35">
                <a:extLst>
                  <a:ext uri="{FF2B5EF4-FFF2-40B4-BE49-F238E27FC236}">
                    <a16:creationId xmlns:a16="http://schemas.microsoft.com/office/drawing/2014/main" id="{E7A0CC74-F56D-409D-A026-7E246B8BE724}"/>
                  </a:ext>
                </a:extLst>
              </p:cNvPr>
              <p:cNvSpPr/>
              <p:nvPr/>
            </p:nvSpPr>
            <p:spPr>
              <a:xfrm>
                <a:off x="7769128" y="977153"/>
                <a:ext cx="769754" cy="605118"/>
              </a:xfrm>
              <a:custGeom>
                <a:avLst/>
                <a:gdLst>
                  <a:gd name="connsiteX0" fmla="*/ 599425 w 769754"/>
                  <a:gd name="connsiteY0" fmla="*/ 206188 h 605118"/>
                  <a:gd name="connsiteX1" fmla="*/ 626319 w 769754"/>
                  <a:gd name="connsiteY1" fmla="*/ 165847 h 605118"/>
                  <a:gd name="connsiteX2" fmla="*/ 630801 w 769754"/>
                  <a:gd name="connsiteY2" fmla="*/ 143435 h 605118"/>
                  <a:gd name="connsiteX3" fmla="*/ 626319 w 769754"/>
                  <a:gd name="connsiteY3" fmla="*/ 112059 h 605118"/>
                  <a:gd name="connsiteX4" fmla="*/ 599425 w 769754"/>
                  <a:gd name="connsiteY4" fmla="*/ 80682 h 605118"/>
                  <a:gd name="connsiteX5" fmla="*/ 585978 w 769754"/>
                  <a:gd name="connsiteY5" fmla="*/ 67235 h 605118"/>
                  <a:gd name="connsiteX6" fmla="*/ 527707 w 769754"/>
                  <a:gd name="connsiteY6" fmla="*/ 44823 h 605118"/>
                  <a:gd name="connsiteX7" fmla="*/ 509778 w 769754"/>
                  <a:gd name="connsiteY7" fmla="*/ 35859 h 605118"/>
                  <a:gd name="connsiteX8" fmla="*/ 478401 w 769754"/>
                  <a:gd name="connsiteY8" fmla="*/ 26894 h 605118"/>
                  <a:gd name="connsiteX9" fmla="*/ 429096 w 769754"/>
                  <a:gd name="connsiteY9" fmla="*/ 13447 h 605118"/>
                  <a:gd name="connsiteX10" fmla="*/ 299107 w 769754"/>
                  <a:gd name="connsiteY10" fmla="*/ 4482 h 605118"/>
                  <a:gd name="connsiteX11" fmla="*/ 240837 w 769754"/>
                  <a:gd name="connsiteY11" fmla="*/ 0 h 605118"/>
                  <a:gd name="connsiteX12" fmla="*/ 137743 w 769754"/>
                  <a:gd name="connsiteY12" fmla="*/ 8965 h 605118"/>
                  <a:gd name="connsiteX13" fmla="*/ 92919 w 769754"/>
                  <a:gd name="connsiteY13" fmla="*/ 26894 h 605118"/>
                  <a:gd name="connsiteX14" fmla="*/ 79472 w 769754"/>
                  <a:gd name="connsiteY14" fmla="*/ 31376 h 605118"/>
                  <a:gd name="connsiteX15" fmla="*/ 39131 w 769754"/>
                  <a:gd name="connsiteY15" fmla="*/ 58271 h 605118"/>
                  <a:gd name="connsiteX16" fmla="*/ 7754 w 769754"/>
                  <a:gd name="connsiteY16" fmla="*/ 85165 h 605118"/>
                  <a:gd name="connsiteX17" fmla="*/ 7754 w 769754"/>
                  <a:gd name="connsiteY17" fmla="*/ 161365 h 605118"/>
                  <a:gd name="connsiteX18" fmla="*/ 21201 w 769754"/>
                  <a:gd name="connsiteY18" fmla="*/ 179294 h 605118"/>
                  <a:gd name="connsiteX19" fmla="*/ 70507 w 769754"/>
                  <a:gd name="connsiteY19" fmla="*/ 219635 h 605118"/>
                  <a:gd name="connsiteX20" fmla="*/ 83954 w 769754"/>
                  <a:gd name="connsiteY20" fmla="*/ 228600 h 605118"/>
                  <a:gd name="connsiteX21" fmla="*/ 119813 w 769754"/>
                  <a:gd name="connsiteY21" fmla="*/ 242047 h 605118"/>
                  <a:gd name="connsiteX22" fmla="*/ 133260 w 769754"/>
                  <a:gd name="connsiteY22" fmla="*/ 251012 h 605118"/>
                  <a:gd name="connsiteX23" fmla="*/ 164637 w 769754"/>
                  <a:gd name="connsiteY23" fmla="*/ 259976 h 605118"/>
                  <a:gd name="connsiteX24" fmla="*/ 236354 w 769754"/>
                  <a:gd name="connsiteY24" fmla="*/ 268941 h 605118"/>
                  <a:gd name="connsiteX25" fmla="*/ 263248 w 769754"/>
                  <a:gd name="connsiteY25" fmla="*/ 273423 h 605118"/>
                  <a:gd name="connsiteX26" fmla="*/ 245319 w 769754"/>
                  <a:gd name="connsiteY26" fmla="*/ 300318 h 605118"/>
                  <a:gd name="connsiteX27" fmla="*/ 276696 w 769754"/>
                  <a:gd name="connsiteY27" fmla="*/ 358588 h 605118"/>
                  <a:gd name="connsiteX28" fmla="*/ 245319 w 769754"/>
                  <a:gd name="connsiteY28" fmla="*/ 376518 h 605118"/>
                  <a:gd name="connsiteX29" fmla="*/ 227390 w 769754"/>
                  <a:gd name="connsiteY29" fmla="*/ 389965 h 605118"/>
                  <a:gd name="connsiteX30" fmla="*/ 209460 w 769754"/>
                  <a:gd name="connsiteY30" fmla="*/ 398929 h 605118"/>
                  <a:gd name="connsiteX31" fmla="*/ 178084 w 769754"/>
                  <a:gd name="connsiteY31" fmla="*/ 443753 h 605118"/>
                  <a:gd name="connsiteX32" fmla="*/ 164637 w 769754"/>
                  <a:gd name="connsiteY32" fmla="*/ 461682 h 605118"/>
                  <a:gd name="connsiteX33" fmla="*/ 164637 w 769754"/>
                  <a:gd name="connsiteY33" fmla="*/ 519953 h 605118"/>
                  <a:gd name="connsiteX34" fmla="*/ 173601 w 769754"/>
                  <a:gd name="connsiteY34" fmla="*/ 533400 h 605118"/>
                  <a:gd name="connsiteX35" fmla="*/ 191531 w 769754"/>
                  <a:gd name="connsiteY35" fmla="*/ 555812 h 605118"/>
                  <a:gd name="connsiteX36" fmla="*/ 227390 w 769754"/>
                  <a:gd name="connsiteY36" fmla="*/ 578223 h 605118"/>
                  <a:gd name="connsiteX37" fmla="*/ 263248 w 769754"/>
                  <a:gd name="connsiteY37" fmla="*/ 591671 h 605118"/>
                  <a:gd name="connsiteX38" fmla="*/ 285660 w 769754"/>
                  <a:gd name="connsiteY38" fmla="*/ 596153 h 605118"/>
                  <a:gd name="connsiteX39" fmla="*/ 326001 w 769754"/>
                  <a:gd name="connsiteY39" fmla="*/ 591671 h 605118"/>
                  <a:gd name="connsiteX40" fmla="*/ 357378 w 769754"/>
                  <a:gd name="connsiteY40" fmla="*/ 582706 h 605118"/>
                  <a:gd name="connsiteX41" fmla="*/ 415648 w 769754"/>
                  <a:gd name="connsiteY41" fmla="*/ 587188 h 605118"/>
                  <a:gd name="connsiteX42" fmla="*/ 429096 w 769754"/>
                  <a:gd name="connsiteY42" fmla="*/ 596153 h 605118"/>
                  <a:gd name="connsiteX43" fmla="*/ 451507 w 769754"/>
                  <a:gd name="connsiteY43" fmla="*/ 605118 h 605118"/>
                  <a:gd name="connsiteX44" fmla="*/ 496331 w 769754"/>
                  <a:gd name="connsiteY44" fmla="*/ 600635 h 605118"/>
                  <a:gd name="connsiteX45" fmla="*/ 523225 w 769754"/>
                  <a:gd name="connsiteY45" fmla="*/ 582706 h 605118"/>
                  <a:gd name="connsiteX46" fmla="*/ 536672 w 769754"/>
                  <a:gd name="connsiteY46" fmla="*/ 542365 h 605118"/>
                  <a:gd name="connsiteX47" fmla="*/ 550119 w 769754"/>
                  <a:gd name="connsiteY47" fmla="*/ 524435 h 605118"/>
                  <a:gd name="connsiteX48" fmla="*/ 554601 w 769754"/>
                  <a:gd name="connsiteY48" fmla="*/ 506506 h 605118"/>
                  <a:gd name="connsiteX49" fmla="*/ 550119 w 769754"/>
                  <a:gd name="connsiteY49" fmla="*/ 466165 h 605118"/>
                  <a:gd name="connsiteX50" fmla="*/ 568048 w 769754"/>
                  <a:gd name="connsiteY50" fmla="*/ 457200 h 605118"/>
                  <a:gd name="connsiteX51" fmla="*/ 648731 w 769754"/>
                  <a:gd name="connsiteY51" fmla="*/ 448235 h 605118"/>
                  <a:gd name="connsiteX52" fmla="*/ 680107 w 769754"/>
                  <a:gd name="connsiteY52" fmla="*/ 439271 h 605118"/>
                  <a:gd name="connsiteX53" fmla="*/ 733896 w 769754"/>
                  <a:gd name="connsiteY53" fmla="*/ 421341 h 605118"/>
                  <a:gd name="connsiteX54" fmla="*/ 751825 w 769754"/>
                  <a:gd name="connsiteY54" fmla="*/ 403412 h 605118"/>
                  <a:gd name="connsiteX55" fmla="*/ 760790 w 769754"/>
                  <a:gd name="connsiteY55" fmla="*/ 385482 h 605118"/>
                  <a:gd name="connsiteX56" fmla="*/ 769754 w 769754"/>
                  <a:gd name="connsiteY56" fmla="*/ 354106 h 605118"/>
                  <a:gd name="connsiteX57" fmla="*/ 756307 w 769754"/>
                  <a:gd name="connsiteY57" fmla="*/ 282388 h 605118"/>
                  <a:gd name="connsiteX58" fmla="*/ 742860 w 769754"/>
                  <a:gd name="connsiteY58" fmla="*/ 273423 h 605118"/>
                  <a:gd name="connsiteX59" fmla="*/ 738378 w 769754"/>
                  <a:gd name="connsiteY59" fmla="*/ 259976 h 605118"/>
                  <a:gd name="connsiteX60" fmla="*/ 680107 w 769754"/>
                  <a:gd name="connsiteY60" fmla="*/ 228600 h 605118"/>
                  <a:gd name="connsiteX61" fmla="*/ 648731 w 769754"/>
                  <a:gd name="connsiteY61" fmla="*/ 215153 h 605118"/>
                  <a:gd name="connsiteX62" fmla="*/ 599425 w 769754"/>
                  <a:gd name="connsiteY62" fmla="*/ 206188 h 605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769754" h="605118">
                    <a:moveTo>
                      <a:pt x="599425" y="206188"/>
                    </a:moveTo>
                    <a:cubicBezTo>
                      <a:pt x="595690" y="197970"/>
                      <a:pt x="620644" y="182872"/>
                      <a:pt x="626319" y="165847"/>
                    </a:cubicBezTo>
                    <a:cubicBezTo>
                      <a:pt x="628728" y="158619"/>
                      <a:pt x="629307" y="150906"/>
                      <a:pt x="630801" y="143435"/>
                    </a:cubicBezTo>
                    <a:cubicBezTo>
                      <a:pt x="629307" y="132976"/>
                      <a:pt x="629660" y="122082"/>
                      <a:pt x="626319" y="112059"/>
                    </a:cubicBezTo>
                    <a:cubicBezTo>
                      <a:pt x="617507" y="85622"/>
                      <a:pt x="615541" y="94112"/>
                      <a:pt x="599425" y="80682"/>
                    </a:cubicBezTo>
                    <a:cubicBezTo>
                      <a:pt x="594555" y="76624"/>
                      <a:pt x="591136" y="70919"/>
                      <a:pt x="585978" y="67235"/>
                    </a:cubicBezTo>
                    <a:cubicBezTo>
                      <a:pt x="571847" y="57142"/>
                      <a:pt x="539433" y="49333"/>
                      <a:pt x="527707" y="44823"/>
                    </a:cubicBezTo>
                    <a:cubicBezTo>
                      <a:pt x="521471" y="42424"/>
                      <a:pt x="516057" y="38142"/>
                      <a:pt x="509778" y="35859"/>
                    </a:cubicBezTo>
                    <a:cubicBezTo>
                      <a:pt x="499555" y="32142"/>
                      <a:pt x="488797" y="30093"/>
                      <a:pt x="478401" y="26894"/>
                    </a:cubicBezTo>
                    <a:cubicBezTo>
                      <a:pt x="455619" y="19884"/>
                      <a:pt x="451631" y="16264"/>
                      <a:pt x="429096" y="13447"/>
                    </a:cubicBezTo>
                    <a:cubicBezTo>
                      <a:pt x="387066" y="8194"/>
                      <a:pt x="340609" y="7160"/>
                      <a:pt x="299107" y="4482"/>
                    </a:cubicBezTo>
                    <a:cubicBezTo>
                      <a:pt x="279667" y="3228"/>
                      <a:pt x="260260" y="1494"/>
                      <a:pt x="240837" y="0"/>
                    </a:cubicBezTo>
                    <a:cubicBezTo>
                      <a:pt x="206472" y="2988"/>
                      <a:pt x="171914" y="4252"/>
                      <a:pt x="137743" y="8965"/>
                    </a:cubicBezTo>
                    <a:cubicBezTo>
                      <a:pt x="117676" y="11733"/>
                      <a:pt x="109990" y="19578"/>
                      <a:pt x="92919" y="26894"/>
                    </a:cubicBezTo>
                    <a:cubicBezTo>
                      <a:pt x="88576" y="28755"/>
                      <a:pt x="83698" y="29263"/>
                      <a:pt x="79472" y="31376"/>
                    </a:cubicBezTo>
                    <a:cubicBezTo>
                      <a:pt x="70932" y="35646"/>
                      <a:pt x="46641" y="50761"/>
                      <a:pt x="39131" y="58271"/>
                    </a:cubicBezTo>
                    <a:cubicBezTo>
                      <a:pt x="8091" y="89312"/>
                      <a:pt x="62670" y="52216"/>
                      <a:pt x="7754" y="85165"/>
                    </a:cubicBezTo>
                    <a:cubicBezTo>
                      <a:pt x="-1984" y="114381"/>
                      <a:pt x="-3169" y="112213"/>
                      <a:pt x="7754" y="161365"/>
                    </a:cubicBezTo>
                    <a:cubicBezTo>
                      <a:pt x="9375" y="168658"/>
                      <a:pt x="16238" y="173711"/>
                      <a:pt x="21201" y="179294"/>
                    </a:cubicBezTo>
                    <a:cubicBezTo>
                      <a:pt x="43043" y="203866"/>
                      <a:pt x="43173" y="201412"/>
                      <a:pt x="70507" y="219635"/>
                    </a:cubicBezTo>
                    <a:cubicBezTo>
                      <a:pt x="74989" y="222623"/>
                      <a:pt x="78952" y="226599"/>
                      <a:pt x="83954" y="228600"/>
                    </a:cubicBezTo>
                    <a:cubicBezTo>
                      <a:pt x="110753" y="239320"/>
                      <a:pt x="98733" y="235021"/>
                      <a:pt x="119813" y="242047"/>
                    </a:cubicBezTo>
                    <a:cubicBezTo>
                      <a:pt x="124295" y="245035"/>
                      <a:pt x="128442" y="248603"/>
                      <a:pt x="133260" y="251012"/>
                    </a:cubicBezTo>
                    <a:cubicBezTo>
                      <a:pt x="140425" y="254594"/>
                      <a:pt x="157935" y="258061"/>
                      <a:pt x="164637" y="259976"/>
                    </a:cubicBezTo>
                    <a:cubicBezTo>
                      <a:pt x="203853" y="271181"/>
                      <a:pt x="143323" y="261785"/>
                      <a:pt x="236354" y="268941"/>
                    </a:cubicBezTo>
                    <a:lnTo>
                      <a:pt x="263248" y="273423"/>
                    </a:lnTo>
                    <a:cubicBezTo>
                      <a:pt x="266208" y="283783"/>
                      <a:pt x="245319" y="300318"/>
                      <a:pt x="245319" y="300318"/>
                    </a:cubicBezTo>
                    <a:cubicBezTo>
                      <a:pt x="265602" y="351027"/>
                      <a:pt x="251869" y="333763"/>
                      <a:pt x="276696" y="358588"/>
                    </a:cubicBezTo>
                    <a:cubicBezTo>
                      <a:pt x="267866" y="385073"/>
                      <a:pt x="279706" y="362763"/>
                      <a:pt x="245319" y="376518"/>
                    </a:cubicBezTo>
                    <a:cubicBezTo>
                      <a:pt x="238383" y="379293"/>
                      <a:pt x="233725" y="386006"/>
                      <a:pt x="227390" y="389965"/>
                    </a:cubicBezTo>
                    <a:cubicBezTo>
                      <a:pt x="221724" y="393506"/>
                      <a:pt x="215437" y="395941"/>
                      <a:pt x="209460" y="398929"/>
                    </a:cubicBezTo>
                    <a:cubicBezTo>
                      <a:pt x="178061" y="440797"/>
                      <a:pt x="216725" y="388551"/>
                      <a:pt x="178084" y="443753"/>
                    </a:cubicBezTo>
                    <a:cubicBezTo>
                      <a:pt x="173800" y="449873"/>
                      <a:pt x="169119" y="455706"/>
                      <a:pt x="164637" y="461682"/>
                    </a:cubicBezTo>
                    <a:cubicBezTo>
                      <a:pt x="160366" y="487305"/>
                      <a:pt x="156603" y="493172"/>
                      <a:pt x="164637" y="519953"/>
                    </a:cubicBezTo>
                    <a:cubicBezTo>
                      <a:pt x="166185" y="525113"/>
                      <a:pt x="170369" y="529090"/>
                      <a:pt x="173601" y="533400"/>
                    </a:cubicBezTo>
                    <a:cubicBezTo>
                      <a:pt x="179341" y="541054"/>
                      <a:pt x="184766" y="549047"/>
                      <a:pt x="191531" y="555812"/>
                    </a:cubicBezTo>
                    <a:cubicBezTo>
                      <a:pt x="201584" y="565865"/>
                      <a:pt x="214605" y="572541"/>
                      <a:pt x="227390" y="578223"/>
                    </a:cubicBezTo>
                    <a:cubicBezTo>
                      <a:pt x="232674" y="580571"/>
                      <a:pt x="254802" y="589559"/>
                      <a:pt x="263248" y="591671"/>
                    </a:cubicBezTo>
                    <a:cubicBezTo>
                      <a:pt x="270639" y="593519"/>
                      <a:pt x="278189" y="594659"/>
                      <a:pt x="285660" y="596153"/>
                    </a:cubicBezTo>
                    <a:cubicBezTo>
                      <a:pt x="299107" y="594659"/>
                      <a:pt x="312629" y="593728"/>
                      <a:pt x="326001" y="591671"/>
                    </a:cubicBezTo>
                    <a:cubicBezTo>
                      <a:pt x="336449" y="590064"/>
                      <a:pt x="347340" y="586052"/>
                      <a:pt x="357378" y="582706"/>
                    </a:cubicBezTo>
                    <a:cubicBezTo>
                      <a:pt x="376801" y="584200"/>
                      <a:pt x="396501" y="583598"/>
                      <a:pt x="415648" y="587188"/>
                    </a:cubicBezTo>
                    <a:cubicBezTo>
                      <a:pt x="420943" y="588181"/>
                      <a:pt x="424277" y="593744"/>
                      <a:pt x="429096" y="596153"/>
                    </a:cubicBezTo>
                    <a:cubicBezTo>
                      <a:pt x="436292" y="599751"/>
                      <a:pt x="444037" y="602130"/>
                      <a:pt x="451507" y="605118"/>
                    </a:cubicBezTo>
                    <a:cubicBezTo>
                      <a:pt x="466448" y="603624"/>
                      <a:pt x="481999" y="605114"/>
                      <a:pt x="496331" y="600635"/>
                    </a:cubicBezTo>
                    <a:cubicBezTo>
                      <a:pt x="506615" y="597421"/>
                      <a:pt x="523225" y="582706"/>
                      <a:pt x="523225" y="582706"/>
                    </a:cubicBezTo>
                    <a:cubicBezTo>
                      <a:pt x="526918" y="567933"/>
                      <a:pt x="528998" y="556178"/>
                      <a:pt x="536672" y="542365"/>
                    </a:cubicBezTo>
                    <a:cubicBezTo>
                      <a:pt x="540300" y="535834"/>
                      <a:pt x="545637" y="530412"/>
                      <a:pt x="550119" y="524435"/>
                    </a:cubicBezTo>
                    <a:cubicBezTo>
                      <a:pt x="551613" y="518459"/>
                      <a:pt x="554601" y="512666"/>
                      <a:pt x="554601" y="506506"/>
                    </a:cubicBezTo>
                    <a:cubicBezTo>
                      <a:pt x="554601" y="492976"/>
                      <a:pt x="546559" y="479218"/>
                      <a:pt x="550119" y="466165"/>
                    </a:cubicBezTo>
                    <a:cubicBezTo>
                      <a:pt x="551877" y="459719"/>
                      <a:pt x="561474" y="458395"/>
                      <a:pt x="568048" y="457200"/>
                    </a:cubicBezTo>
                    <a:cubicBezTo>
                      <a:pt x="594671" y="452359"/>
                      <a:pt x="621837" y="451223"/>
                      <a:pt x="648731" y="448235"/>
                    </a:cubicBezTo>
                    <a:cubicBezTo>
                      <a:pt x="659190" y="445247"/>
                      <a:pt x="669735" y="442546"/>
                      <a:pt x="680107" y="439271"/>
                    </a:cubicBezTo>
                    <a:cubicBezTo>
                      <a:pt x="698129" y="433580"/>
                      <a:pt x="733896" y="421341"/>
                      <a:pt x="733896" y="421341"/>
                    </a:cubicBezTo>
                    <a:cubicBezTo>
                      <a:pt x="739872" y="415365"/>
                      <a:pt x="746754" y="410173"/>
                      <a:pt x="751825" y="403412"/>
                    </a:cubicBezTo>
                    <a:cubicBezTo>
                      <a:pt x="755834" y="398066"/>
                      <a:pt x="758158" y="391624"/>
                      <a:pt x="760790" y="385482"/>
                    </a:cubicBezTo>
                    <a:cubicBezTo>
                      <a:pt x="764648" y="376481"/>
                      <a:pt x="767480" y="363202"/>
                      <a:pt x="769754" y="354106"/>
                    </a:cubicBezTo>
                    <a:cubicBezTo>
                      <a:pt x="767837" y="329187"/>
                      <a:pt x="775255" y="301336"/>
                      <a:pt x="756307" y="282388"/>
                    </a:cubicBezTo>
                    <a:cubicBezTo>
                      <a:pt x="752498" y="278579"/>
                      <a:pt x="747342" y="276411"/>
                      <a:pt x="742860" y="273423"/>
                    </a:cubicBezTo>
                    <a:cubicBezTo>
                      <a:pt x="741366" y="268941"/>
                      <a:pt x="742035" y="262968"/>
                      <a:pt x="738378" y="259976"/>
                    </a:cubicBezTo>
                    <a:cubicBezTo>
                      <a:pt x="689841" y="220264"/>
                      <a:pt x="709993" y="241408"/>
                      <a:pt x="680107" y="228600"/>
                    </a:cubicBezTo>
                    <a:cubicBezTo>
                      <a:pt x="641336" y="211984"/>
                      <a:pt x="680267" y="225664"/>
                      <a:pt x="648731" y="215153"/>
                    </a:cubicBezTo>
                    <a:cubicBezTo>
                      <a:pt x="628411" y="199913"/>
                      <a:pt x="603160" y="214406"/>
                      <a:pt x="599425" y="206188"/>
                    </a:cubicBezTo>
                    <a:close/>
                  </a:path>
                </a:pathLst>
              </a:custGeom>
              <a:solidFill>
                <a:schemeClr val="bg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28B2BD0-A7F8-480C-A0B5-08999C457CFE}"/>
                  </a:ext>
                </a:extLst>
              </p:cNvPr>
              <p:cNvSpPr/>
              <p:nvPr/>
            </p:nvSpPr>
            <p:spPr>
              <a:xfrm>
                <a:off x="7748912" y="1236599"/>
                <a:ext cx="238641" cy="13948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FA27B810-8CEC-4C30-9A36-0FD354635F16}"/>
                  </a:ext>
                </a:extLst>
              </p:cNvPr>
              <p:cNvSpPr/>
              <p:nvPr/>
            </p:nvSpPr>
            <p:spPr>
              <a:xfrm>
                <a:off x="7504901" y="723961"/>
                <a:ext cx="746162" cy="30200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dirty="0">
                    <a:solidFill>
                      <a:schemeClr val="accent2"/>
                    </a:solidFill>
                  </a:rPr>
                  <a:t>PRC1</a:t>
                </a:r>
                <a:endParaRPr lang="en-US" sz="1600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9" name="Free-form: Shape 38">
                <a:extLst>
                  <a:ext uri="{FF2B5EF4-FFF2-40B4-BE49-F238E27FC236}">
                    <a16:creationId xmlns:a16="http://schemas.microsoft.com/office/drawing/2014/main" id="{B33B1F75-F14C-4AF0-B976-9D322F5ECAFC}"/>
                  </a:ext>
                </a:extLst>
              </p:cNvPr>
              <p:cNvSpPr/>
              <p:nvPr/>
            </p:nvSpPr>
            <p:spPr>
              <a:xfrm>
                <a:off x="7344229" y="2349996"/>
                <a:ext cx="898488" cy="652435"/>
              </a:xfrm>
              <a:custGeom>
                <a:avLst/>
                <a:gdLst>
                  <a:gd name="connsiteX0" fmla="*/ 109100 w 755474"/>
                  <a:gd name="connsiteY0" fmla="*/ 76200 h 605971"/>
                  <a:gd name="connsiteX1" fmla="*/ 94586 w 755474"/>
                  <a:gd name="connsiteY1" fmla="*/ 58057 h 605971"/>
                  <a:gd name="connsiteX2" fmla="*/ 87329 w 755474"/>
                  <a:gd name="connsiteY2" fmla="*/ 47171 h 605971"/>
                  <a:gd name="connsiteX3" fmla="*/ 76443 w 755474"/>
                  <a:gd name="connsiteY3" fmla="*/ 39914 h 605971"/>
                  <a:gd name="connsiteX4" fmla="*/ 54672 w 755474"/>
                  <a:gd name="connsiteY4" fmla="*/ 47171 h 605971"/>
                  <a:gd name="connsiteX5" fmla="*/ 47415 w 755474"/>
                  <a:gd name="connsiteY5" fmla="*/ 58057 h 605971"/>
                  <a:gd name="connsiteX6" fmla="*/ 40157 w 755474"/>
                  <a:gd name="connsiteY6" fmla="*/ 65314 h 605971"/>
                  <a:gd name="connsiteX7" fmla="*/ 32900 w 755474"/>
                  <a:gd name="connsiteY7" fmla="*/ 76200 h 605971"/>
                  <a:gd name="connsiteX8" fmla="*/ 22015 w 755474"/>
                  <a:gd name="connsiteY8" fmla="*/ 79828 h 605971"/>
                  <a:gd name="connsiteX9" fmla="*/ 14757 w 755474"/>
                  <a:gd name="connsiteY9" fmla="*/ 90714 h 605971"/>
                  <a:gd name="connsiteX10" fmla="*/ 11129 w 755474"/>
                  <a:gd name="connsiteY10" fmla="*/ 101600 h 605971"/>
                  <a:gd name="connsiteX11" fmla="*/ 3872 w 755474"/>
                  <a:gd name="connsiteY11" fmla="*/ 116114 h 605971"/>
                  <a:gd name="connsiteX12" fmla="*/ 243 w 755474"/>
                  <a:gd name="connsiteY12" fmla="*/ 141514 h 605971"/>
                  <a:gd name="connsiteX13" fmla="*/ 11129 w 755474"/>
                  <a:gd name="connsiteY13" fmla="*/ 166914 h 605971"/>
                  <a:gd name="connsiteX14" fmla="*/ 58300 w 755474"/>
                  <a:gd name="connsiteY14" fmla="*/ 210457 h 605971"/>
                  <a:gd name="connsiteX15" fmla="*/ 76443 w 755474"/>
                  <a:gd name="connsiteY15" fmla="*/ 217714 h 605971"/>
                  <a:gd name="connsiteX16" fmla="*/ 83700 w 755474"/>
                  <a:gd name="connsiteY16" fmla="*/ 228600 h 605971"/>
                  <a:gd name="connsiteX17" fmla="*/ 109100 w 755474"/>
                  <a:gd name="connsiteY17" fmla="*/ 235857 h 605971"/>
                  <a:gd name="connsiteX18" fmla="*/ 138129 w 755474"/>
                  <a:gd name="connsiteY18" fmla="*/ 250371 h 605971"/>
                  <a:gd name="connsiteX19" fmla="*/ 250615 w 755474"/>
                  <a:gd name="connsiteY19" fmla="*/ 257628 h 605971"/>
                  <a:gd name="connsiteX20" fmla="*/ 243357 w 755474"/>
                  <a:gd name="connsiteY20" fmla="*/ 264885 h 605971"/>
                  <a:gd name="connsiteX21" fmla="*/ 236100 w 755474"/>
                  <a:gd name="connsiteY21" fmla="*/ 297542 h 605971"/>
                  <a:gd name="connsiteX22" fmla="*/ 250615 w 755474"/>
                  <a:gd name="connsiteY22" fmla="*/ 337457 h 605971"/>
                  <a:gd name="connsiteX23" fmla="*/ 261500 w 755474"/>
                  <a:gd name="connsiteY23" fmla="*/ 348342 h 605971"/>
                  <a:gd name="connsiteX24" fmla="*/ 265129 w 755474"/>
                  <a:gd name="connsiteY24" fmla="*/ 359228 h 605971"/>
                  <a:gd name="connsiteX25" fmla="*/ 272386 w 755474"/>
                  <a:gd name="connsiteY25" fmla="*/ 370114 h 605971"/>
                  <a:gd name="connsiteX26" fmla="*/ 254243 w 755474"/>
                  <a:gd name="connsiteY26" fmla="*/ 373742 h 605971"/>
                  <a:gd name="connsiteX27" fmla="*/ 221586 w 755474"/>
                  <a:gd name="connsiteY27" fmla="*/ 381000 h 605971"/>
                  <a:gd name="connsiteX28" fmla="*/ 199815 w 755474"/>
                  <a:gd name="connsiteY28" fmla="*/ 399142 h 605971"/>
                  <a:gd name="connsiteX29" fmla="*/ 192557 w 755474"/>
                  <a:gd name="connsiteY29" fmla="*/ 410028 h 605971"/>
                  <a:gd name="connsiteX30" fmla="*/ 188929 w 755474"/>
                  <a:gd name="connsiteY30" fmla="*/ 420914 h 605971"/>
                  <a:gd name="connsiteX31" fmla="*/ 167157 w 755474"/>
                  <a:gd name="connsiteY31" fmla="*/ 446314 h 605971"/>
                  <a:gd name="connsiteX32" fmla="*/ 159900 w 755474"/>
                  <a:gd name="connsiteY32" fmla="*/ 457200 h 605971"/>
                  <a:gd name="connsiteX33" fmla="*/ 152643 w 755474"/>
                  <a:gd name="connsiteY33" fmla="*/ 486228 h 605971"/>
                  <a:gd name="connsiteX34" fmla="*/ 167157 w 755474"/>
                  <a:gd name="connsiteY34" fmla="*/ 529771 h 605971"/>
                  <a:gd name="connsiteX35" fmla="*/ 178043 w 755474"/>
                  <a:gd name="connsiteY35" fmla="*/ 533400 h 605971"/>
                  <a:gd name="connsiteX36" fmla="*/ 188929 w 755474"/>
                  <a:gd name="connsiteY36" fmla="*/ 544285 h 605971"/>
                  <a:gd name="connsiteX37" fmla="*/ 221586 w 755474"/>
                  <a:gd name="connsiteY37" fmla="*/ 566057 h 605971"/>
                  <a:gd name="connsiteX38" fmla="*/ 265129 w 755474"/>
                  <a:gd name="connsiteY38" fmla="*/ 591457 h 605971"/>
                  <a:gd name="connsiteX39" fmla="*/ 290529 w 755474"/>
                  <a:gd name="connsiteY39" fmla="*/ 598714 h 605971"/>
                  <a:gd name="connsiteX40" fmla="*/ 373986 w 755474"/>
                  <a:gd name="connsiteY40" fmla="*/ 605971 h 605971"/>
                  <a:gd name="connsiteX41" fmla="*/ 475586 w 755474"/>
                  <a:gd name="connsiteY41" fmla="*/ 602342 h 605971"/>
                  <a:gd name="connsiteX42" fmla="*/ 508243 w 755474"/>
                  <a:gd name="connsiteY42" fmla="*/ 595085 h 605971"/>
                  <a:gd name="connsiteX43" fmla="*/ 537272 w 755474"/>
                  <a:gd name="connsiteY43" fmla="*/ 580571 h 605971"/>
                  <a:gd name="connsiteX44" fmla="*/ 569929 w 755474"/>
                  <a:gd name="connsiteY44" fmla="*/ 540657 h 605971"/>
                  <a:gd name="connsiteX45" fmla="*/ 584443 w 755474"/>
                  <a:gd name="connsiteY45" fmla="*/ 518885 h 605971"/>
                  <a:gd name="connsiteX46" fmla="*/ 584443 w 755474"/>
                  <a:gd name="connsiteY46" fmla="*/ 449942 h 605971"/>
                  <a:gd name="connsiteX47" fmla="*/ 580815 w 755474"/>
                  <a:gd name="connsiteY47" fmla="*/ 439057 h 605971"/>
                  <a:gd name="connsiteX48" fmla="*/ 566300 w 755474"/>
                  <a:gd name="connsiteY48" fmla="*/ 431800 h 605971"/>
                  <a:gd name="connsiteX49" fmla="*/ 715072 w 755474"/>
                  <a:gd name="connsiteY49" fmla="*/ 420914 h 605971"/>
                  <a:gd name="connsiteX50" fmla="*/ 733215 w 755474"/>
                  <a:gd name="connsiteY50" fmla="*/ 410028 h 605971"/>
                  <a:gd name="connsiteX51" fmla="*/ 744100 w 755474"/>
                  <a:gd name="connsiteY51" fmla="*/ 391885 h 605971"/>
                  <a:gd name="connsiteX52" fmla="*/ 751357 w 755474"/>
                  <a:gd name="connsiteY52" fmla="*/ 381000 h 605971"/>
                  <a:gd name="connsiteX53" fmla="*/ 747729 w 755474"/>
                  <a:gd name="connsiteY53" fmla="*/ 275771 h 605971"/>
                  <a:gd name="connsiteX54" fmla="*/ 736843 w 755474"/>
                  <a:gd name="connsiteY54" fmla="*/ 261257 h 605971"/>
                  <a:gd name="connsiteX55" fmla="*/ 729586 w 755474"/>
                  <a:gd name="connsiteY55" fmla="*/ 250371 h 605971"/>
                  <a:gd name="connsiteX56" fmla="*/ 715072 w 755474"/>
                  <a:gd name="connsiteY56" fmla="*/ 243114 h 605971"/>
                  <a:gd name="connsiteX57" fmla="*/ 686043 w 755474"/>
                  <a:gd name="connsiteY57" fmla="*/ 221342 h 605971"/>
                  <a:gd name="connsiteX58" fmla="*/ 642500 w 755474"/>
                  <a:gd name="connsiteY58" fmla="*/ 210457 h 605971"/>
                  <a:gd name="connsiteX59" fmla="*/ 631615 w 755474"/>
                  <a:gd name="connsiteY59" fmla="*/ 203200 h 605971"/>
                  <a:gd name="connsiteX60" fmla="*/ 609843 w 755474"/>
                  <a:gd name="connsiteY60" fmla="*/ 195942 h 605971"/>
                  <a:gd name="connsiteX61" fmla="*/ 580815 w 755474"/>
                  <a:gd name="connsiteY61" fmla="*/ 177800 h 605971"/>
                  <a:gd name="connsiteX62" fmla="*/ 566300 w 755474"/>
                  <a:gd name="connsiteY62" fmla="*/ 174171 h 605971"/>
                  <a:gd name="connsiteX63" fmla="*/ 544529 w 755474"/>
                  <a:gd name="connsiteY63" fmla="*/ 166914 h 605971"/>
                  <a:gd name="connsiteX64" fmla="*/ 511872 w 755474"/>
                  <a:gd name="connsiteY64" fmla="*/ 163285 h 605971"/>
                  <a:gd name="connsiteX65" fmla="*/ 475586 w 755474"/>
                  <a:gd name="connsiteY65" fmla="*/ 166914 h 605971"/>
                  <a:gd name="connsiteX66" fmla="*/ 446557 w 755474"/>
                  <a:gd name="connsiteY66" fmla="*/ 174171 h 605971"/>
                  <a:gd name="connsiteX67" fmla="*/ 399386 w 755474"/>
                  <a:gd name="connsiteY67" fmla="*/ 185057 h 605971"/>
                  <a:gd name="connsiteX68" fmla="*/ 395757 w 755474"/>
                  <a:gd name="connsiteY68" fmla="*/ 163285 h 605971"/>
                  <a:gd name="connsiteX69" fmla="*/ 388500 w 755474"/>
                  <a:gd name="connsiteY69" fmla="*/ 101600 h 605971"/>
                  <a:gd name="connsiteX70" fmla="*/ 384872 w 755474"/>
                  <a:gd name="connsiteY70" fmla="*/ 87085 h 605971"/>
                  <a:gd name="connsiteX71" fmla="*/ 359472 w 755474"/>
                  <a:gd name="connsiteY71" fmla="*/ 65314 h 605971"/>
                  <a:gd name="connsiteX72" fmla="*/ 319557 w 755474"/>
                  <a:gd name="connsiteY72" fmla="*/ 36285 h 605971"/>
                  <a:gd name="connsiteX73" fmla="*/ 290529 w 755474"/>
                  <a:gd name="connsiteY73" fmla="*/ 21771 h 605971"/>
                  <a:gd name="connsiteX74" fmla="*/ 279643 w 755474"/>
                  <a:gd name="connsiteY74" fmla="*/ 14514 h 605971"/>
                  <a:gd name="connsiteX75" fmla="*/ 214329 w 755474"/>
                  <a:gd name="connsiteY75" fmla="*/ 0 h 605971"/>
                  <a:gd name="connsiteX76" fmla="*/ 167157 w 755474"/>
                  <a:gd name="connsiteY76" fmla="*/ 3628 h 605971"/>
                  <a:gd name="connsiteX77" fmla="*/ 156272 w 755474"/>
                  <a:gd name="connsiteY77" fmla="*/ 14514 h 605971"/>
                  <a:gd name="connsiteX78" fmla="*/ 145386 w 755474"/>
                  <a:gd name="connsiteY78" fmla="*/ 18142 h 605971"/>
                  <a:gd name="connsiteX79" fmla="*/ 138129 w 755474"/>
                  <a:gd name="connsiteY79" fmla="*/ 25400 h 605971"/>
                  <a:gd name="connsiteX80" fmla="*/ 127243 w 755474"/>
                  <a:gd name="connsiteY80" fmla="*/ 29028 h 605971"/>
                  <a:gd name="connsiteX81" fmla="*/ 123615 w 755474"/>
                  <a:gd name="connsiteY81" fmla="*/ 43542 h 605971"/>
                  <a:gd name="connsiteX82" fmla="*/ 105472 w 755474"/>
                  <a:gd name="connsiteY82" fmla="*/ 61685 h 605971"/>
                  <a:gd name="connsiteX83" fmla="*/ 109100 w 755474"/>
                  <a:gd name="connsiteY83" fmla="*/ 76200 h 605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755474" h="605971">
                    <a:moveTo>
                      <a:pt x="109100" y="76200"/>
                    </a:moveTo>
                    <a:cubicBezTo>
                      <a:pt x="104262" y="70152"/>
                      <a:pt x="99233" y="64253"/>
                      <a:pt x="94586" y="58057"/>
                    </a:cubicBezTo>
                    <a:cubicBezTo>
                      <a:pt x="91969" y="54568"/>
                      <a:pt x="90413" y="50255"/>
                      <a:pt x="87329" y="47171"/>
                    </a:cubicBezTo>
                    <a:cubicBezTo>
                      <a:pt x="84245" y="44087"/>
                      <a:pt x="80072" y="42333"/>
                      <a:pt x="76443" y="39914"/>
                    </a:cubicBezTo>
                    <a:cubicBezTo>
                      <a:pt x="69186" y="42333"/>
                      <a:pt x="61159" y="43117"/>
                      <a:pt x="54672" y="47171"/>
                    </a:cubicBezTo>
                    <a:cubicBezTo>
                      <a:pt x="50974" y="49482"/>
                      <a:pt x="50139" y="54652"/>
                      <a:pt x="47415" y="58057"/>
                    </a:cubicBezTo>
                    <a:cubicBezTo>
                      <a:pt x="45278" y="60728"/>
                      <a:pt x="42294" y="62643"/>
                      <a:pt x="40157" y="65314"/>
                    </a:cubicBezTo>
                    <a:cubicBezTo>
                      <a:pt x="37433" y="68719"/>
                      <a:pt x="36305" y="73476"/>
                      <a:pt x="32900" y="76200"/>
                    </a:cubicBezTo>
                    <a:cubicBezTo>
                      <a:pt x="29914" y="78589"/>
                      <a:pt x="25643" y="78619"/>
                      <a:pt x="22015" y="79828"/>
                    </a:cubicBezTo>
                    <a:cubicBezTo>
                      <a:pt x="19596" y="83457"/>
                      <a:pt x="16707" y="86813"/>
                      <a:pt x="14757" y="90714"/>
                    </a:cubicBezTo>
                    <a:cubicBezTo>
                      <a:pt x="13046" y="94135"/>
                      <a:pt x="12636" y="98084"/>
                      <a:pt x="11129" y="101600"/>
                    </a:cubicBezTo>
                    <a:cubicBezTo>
                      <a:pt x="8998" y="106572"/>
                      <a:pt x="6291" y="111276"/>
                      <a:pt x="3872" y="116114"/>
                    </a:cubicBezTo>
                    <a:cubicBezTo>
                      <a:pt x="2662" y="124581"/>
                      <a:pt x="-967" y="133047"/>
                      <a:pt x="243" y="141514"/>
                    </a:cubicBezTo>
                    <a:cubicBezTo>
                      <a:pt x="1546" y="150633"/>
                      <a:pt x="5602" y="159545"/>
                      <a:pt x="11129" y="166914"/>
                    </a:cubicBezTo>
                    <a:cubicBezTo>
                      <a:pt x="15157" y="172284"/>
                      <a:pt x="44397" y="202733"/>
                      <a:pt x="58300" y="210457"/>
                    </a:cubicBezTo>
                    <a:cubicBezTo>
                      <a:pt x="63994" y="213620"/>
                      <a:pt x="70395" y="215295"/>
                      <a:pt x="76443" y="217714"/>
                    </a:cubicBezTo>
                    <a:cubicBezTo>
                      <a:pt x="78862" y="221343"/>
                      <a:pt x="80295" y="225876"/>
                      <a:pt x="83700" y="228600"/>
                    </a:cubicBezTo>
                    <a:cubicBezTo>
                      <a:pt x="86064" y="230491"/>
                      <a:pt x="108155" y="235621"/>
                      <a:pt x="109100" y="235857"/>
                    </a:cubicBezTo>
                    <a:cubicBezTo>
                      <a:pt x="120057" y="243161"/>
                      <a:pt x="123926" y="246820"/>
                      <a:pt x="138129" y="250371"/>
                    </a:cubicBezTo>
                    <a:cubicBezTo>
                      <a:pt x="164441" y="256949"/>
                      <a:pt x="249592" y="257585"/>
                      <a:pt x="250615" y="257628"/>
                    </a:cubicBezTo>
                    <a:cubicBezTo>
                      <a:pt x="248196" y="260047"/>
                      <a:pt x="244887" y="261825"/>
                      <a:pt x="243357" y="264885"/>
                    </a:cubicBezTo>
                    <a:cubicBezTo>
                      <a:pt x="241652" y="268296"/>
                      <a:pt x="236481" y="295640"/>
                      <a:pt x="236100" y="297542"/>
                    </a:cubicBezTo>
                    <a:cubicBezTo>
                      <a:pt x="239637" y="309923"/>
                      <a:pt x="242617" y="326260"/>
                      <a:pt x="250615" y="337457"/>
                    </a:cubicBezTo>
                    <a:cubicBezTo>
                      <a:pt x="253597" y="341632"/>
                      <a:pt x="257872" y="344714"/>
                      <a:pt x="261500" y="348342"/>
                    </a:cubicBezTo>
                    <a:cubicBezTo>
                      <a:pt x="262710" y="351971"/>
                      <a:pt x="263418" y="355807"/>
                      <a:pt x="265129" y="359228"/>
                    </a:cubicBezTo>
                    <a:cubicBezTo>
                      <a:pt x="267079" y="363129"/>
                      <a:pt x="275003" y="366625"/>
                      <a:pt x="272386" y="370114"/>
                    </a:cubicBezTo>
                    <a:cubicBezTo>
                      <a:pt x="268685" y="375048"/>
                      <a:pt x="260264" y="372404"/>
                      <a:pt x="254243" y="373742"/>
                    </a:cubicBezTo>
                    <a:cubicBezTo>
                      <a:pt x="208060" y="384005"/>
                      <a:pt x="276385" y="370039"/>
                      <a:pt x="221586" y="381000"/>
                    </a:cubicBezTo>
                    <a:cubicBezTo>
                      <a:pt x="203905" y="407520"/>
                      <a:pt x="227437" y="376124"/>
                      <a:pt x="199815" y="399142"/>
                    </a:cubicBezTo>
                    <a:cubicBezTo>
                      <a:pt x="196465" y="401934"/>
                      <a:pt x="194976" y="406399"/>
                      <a:pt x="192557" y="410028"/>
                    </a:cubicBezTo>
                    <a:cubicBezTo>
                      <a:pt x="191348" y="413657"/>
                      <a:pt x="190827" y="417593"/>
                      <a:pt x="188929" y="420914"/>
                    </a:cubicBezTo>
                    <a:cubicBezTo>
                      <a:pt x="179048" y="438207"/>
                      <a:pt x="178854" y="432277"/>
                      <a:pt x="167157" y="446314"/>
                    </a:cubicBezTo>
                    <a:cubicBezTo>
                      <a:pt x="164365" y="449664"/>
                      <a:pt x="162319" y="453571"/>
                      <a:pt x="159900" y="457200"/>
                    </a:cubicBezTo>
                    <a:cubicBezTo>
                      <a:pt x="157037" y="465789"/>
                      <a:pt x="152643" y="477473"/>
                      <a:pt x="152643" y="486228"/>
                    </a:cubicBezTo>
                    <a:cubicBezTo>
                      <a:pt x="152643" y="504114"/>
                      <a:pt x="153137" y="518087"/>
                      <a:pt x="167157" y="529771"/>
                    </a:cubicBezTo>
                    <a:cubicBezTo>
                      <a:pt x="170095" y="532220"/>
                      <a:pt x="174414" y="532190"/>
                      <a:pt x="178043" y="533400"/>
                    </a:cubicBezTo>
                    <a:cubicBezTo>
                      <a:pt x="181672" y="537028"/>
                      <a:pt x="185033" y="540946"/>
                      <a:pt x="188929" y="544285"/>
                    </a:cubicBezTo>
                    <a:cubicBezTo>
                      <a:pt x="201428" y="554998"/>
                      <a:pt x="207187" y="557196"/>
                      <a:pt x="221586" y="566057"/>
                    </a:cubicBezTo>
                    <a:cubicBezTo>
                      <a:pt x="228237" y="570150"/>
                      <a:pt x="253191" y="587116"/>
                      <a:pt x="265129" y="591457"/>
                    </a:cubicBezTo>
                    <a:cubicBezTo>
                      <a:pt x="273404" y="594466"/>
                      <a:pt x="281919" y="596869"/>
                      <a:pt x="290529" y="598714"/>
                    </a:cubicBezTo>
                    <a:cubicBezTo>
                      <a:pt x="314133" y="603772"/>
                      <a:pt x="354984" y="604783"/>
                      <a:pt x="373986" y="605971"/>
                    </a:cubicBezTo>
                    <a:cubicBezTo>
                      <a:pt x="407853" y="604761"/>
                      <a:pt x="441809" y="605081"/>
                      <a:pt x="475586" y="602342"/>
                    </a:cubicBezTo>
                    <a:cubicBezTo>
                      <a:pt x="486701" y="601441"/>
                      <a:pt x="497727" y="598796"/>
                      <a:pt x="508243" y="595085"/>
                    </a:cubicBezTo>
                    <a:cubicBezTo>
                      <a:pt x="518445" y="591484"/>
                      <a:pt x="537272" y="580571"/>
                      <a:pt x="537272" y="580571"/>
                    </a:cubicBezTo>
                    <a:cubicBezTo>
                      <a:pt x="551184" y="564340"/>
                      <a:pt x="558749" y="556629"/>
                      <a:pt x="569929" y="540657"/>
                    </a:cubicBezTo>
                    <a:cubicBezTo>
                      <a:pt x="574931" y="533512"/>
                      <a:pt x="584443" y="518885"/>
                      <a:pt x="584443" y="518885"/>
                    </a:cubicBezTo>
                    <a:cubicBezTo>
                      <a:pt x="590800" y="487105"/>
                      <a:pt x="590169" y="498609"/>
                      <a:pt x="584443" y="449942"/>
                    </a:cubicBezTo>
                    <a:cubicBezTo>
                      <a:pt x="583996" y="446144"/>
                      <a:pt x="583519" y="441761"/>
                      <a:pt x="580815" y="439057"/>
                    </a:cubicBezTo>
                    <a:cubicBezTo>
                      <a:pt x="576990" y="435232"/>
                      <a:pt x="571138" y="434219"/>
                      <a:pt x="566300" y="431800"/>
                    </a:cubicBezTo>
                    <a:lnTo>
                      <a:pt x="715072" y="420914"/>
                    </a:lnTo>
                    <a:cubicBezTo>
                      <a:pt x="723181" y="420177"/>
                      <a:pt x="728639" y="416435"/>
                      <a:pt x="733215" y="410028"/>
                    </a:cubicBezTo>
                    <a:cubicBezTo>
                      <a:pt x="737314" y="404289"/>
                      <a:pt x="740362" y="397866"/>
                      <a:pt x="744100" y="391885"/>
                    </a:cubicBezTo>
                    <a:cubicBezTo>
                      <a:pt x="746411" y="388187"/>
                      <a:pt x="748938" y="384628"/>
                      <a:pt x="751357" y="381000"/>
                    </a:cubicBezTo>
                    <a:cubicBezTo>
                      <a:pt x="755780" y="336780"/>
                      <a:pt x="759121" y="328176"/>
                      <a:pt x="747729" y="275771"/>
                    </a:cubicBezTo>
                    <a:cubicBezTo>
                      <a:pt x="746444" y="269861"/>
                      <a:pt x="740358" y="266178"/>
                      <a:pt x="736843" y="261257"/>
                    </a:cubicBezTo>
                    <a:cubicBezTo>
                      <a:pt x="734308" y="257708"/>
                      <a:pt x="732936" y="253163"/>
                      <a:pt x="729586" y="250371"/>
                    </a:cubicBezTo>
                    <a:cubicBezTo>
                      <a:pt x="725431" y="246908"/>
                      <a:pt x="719573" y="246114"/>
                      <a:pt x="715072" y="243114"/>
                    </a:cubicBezTo>
                    <a:cubicBezTo>
                      <a:pt x="705008" y="236405"/>
                      <a:pt x="697673" y="224665"/>
                      <a:pt x="686043" y="221342"/>
                    </a:cubicBezTo>
                    <a:cubicBezTo>
                      <a:pt x="654713" y="212391"/>
                      <a:pt x="669278" y="215812"/>
                      <a:pt x="642500" y="210457"/>
                    </a:cubicBezTo>
                    <a:cubicBezTo>
                      <a:pt x="638872" y="208038"/>
                      <a:pt x="635600" y="204971"/>
                      <a:pt x="631615" y="203200"/>
                    </a:cubicBezTo>
                    <a:cubicBezTo>
                      <a:pt x="624624" y="200093"/>
                      <a:pt x="609843" y="195942"/>
                      <a:pt x="609843" y="195942"/>
                    </a:cubicBezTo>
                    <a:cubicBezTo>
                      <a:pt x="598427" y="187380"/>
                      <a:pt x="594097" y="182781"/>
                      <a:pt x="580815" y="177800"/>
                    </a:cubicBezTo>
                    <a:cubicBezTo>
                      <a:pt x="576145" y="176049"/>
                      <a:pt x="571077" y="175604"/>
                      <a:pt x="566300" y="174171"/>
                    </a:cubicBezTo>
                    <a:cubicBezTo>
                      <a:pt x="558973" y="171973"/>
                      <a:pt x="552030" y="168414"/>
                      <a:pt x="544529" y="166914"/>
                    </a:cubicBezTo>
                    <a:cubicBezTo>
                      <a:pt x="533789" y="164766"/>
                      <a:pt x="522758" y="164495"/>
                      <a:pt x="511872" y="163285"/>
                    </a:cubicBezTo>
                    <a:cubicBezTo>
                      <a:pt x="499777" y="164495"/>
                      <a:pt x="487576" y="164916"/>
                      <a:pt x="475586" y="166914"/>
                    </a:cubicBezTo>
                    <a:cubicBezTo>
                      <a:pt x="465748" y="168554"/>
                      <a:pt x="446557" y="174171"/>
                      <a:pt x="446557" y="174171"/>
                    </a:cubicBezTo>
                    <a:cubicBezTo>
                      <a:pt x="432766" y="183365"/>
                      <a:pt x="419918" y="194390"/>
                      <a:pt x="399386" y="185057"/>
                    </a:cubicBezTo>
                    <a:cubicBezTo>
                      <a:pt x="392688" y="182012"/>
                      <a:pt x="396967" y="170542"/>
                      <a:pt x="395757" y="163285"/>
                    </a:cubicBezTo>
                    <a:cubicBezTo>
                      <a:pt x="389953" y="82011"/>
                      <a:pt x="397927" y="134596"/>
                      <a:pt x="388500" y="101600"/>
                    </a:cubicBezTo>
                    <a:cubicBezTo>
                      <a:pt x="387130" y="96805"/>
                      <a:pt x="387346" y="91415"/>
                      <a:pt x="384872" y="87085"/>
                    </a:cubicBezTo>
                    <a:cubicBezTo>
                      <a:pt x="380552" y="79526"/>
                      <a:pt x="365312" y="70320"/>
                      <a:pt x="359472" y="65314"/>
                    </a:cubicBezTo>
                    <a:cubicBezTo>
                      <a:pt x="338191" y="47073"/>
                      <a:pt x="358111" y="55562"/>
                      <a:pt x="319557" y="36285"/>
                    </a:cubicBezTo>
                    <a:cubicBezTo>
                      <a:pt x="309881" y="31447"/>
                      <a:pt x="299530" y="27772"/>
                      <a:pt x="290529" y="21771"/>
                    </a:cubicBezTo>
                    <a:cubicBezTo>
                      <a:pt x="286900" y="19352"/>
                      <a:pt x="283628" y="16285"/>
                      <a:pt x="279643" y="14514"/>
                    </a:cubicBezTo>
                    <a:cubicBezTo>
                      <a:pt x="259035" y="5355"/>
                      <a:pt x="236341" y="3144"/>
                      <a:pt x="214329" y="0"/>
                    </a:cubicBezTo>
                    <a:cubicBezTo>
                      <a:pt x="198605" y="1209"/>
                      <a:pt x="182457" y="-197"/>
                      <a:pt x="167157" y="3628"/>
                    </a:cubicBezTo>
                    <a:cubicBezTo>
                      <a:pt x="162179" y="4873"/>
                      <a:pt x="160542" y="11668"/>
                      <a:pt x="156272" y="14514"/>
                    </a:cubicBezTo>
                    <a:cubicBezTo>
                      <a:pt x="153090" y="16636"/>
                      <a:pt x="149015" y="16933"/>
                      <a:pt x="145386" y="18142"/>
                    </a:cubicBezTo>
                    <a:cubicBezTo>
                      <a:pt x="142967" y="20561"/>
                      <a:pt x="141063" y="23640"/>
                      <a:pt x="138129" y="25400"/>
                    </a:cubicBezTo>
                    <a:cubicBezTo>
                      <a:pt x="134849" y="27368"/>
                      <a:pt x="129632" y="26041"/>
                      <a:pt x="127243" y="29028"/>
                    </a:cubicBezTo>
                    <a:cubicBezTo>
                      <a:pt x="124128" y="32922"/>
                      <a:pt x="126381" y="39393"/>
                      <a:pt x="123615" y="43542"/>
                    </a:cubicBezTo>
                    <a:cubicBezTo>
                      <a:pt x="118871" y="50658"/>
                      <a:pt x="109297" y="54035"/>
                      <a:pt x="105472" y="61685"/>
                    </a:cubicBezTo>
                    <a:lnTo>
                      <a:pt x="109100" y="7620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B594F109-57D8-4C4C-BF30-5F9DD5EC5ED3}"/>
                  </a:ext>
                </a:extLst>
              </p:cNvPr>
              <p:cNvSpPr/>
              <p:nvPr/>
            </p:nvSpPr>
            <p:spPr>
              <a:xfrm>
                <a:off x="7344229" y="2637366"/>
                <a:ext cx="268514" cy="10946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1A5804D-DCEA-4A75-BD4D-C0B9D22B149D}"/>
                </a:ext>
              </a:extLst>
            </p:cNvPr>
            <p:cNvSpPr/>
            <p:nvPr/>
          </p:nvSpPr>
          <p:spPr>
            <a:xfrm rot="18813229">
              <a:off x="6977779" y="2579653"/>
              <a:ext cx="432275" cy="1972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367FE5A-B2BF-43F8-BCDD-35CF5EF80FDE}"/>
                </a:ext>
              </a:extLst>
            </p:cNvPr>
            <p:cNvSpPr/>
            <p:nvPr/>
          </p:nvSpPr>
          <p:spPr>
            <a:xfrm rot="18813229">
              <a:off x="7943317" y="2500216"/>
              <a:ext cx="432275" cy="1972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1E8B553-4046-43C7-9846-DA05B2D95C82}"/>
                </a:ext>
              </a:extLst>
            </p:cNvPr>
            <p:cNvSpPr/>
            <p:nvPr/>
          </p:nvSpPr>
          <p:spPr>
            <a:xfrm rot="20334247">
              <a:off x="7100175" y="2532239"/>
              <a:ext cx="907714" cy="4873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D514F24-2C46-43ED-AE0B-C71C5C62EE92}"/>
                </a:ext>
              </a:extLst>
            </p:cNvPr>
            <p:cNvSpPr/>
            <p:nvPr/>
          </p:nvSpPr>
          <p:spPr>
            <a:xfrm>
              <a:off x="8367668" y="2670065"/>
              <a:ext cx="1573385" cy="4171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9046B05C-DB7E-4A28-A48E-663D31D34A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53" t="13621" r="3118" b="18370"/>
            <a:stretch/>
          </p:blipFill>
          <p:spPr>
            <a:xfrm>
              <a:off x="6546527" y="2690394"/>
              <a:ext cx="3458397" cy="444834"/>
            </a:xfrm>
            <a:prstGeom prst="rect">
              <a:avLst/>
            </a:prstGeom>
          </p:spPr>
        </p:pic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8B182FFF-3CF7-410C-944A-063D7B5CDB99}"/>
              </a:ext>
            </a:extLst>
          </p:cNvPr>
          <p:cNvSpPr txBox="1"/>
          <p:nvPr/>
        </p:nvSpPr>
        <p:spPr>
          <a:xfrm>
            <a:off x="1230732" y="956901"/>
            <a:ext cx="1835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DNA methylation</a:t>
            </a:r>
            <a:endParaRPr lang="en-US" b="1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6CA3BC2-887D-4579-A99C-F6774CA43155}"/>
              </a:ext>
            </a:extLst>
          </p:cNvPr>
          <p:cNvSpPr txBox="1"/>
          <p:nvPr/>
        </p:nvSpPr>
        <p:spPr>
          <a:xfrm>
            <a:off x="9696196" y="956901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H3K9me2/3</a:t>
            </a:r>
            <a:endParaRPr lang="en-US" b="1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43C2BA3-614E-476A-B9A0-FB393CF5B3F5}"/>
              </a:ext>
            </a:extLst>
          </p:cNvPr>
          <p:cNvGrpSpPr/>
          <p:nvPr/>
        </p:nvGrpSpPr>
        <p:grpSpPr>
          <a:xfrm>
            <a:off x="8889387" y="2086236"/>
            <a:ext cx="3045935" cy="2243779"/>
            <a:chOff x="9227014" y="3413456"/>
            <a:chExt cx="2518142" cy="1854982"/>
          </a:xfrm>
        </p:grpSpPr>
        <p:pic>
          <p:nvPicPr>
            <p:cNvPr id="25609" name="Picture 25608">
              <a:extLst>
                <a:ext uri="{FF2B5EF4-FFF2-40B4-BE49-F238E27FC236}">
                  <a16:creationId xmlns:a16="http://schemas.microsoft.com/office/drawing/2014/main" id="{B3F2C88B-7933-42D7-868A-609B51B13A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4657"/>
            <a:stretch/>
          </p:blipFill>
          <p:spPr>
            <a:xfrm>
              <a:off x="9227014" y="3413766"/>
              <a:ext cx="2518142" cy="1323439"/>
            </a:xfrm>
            <a:prstGeom prst="rect">
              <a:avLst/>
            </a:prstGeom>
          </p:spPr>
        </p:pic>
        <p:pic>
          <p:nvPicPr>
            <p:cNvPr id="25611" name="Picture 25610">
              <a:extLst>
                <a:ext uri="{FF2B5EF4-FFF2-40B4-BE49-F238E27FC236}">
                  <a16:creationId xmlns:a16="http://schemas.microsoft.com/office/drawing/2014/main" id="{12CCC12F-7E8F-4AD8-8A3B-63F54960B70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99150" y="4872164"/>
              <a:ext cx="899238" cy="396274"/>
            </a:xfrm>
            <a:prstGeom prst="rect">
              <a:avLst/>
            </a:prstGeom>
          </p:spPr>
        </p:pic>
        <p:pic>
          <p:nvPicPr>
            <p:cNvPr id="25613" name="Picture 25612">
              <a:extLst>
                <a:ext uri="{FF2B5EF4-FFF2-40B4-BE49-F238E27FC236}">
                  <a16:creationId xmlns:a16="http://schemas.microsoft.com/office/drawing/2014/main" id="{B9E25A88-8C90-4322-8F5A-6AE4C969C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13980" y="4900604"/>
              <a:ext cx="853514" cy="342930"/>
            </a:xfrm>
            <a:prstGeom prst="rect">
              <a:avLst/>
            </a:prstGeom>
          </p:spPr>
        </p:pic>
        <p:sp>
          <p:nvSpPr>
            <p:cNvPr id="4" name="Free-form: Shape 3">
              <a:extLst>
                <a:ext uri="{FF2B5EF4-FFF2-40B4-BE49-F238E27FC236}">
                  <a16:creationId xmlns:a16="http://schemas.microsoft.com/office/drawing/2014/main" id="{7A11A8BB-1C32-43B6-A481-C55BC0292154}"/>
                </a:ext>
              </a:extLst>
            </p:cNvPr>
            <p:cNvSpPr/>
            <p:nvPr/>
          </p:nvSpPr>
          <p:spPr>
            <a:xfrm>
              <a:off x="9860280" y="3413456"/>
              <a:ext cx="889033" cy="434644"/>
            </a:xfrm>
            <a:custGeom>
              <a:avLst/>
              <a:gdLst>
                <a:gd name="connsiteX0" fmla="*/ 175260 w 889033"/>
                <a:gd name="connsiteY0" fmla="*/ 373684 h 434644"/>
                <a:gd name="connsiteX1" fmla="*/ 167640 w 889033"/>
                <a:gd name="connsiteY1" fmla="*/ 360984 h 434644"/>
                <a:gd name="connsiteX2" fmla="*/ 170180 w 889033"/>
                <a:gd name="connsiteY2" fmla="*/ 353364 h 434644"/>
                <a:gd name="connsiteX3" fmla="*/ 167640 w 889033"/>
                <a:gd name="connsiteY3" fmla="*/ 325424 h 434644"/>
                <a:gd name="connsiteX4" fmla="*/ 154940 w 889033"/>
                <a:gd name="connsiteY4" fmla="*/ 322884 h 434644"/>
                <a:gd name="connsiteX5" fmla="*/ 139700 w 889033"/>
                <a:gd name="connsiteY5" fmla="*/ 317804 h 434644"/>
                <a:gd name="connsiteX6" fmla="*/ 116840 w 889033"/>
                <a:gd name="connsiteY6" fmla="*/ 300024 h 434644"/>
                <a:gd name="connsiteX7" fmla="*/ 106680 w 889033"/>
                <a:gd name="connsiteY7" fmla="*/ 297484 h 434644"/>
                <a:gd name="connsiteX8" fmla="*/ 99060 w 889033"/>
                <a:gd name="connsiteY8" fmla="*/ 294944 h 434644"/>
                <a:gd name="connsiteX9" fmla="*/ 88900 w 889033"/>
                <a:gd name="connsiteY9" fmla="*/ 300024 h 434644"/>
                <a:gd name="connsiteX10" fmla="*/ 81280 w 889033"/>
                <a:gd name="connsiteY10" fmla="*/ 305104 h 434644"/>
                <a:gd name="connsiteX11" fmla="*/ 73660 w 889033"/>
                <a:gd name="connsiteY11" fmla="*/ 307644 h 434644"/>
                <a:gd name="connsiteX12" fmla="*/ 53340 w 889033"/>
                <a:gd name="connsiteY12" fmla="*/ 322884 h 434644"/>
                <a:gd name="connsiteX13" fmla="*/ 43180 w 889033"/>
                <a:gd name="connsiteY13" fmla="*/ 327964 h 434644"/>
                <a:gd name="connsiteX14" fmla="*/ 25400 w 889033"/>
                <a:gd name="connsiteY14" fmla="*/ 317804 h 434644"/>
                <a:gd name="connsiteX15" fmla="*/ 5080 w 889033"/>
                <a:gd name="connsiteY15" fmla="*/ 292404 h 434644"/>
                <a:gd name="connsiteX16" fmla="*/ 2540 w 889033"/>
                <a:gd name="connsiteY16" fmla="*/ 284784 h 434644"/>
                <a:gd name="connsiteX17" fmla="*/ 0 w 889033"/>
                <a:gd name="connsiteY17" fmla="*/ 269544 h 434644"/>
                <a:gd name="connsiteX18" fmla="*/ 2540 w 889033"/>
                <a:gd name="connsiteY18" fmla="*/ 228904 h 434644"/>
                <a:gd name="connsiteX19" fmla="*/ 12700 w 889033"/>
                <a:gd name="connsiteY19" fmla="*/ 218744 h 434644"/>
                <a:gd name="connsiteX20" fmla="*/ 20320 w 889033"/>
                <a:gd name="connsiteY20" fmla="*/ 206044 h 434644"/>
                <a:gd name="connsiteX21" fmla="*/ 33020 w 889033"/>
                <a:gd name="connsiteY21" fmla="*/ 195884 h 434644"/>
                <a:gd name="connsiteX22" fmla="*/ 45720 w 889033"/>
                <a:gd name="connsiteY22" fmla="*/ 180644 h 434644"/>
                <a:gd name="connsiteX23" fmla="*/ 66040 w 889033"/>
                <a:gd name="connsiteY23" fmla="*/ 173024 h 434644"/>
                <a:gd name="connsiteX24" fmla="*/ 58420 w 889033"/>
                <a:gd name="connsiteY24" fmla="*/ 142544 h 434644"/>
                <a:gd name="connsiteX25" fmla="*/ 55880 w 889033"/>
                <a:gd name="connsiteY25" fmla="*/ 132384 h 434644"/>
                <a:gd name="connsiteX26" fmla="*/ 60960 w 889033"/>
                <a:gd name="connsiteY26" fmla="*/ 73964 h 434644"/>
                <a:gd name="connsiteX27" fmla="*/ 76200 w 889033"/>
                <a:gd name="connsiteY27" fmla="*/ 53644 h 434644"/>
                <a:gd name="connsiteX28" fmla="*/ 116840 w 889033"/>
                <a:gd name="connsiteY28" fmla="*/ 23164 h 434644"/>
                <a:gd name="connsiteX29" fmla="*/ 139700 w 889033"/>
                <a:gd name="connsiteY29" fmla="*/ 18084 h 434644"/>
                <a:gd name="connsiteX30" fmla="*/ 175260 w 889033"/>
                <a:gd name="connsiteY30" fmla="*/ 7924 h 434644"/>
                <a:gd name="connsiteX31" fmla="*/ 231140 w 889033"/>
                <a:gd name="connsiteY31" fmla="*/ 5384 h 434644"/>
                <a:gd name="connsiteX32" fmla="*/ 358140 w 889033"/>
                <a:gd name="connsiteY32" fmla="*/ 304 h 434644"/>
                <a:gd name="connsiteX33" fmla="*/ 538480 w 889033"/>
                <a:gd name="connsiteY33" fmla="*/ 2844 h 434644"/>
                <a:gd name="connsiteX34" fmla="*/ 579120 w 889033"/>
                <a:gd name="connsiteY34" fmla="*/ 7924 h 434644"/>
                <a:gd name="connsiteX35" fmla="*/ 614680 w 889033"/>
                <a:gd name="connsiteY35" fmla="*/ 18084 h 434644"/>
                <a:gd name="connsiteX36" fmla="*/ 629920 w 889033"/>
                <a:gd name="connsiteY36" fmla="*/ 20624 h 434644"/>
                <a:gd name="connsiteX37" fmla="*/ 640080 w 889033"/>
                <a:gd name="connsiteY37" fmla="*/ 23164 h 434644"/>
                <a:gd name="connsiteX38" fmla="*/ 652780 w 889033"/>
                <a:gd name="connsiteY38" fmla="*/ 25704 h 434644"/>
                <a:gd name="connsiteX39" fmla="*/ 660400 w 889033"/>
                <a:gd name="connsiteY39" fmla="*/ 33324 h 434644"/>
                <a:gd name="connsiteX40" fmla="*/ 670560 w 889033"/>
                <a:gd name="connsiteY40" fmla="*/ 35864 h 434644"/>
                <a:gd name="connsiteX41" fmla="*/ 708660 w 889033"/>
                <a:gd name="connsiteY41" fmla="*/ 53644 h 434644"/>
                <a:gd name="connsiteX42" fmla="*/ 728980 w 889033"/>
                <a:gd name="connsiteY42" fmla="*/ 71424 h 434644"/>
                <a:gd name="connsiteX43" fmla="*/ 739140 w 889033"/>
                <a:gd name="connsiteY43" fmla="*/ 79044 h 434644"/>
                <a:gd name="connsiteX44" fmla="*/ 764540 w 889033"/>
                <a:gd name="connsiteY44" fmla="*/ 109524 h 434644"/>
                <a:gd name="connsiteX45" fmla="*/ 769620 w 889033"/>
                <a:gd name="connsiteY45" fmla="*/ 124764 h 434644"/>
                <a:gd name="connsiteX46" fmla="*/ 767080 w 889033"/>
                <a:gd name="connsiteY46" fmla="*/ 165404 h 434644"/>
                <a:gd name="connsiteX47" fmla="*/ 746760 w 889033"/>
                <a:gd name="connsiteY47" fmla="*/ 190804 h 434644"/>
                <a:gd name="connsiteX48" fmla="*/ 739140 w 889033"/>
                <a:gd name="connsiteY48" fmla="*/ 198424 h 434644"/>
                <a:gd name="connsiteX49" fmla="*/ 718820 w 889033"/>
                <a:gd name="connsiteY49" fmla="*/ 213664 h 434644"/>
                <a:gd name="connsiteX50" fmla="*/ 711200 w 889033"/>
                <a:gd name="connsiteY50" fmla="*/ 216204 h 434644"/>
                <a:gd name="connsiteX51" fmla="*/ 734060 w 889033"/>
                <a:gd name="connsiteY51" fmla="*/ 226364 h 434644"/>
                <a:gd name="connsiteX52" fmla="*/ 741680 w 889033"/>
                <a:gd name="connsiteY52" fmla="*/ 233984 h 434644"/>
                <a:gd name="connsiteX53" fmla="*/ 762000 w 889033"/>
                <a:gd name="connsiteY53" fmla="*/ 249224 h 434644"/>
                <a:gd name="connsiteX54" fmla="*/ 792480 w 889033"/>
                <a:gd name="connsiteY54" fmla="*/ 269544 h 434644"/>
                <a:gd name="connsiteX55" fmla="*/ 800100 w 889033"/>
                <a:gd name="connsiteY55" fmla="*/ 274624 h 434644"/>
                <a:gd name="connsiteX56" fmla="*/ 812800 w 889033"/>
                <a:gd name="connsiteY56" fmla="*/ 279704 h 434644"/>
                <a:gd name="connsiteX57" fmla="*/ 833120 w 889033"/>
                <a:gd name="connsiteY57" fmla="*/ 292404 h 434644"/>
                <a:gd name="connsiteX58" fmla="*/ 840740 w 889033"/>
                <a:gd name="connsiteY58" fmla="*/ 300024 h 434644"/>
                <a:gd name="connsiteX59" fmla="*/ 853440 w 889033"/>
                <a:gd name="connsiteY59" fmla="*/ 310184 h 434644"/>
                <a:gd name="connsiteX60" fmla="*/ 871220 w 889033"/>
                <a:gd name="connsiteY60" fmla="*/ 330504 h 434644"/>
                <a:gd name="connsiteX61" fmla="*/ 878840 w 889033"/>
                <a:gd name="connsiteY61" fmla="*/ 353364 h 434644"/>
                <a:gd name="connsiteX62" fmla="*/ 881380 w 889033"/>
                <a:gd name="connsiteY62" fmla="*/ 360984 h 434644"/>
                <a:gd name="connsiteX63" fmla="*/ 886460 w 889033"/>
                <a:gd name="connsiteY63" fmla="*/ 368604 h 434644"/>
                <a:gd name="connsiteX64" fmla="*/ 889000 w 889033"/>
                <a:gd name="connsiteY64" fmla="*/ 378764 h 434644"/>
                <a:gd name="connsiteX65" fmla="*/ 873760 w 889033"/>
                <a:gd name="connsiteY65" fmla="*/ 411784 h 434644"/>
                <a:gd name="connsiteX66" fmla="*/ 868680 w 889033"/>
                <a:gd name="connsiteY66" fmla="*/ 419404 h 434644"/>
                <a:gd name="connsiteX67" fmla="*/ 855980 w 889033"/>
                <a:gd name="connsiteY67" fmla="*/ 427024 h 434644"/>
                <a:gd name="connsiteX68" fmla="*/ 833120 w 889033"/>
                <a:gd name="connsiteY68" fmla="*/ 434644 h 434644"/>
                <a:gd name="connsiteX69" fmla="*/ 797560 w 889033"/>
                <a:gd name="connsiteY69" fmla="*/ 432104 h 434644"/>
                <a:gd name="connsiteX70" fmla="*/ 789940 w 889033"/>
                <a:gd name="connsiteY70" fmla="*/ 427024 h 434644"/>
                <a:gd name="connsiteX71" fmla="*/ 772160 w 889033"/>
                <a:gd name="connsiteY71" fmla="*/ 409244 h 434644"/>
                <a:gd name="connsiteX72" fmla="*/ 764540 w 889033"/>
                <a:gd name="connsiteY72" fmla="*/ 401624 h 434644"/>
                <a:gd name="connsiteX73" fmla="*/ 756920 w 889033"/>
                <a:gd name="connsiteY73" fmla="*/ 386384 h 434644"/>
                <a:gd name="connsiteX74" fmla="*/ 739140 w 889033"/>
                <a:gd name="connsiteY74" fmla="*/ 366064 h 434644"/>
                <a:gd name="connsiteX75" fmla="*/ 731520 w 889033"/>
                <a:gd name="connsiteY75" fmla="*/ 348284 h 434644"/>
                <a:gd name="connsiteX76" fmla="*/ 723900 w 889033"/>
                <a:gd name="connsiteY76" fmla="*/ 335584 h 434644"/>
                <a:gd name="connsiteX77" fmla="*/ 703580 w 889033"/>
                <a:gd name="connsiteY77" fmla="*/ 315264 h 434644"/>
                <a:gd name="connsiteX78" fmla="*/ 695960 w 889033"/>
                <a:gd name="connsiteY78" fmla="*/ 307644 h 434644"/>
                <a:gd name="connsiteX79" fmla="*/ 675640 w 889033"/>
                <a:gd name="connsiteY79" fmla="*/ 294944 h 434644"/>
                <a:gd name="connsiteX80" fmla="*/ 657860 w 889033"/>
                <a:gd name="connsiteY80" fmla="*/ 284784 h 434644"/>
                <a:gd name="connsiteX81" fmla="*/ 650240 w 889033"/>
                <a:gd name="connsiteY81" fmla="*/ 277164 h 434644"/>
                <a:gd name="connsiteX82" fmla="*/ 640080 w 889033"/>
                <a:gd name="connsiteY82" fmla="*/ 274624 h 434644"/>
                <a:gd name="connsiteX83" fmla="*/ 622300 w 889033"/>
                <a:gd name="connsiteY83" fmla="*/ 272084 h 434644"/>
                <a:gd name="connsiteX84" fmla="*/ 581660 w 889033"/>
                <a:gd name="connsiteY84" fmla="*/ 267004 h 434644"/>
                <a:gd name="connsiteX85" fmla="*/ 518160 w 889033"/>
                <a:gd name="connsiteY85" fmla="*/ 269544 h 434644"/>
                <a:gd name="connsiteX86" fmla="*/ 480060 w 889033"/>
                <a:gd name="connsiteY86" fmla="*/ 277164 h 434644"/>
                <a:gd name="connsiteX87" fmla="*/ 464820 w 889033"/>
                <a:gd name="connsiteY87" fmla="*/ 282244 h 434644"/>
                <a:gd name="connsiteX88" fmla="*/ 421640 w 889033"/>
                <a:gd name="connsiteY88" fmla="*/ 279704 h 434644"/>
                <a:gd name="connsiteX89" fmla="*/ 386080 w 889033"/>
                <a:gd name="connsiteY89" fmla="*/ 269544 h 434644"/>
                <a:gd name="connsiteX90" fmla="*/ 353060 w 889033"/>
                <a:gd name="connsiteY90" fmla="*/ 272084 h 434644"/>
                <a:gd name="connsiteX91" fmla="*/ 340360 w 889033"/>
                <a:gd name="connsiteY91" fmla="*/ 302564 h 434644"/>
                <a:gd name="connsiteX92" fmla="*/ 330200 w 889033"/>
                <a:gd name="connsiteY92" fmla="*/ 330504 h 434644"/>
                <a:gd name="connsiteX93" fmla="*/ 320040 w 889033"/>
                <a:gd name="connsiteY93" fmla="*/ 348284 h 434644"/>
                <a:gd name="connsiteX94" fmla="*/ 309880 w 889033"/>
                <a:gd name="connsiteY94" fmla="*/ 358444 h 434644"/>
                <a:gd name="connsiteX95" fmla="*/ 279400 w 889033"/>
                <a:gd name="connsiteY95" fmla="*/ 368604 h 434644"/>
                <a:gd name="connsiteX96" fmla="*/ 266700 w 889033"/>
                <a:gd name="connsiteY96" fmla="*/ 373684 h 434644"/>
                <a:gd name="connsiteX97" fmla="*/ 182880 w 889033"/>
                <a:gd name="connsiteY97" fmla="*/ 371144 h 434644"/>
                <a:gd name="connsiteX98" fmla="*/ 175260 w 889033"/>
                <a:gd name="connsiteY98" fmla="*/ 373684 h 434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889033" h="434644">
                  <a:moveTo>
                    <a:pt x="175260" y="373684"/>
                  </a:moveTo>
                  <a:cubicBezTo>
                    <a:pt x="172720" y="371991"/>
                    <a:pt x="168837" y="365773"/>
                    <a:pt x="167640" y="360984"/>
                  </a:cubicBezTo>
                  <a:cubicBezTo>
                    <a:pt x="166991" y="358387"/>
                    <a:pt x="170180" y="356041"/>
                    <a:pt x="170180" y="353364"/>
                  </a:cubicBezTo>
                  <a:cubicBezTo>
                    <a:pt x="170180" y="344012"/>
                    <a:pt x="171822" y="333788"/>
                    <a:pt x="167640" y="325424"/>
                  </a:cubicBezTo>
                  <a:cubicBezTo>
                    <a:pt x="165709" y="321563"/>
                    <a:pt x="159105" y="324020"/>
                    <a:pt x="154940" y="322884"/>
                  </a:cubicBezTo>
                  <a:cubicBezTo>
                    <a:pt x="149774" y="321475"/>
                    <a:pt x="139700" y="317804"/>
                    <a:pt x="139700" y="317804"/>
                  </a:cubicBezTo>
                  <a:cubicBezTo>
                    <a:pt x="130615" y="308719"/>
                    <a:pt x="128941" y="305402"/>
                    <a:pt x="116840" y="300024"/>
                  </a:cubicBezTo>
                  <a:cubicBezTo>
                    <a:pt x="113650" y="298606"/>
                    <a:pt x="110037" y="298443"/>
                    <a:pt x="106680" y="297484"/>
                  </a:cubicBezTo>
                  <a:cubicBezTo>
                    <a:pt x="104106" y="296748"/>
                    <a:pt x="101600" y="295791"/>
                    <a:pt x="99060" y="294944"/>
                  </a:cubicBezTo>
                  <a:cubicBezTo>
                    <a:pt x="95673" y="296637"/>
                    <a:pt x="92188" y="298145"/>
                    <a:pt x="88900" y="300024"/>
                  </a:cubicBezTo>
                  <a:cubicBezTo>
                    <a:pt x="86250" y="301539"/>
                    <a:pt x="84010" y="303739"/>
                    <a:pt x="81280" y="305104"/>
                  </a:cubicBezTo>
                  <a:cubicBezTo>
                    <a:pt x="78885" y="306301"/>
                    <a:pt x="76200" y="306797"/>
                    <a:pt x="73660" y="307644"/>
                  </a:cubicBezTo>
                  <a:cubicBezTo>
                    <a:pt x="67553" y="312530"/>
                    <a:pt x="60416" y="318840"/>
                    <a:pt x="53340" y="322884"/>
                  </a:cubicBezTo>
                  <a:cubicBezTo>
                    <a:pt x="50052" y="324763"/>
                    <a:pt x="46567" y="326271"/>
                    <a:pt x="43180" y="327964"/>
                  </a:cubicBezTo>
                  <a:cubicBezTo>
                    <a:pt x="37253" y="324577"/>
                    <a:pt x="30810" y="321966"/>
                    <a:pt x="25400" y="317804"/>
                  </a:cubicBezTo>
                  <a:cubicBezTo>
                    <a:pt x="13479" y="308634"/>
                    <a:pt x="10212" y="304379"/>
                    <a:pt x="5080" y="292404"/>
                  </a:cubicBezTo>
                  <a:cubicBezTo>
                    <a:pt x="4025" y="289943"/>
                    <a:pt x="3121" y="287398"/>
                    <a:pt x="2540" y="284784"/>
                  </a:cubicBezTo>
                  <a:cubicBezTo>
                    <a:pt x="1423" y="279757"/>
                    <a:pt x="847" y="274624"/>
                    <a:pt x="0" y="269544"/>
                  </a:cubicBezTo>
                  <a:cubicBezTo>
                    <a:pt x="847" y="255997"/>
                    <a:pt x="-752" y="242072"/>
                    <a:pt x="2540" y="228904"/>
                  </a:cubicBezTo>
                  <a:cubicBezTo>
                    <a:pt x="3702" y="224258"/>
                    <a:pt x="9760" y="222525"/>
                    <a:pt x="12700" y="218744"/>
                  </a:cubicBezTo>
                  <a:cubicBezTo>
                    <a:pt x="15731" y="214847"/>
                    <a:pt x="17040" y="209734"/>
                    <a:pt x="20320" y="206044"/>
                  </a:cubicBezTo>
                  <a:cubicBezTo>
                    <a:pt x="23922" y="201992"/>
                    <a:pt x="29187" y="199717"/>
                    <a:pt x="33020" y="195884"/>
                  </a:cubicBezTo>
                  <a:cubicBezTo>
                    <a:pt x="44159" y="184745"/>
                    <a:pt x="31156" y="191047"/>
                    <a:pt x="45720" y="180644"/>
                  </a:cubicBezTo>
                  <a:cubicBezTo>
                    <a:pt x="52872" y="175535"/>
                    <a:pt x="57859" y="175069"/>
                    <a:pt x="66040" y="173024"/>
                  </a:cubicBezTo>
                  <a:lnTo>
                    <a:pt x="58420" y="142544"/>
                  </a:lnTo>
                  <a:lnTo>
                    <a:pt x="55880" y="132384"/>
                  </a:lnTo>
                  <a:cubicBezTo>
                    <a:pt x="56666" y="116673"/>
                    <a:pt x="53357" y="91705"/>
                    <a:pt x="60960" y="73964"/>
                  </a:cubicBezTo>
                  <a:cubicBezTo>
                    <a:pt x="65618" y="63095"/>
                    <a:pt x="66606" y="61959"/>
                    <a:pt x="76200" y="53644"/>
                  </a:cubicBezTo>
                  <a:cubicBezTo>
                    <a:pt x="88459" y="43019"/>
                    <a:pt x="101822" y="30673"/>
                    <a:pt x="116840" y="23164"/>
                  </a:cubicBezTo>
                  <a:cubicBezTo>
                    <a:pt x="124107" y="19530"/>
                    <a:pt x="131896" y="20035"/>
                    <a:pt x="139700" y="18084"/>
                  </a:cubicBezTo>
                  <a:cubicBezTo>
                    <a:pt x="154141" y="14474"/>
                    <a:pt x="159423" y="9508"/>
                    <a:pt x="175260" y="7924"/>
                  </a:cubicBezTo>
                  <a:cubicBezTo>
                    <a:pt x="193813" y="6069"/>
                    <a:pt x="212513" y="6231"/>
                    <a:pt x="231140" y="5384"/>
                  </a:cubicBezTo>
                  <a:cubicBezTo>
                    <a:pt x="281887" y="-1866"/>
                    <a:pt x="261689" y="304"/>
                    <a:pt x="358140" y="304"/>
                  </a:cubicBezTo>
                  <a:cubicBezTo>
                    <a:pt x="418259" y="304"/>
                    <a:pt x="478367" y="1997"/>
                    <a:pt x="538480" y="2844"/>
                  </a:cubicBezTo>
                  <a:cubicBezTo>
                    <a:pt x="549388" y="4056"/>
                    <a:pt x="567729" y="5853"/>
                    <a:pt x="579120" y="7924"/>
                  </a:cubicBezTo>
                  <a:cubicBezTo>
                    <a:pt x="587444" y="9438"/>
                    <a:pt x="612299" y="17489"/>
                    <a:pt x="614680" y="18084"/>
                  </a:cubicBezTo>
                  <a:cubicBezTo>
                    <a:pt x="619676" y="19333"/>
                    <a:pt x="624870" y="19614"/>
                    <a:pt x="629920" y="20624"/>
                  </a:cubicBezTo>
                  <a:cubicBezTo>
                    <a:pt x="633343" y="21309"/>
                    <a:pt x="636672" y="22407"/>
                    <a:pt x="640080" y="23164"/>
                  </a:cubicBezTo>
                  <a:cubicBezTo>
                    <a:pt x="644294" y="24101"/>
                    <a:pt x="648547" y="24857"/>
                    <a:pt x="652780" y="25704"/>
                  </a:cubicBezTo>
                  <a:cubicBezTo>
                    <a:pt x="655320" y="28244"/>
                    <a:pt x="657281" y="31542"/>
                    <a:pt x="660400" y="33324"/>
                  </a:cubicBezTo>
                  <a:cubicBezTo>
                    <a:pt x="663431" y="35056"/>
                    <a:pt x="667248" y="34760"/>
                    <a:pt x="670560" y="35864"/>
                  </a:cubicBezTo>
                  <a:cubicBezTo>
                    <a:pt x="680652" y="39228"/>
                    <a:pt x="702844" y="49767"/>
                    <a:pt x="708660" y="53644"/>
                  </a:cubicBezTo>
                  <a:cubicBezTo>
                    <a:pt x="725050" y="64570"/>
                    <a:pt x="706692" y="51613"/>
                    <a:pt x="728980" y="71424"/>
                  </a:cubicBezTo>
                  <a:cubicBezTo>
                    <a:pt x="732144" y="74236"/>
                    <a:pt x="735993" y="76212"/>
                    <a:pt x="739140" y="79044"/>
                  </a:cubicBezTo>
                  <a:cubicBezTo>
                    <a:pt x="749354" y="88236"/>
                    <a:pt x="758335" y="97115"/>
                    <a:pt x="764540" y="109524"/>
                  </a:cubicBezTo>
                  <a:cubicBezTo>
                    <a:pt x="766935" y="114313"/>
                    <a:pt x="767927" y="119684"/>
                    <a:pt x="769620" y="124764"/>
                  </a:cubicBezTo>
                  <a:cubicBezTo>
                    <a:pt x="768773" y="138311"/>
                    <a:pt x="769000" y="151967"/>
                    <a:pt x="767080" y="165404"/>
                  </a:cubicBezTo>
                  <a:cubicBezTo>
                    <a:pt x="764976" y="180134"/>
                    <a:pt x="757625" y="181146"/>
                    <a:pt x="746760" y="190804"/>
                  </a:cubicBezTo>
                  <a:cubicBezTo>
                    <a:pt x="744075" y="193190"/>
                    <a:pt x="741843" y="196059"/>
                    <a:pt x="739140" y="198424"/>
                  </a:cubicBezTo>
                  <a:cubicBezTo>
                    <a:pt x="736648" y="200605"/>
                    <a:pt x="723861" y="211144"/>
                    <a:pt x="718820" y="213664"/>
                  </a:cubicBezTo>
                  <a:cubicBezTo>
                    <a:pt x="716425" y="214861"/>
                    <a:pt x="713740" y="215357"/>
                    <a:pt x="711200" y="216204"/>
                  </a:cubicBezTo>
                  <a:cubicBezTo>
                    <a:pt x="720052" y="219155"/>
                    <a:pt x="725243" y="220486"/>
                    <a:pt x="734060" y="226364"/>
                  </a:cubicBezTo>
                  <a:cubicBezTo>
                    <a:pt x="737049" y="228357"/>
                    <a:pt x="738900" y="231709"/>
                    <a:pt x="741680" y="233984"/>
                  </a:cubicBezTo>
                  <a:cubicBezTo>
                    <a:pt x="748233" y="239345"/>
                    <a:pt x="754955" y="244528"/>
                    <a:pt x="762000" y="249224"/>
                  </a:cubicBezTo>
                  <a:lnTo>
                    <a:pt x="792480" y="269544"/>
                  </a:lnTo>
                  <a:cubicBezTo>
                    <a:pt x="795020" y="271237"/>
                    <a:pt x="797266" y="273490"/>
                    <a:pt x="800100" y="274624"/>
                  </a:cubicBezTo>
                  <a:lnTo>
                    <a:pt x="812800" y="279704"/>
                  </a:lnTo>
                  <a:cubicBezTo>
                    <a:pt x="831224" y="298128"/>
                    <a:pt x="807464" y="276369"/>
                    <a:pt x="833120" y="292404"/>
                  </a:cubicBezTo>
                  <a:cubicBezTo>
                    <a:pt x="836166" y="294308"/>
                    <a:pt x="838037" y="297659"/>
                    <a:pt x="840740" y="300024"/>
                  </a:cubicBezTo>
                  <a:cubicBezTo>
                    <a:pt x="844820" y="303594"/>
                    <a:pt x="849813" y="306154"/>
                    <a:pt x="853440" y="310184"/>
                  </a:cubicBezTo>
                  <a:cubicBezTo>
                    <a:pt x="875665" y="334878"/>
                    <a:pt x="853334" y="318580"/>
                    <a:pt x="871220" y="330504"/>
                  </a:cubicBezTo>
                  <a:lnTo>
                    <a:pt x="878840" y="353364"/>
                  </a:lnTo>
                  <a:cubicBezTo>
                    <a:pt x="879687" y="355904"/>
                    <a:pt x="879895" y="358756"/>
                    <a:pt x="881380" y="360984"/>
                  </a:cubicBezTo>
                  <a:lnTo>
                    <a:pt x="886460" y="368604"/>
                  </a:lnTo>
                  <a:cubicBezTo>
                    <a:pt x="887307" y="371991"/>
                    <a:pt x="889316" y="375287"/>
                    <a:pt x="889000" y="378764"/>
                  </a:cubicBezTo>
                  <a:cubicBezTo>
                    <a:pt x="887577" y="394412"/>
                    <a:pt x="882055" y="399342"/>
                    <a:pt x="873760" y="411784"/>
                  </a:cubicBezTo>
                  <a:cubicBezTo>
                    <a:pt x="872067" y="414324"/>
                    <a:pt x="871298" y="417833"/>
                    <a:pt x="868680" y="419404"/>
                  </a:cubicBezTo>
                  <a:cubicBezTo>
                    <a:pt x="864447" y="421944"/>
                    <a:pt x="860518" y="425079"/>
                    <a:pt x="855980" y="427024"/>
                  </a:cubicBezTo>
                  <a:cubicBezTo>
                    <a:pt x="848597" y="430188"/>
                    <a:pt x="833120" y="434644"/>
                    <a:pt x="833120" y="434644"/>
                  </a:cubicBezTo>
                  <a:cubicBezTo>
                    <a:pt x="821267" y="433797"/>
                    <a:pt x="809263" y="434169"/>
                    <a:pt x="797560" y="432104"/>
                  </a:cubicBezTo>
                  <a:cubicBezTo>
                    <a:pt x="794554" y="431573"/>
                    <a:pt x="792424" y="428798"/>
                    <a:pt x="789940" y="427024"/>
                  </a:cubicBezTo>
                  <a:cubicBezTo>
                    <a:pt x="773720" y="415438"/>
                    <a:pt x="784994" y="424217"/>
                    <a:pt x="772160" y="409244"/>
                  </a:cubicBezTo>
                  <a:cubicBezTo>
                    <a:pt x="769822" y="406517"/>
                    <a:pt x="766533" y="404613"/>
                    <a:pt x="764540" y="401624"/>
                  </a:cubicBezTo>
                  <a:cubicBezTo>
                    <a:pt x="761390" y="396898"/>
                    <a:pt x="759969" y="391176"/>
                    <a:pt x="756920" y="386384"/>
                  </a:cubicBezTo>
                  <a:cubicBezTo>
                    <a:pt x="751493" y="377856"/>
                    <a:pt x="745970" y="372894"/>
                    <a:pt x="739140" y="366064"/>
                  </a:cubicBezTo>
                  <a:cubicBezTo>
                    <a:pt x="736142" y="357071"/>
                    <a:pt x="736751" y="357700"/>
                    <a:pt x="731520" y="348284"/>
                  </a:cubicBezTo>
                  <a:cubicBezTo>
                    <a:pt x="729122" y="343968"/>
                    <a:pt x="727089" y="339353"/>
                    <a:pt x="723900" y="335584"/>
                  </a:cubicBezTo>
                  <a:cubicBezTo>
                    <a:pt x="717713" y="328272"/>
                    <a:pt x="710353" y="322037"/>
                    <a:pt x="703580" y="315264"/>
                  </a:cubicBezTo>
                  <a:cubicBezTo>
                    <a:pt x="701040" y="312724"/>
                    <a:pt x="699173" y="309250"/>
                    <a:pt x="695960" y="307644"/>
                  </a:cubicBezTo>
                  <a:cubicBezTo>
                    <a:pt x="672183" y="295755"/>
                    <a:pt x="699820" y="310331"/>
                    <a:pt x="675640" y="294944"/>
                  </a:cubicBezTo>
                  <a:cubicBezTo>
                    <a:pt x="669881" y="291279"/>
                    <a:pt x="663452" y="288698"/>
                    <a:pt x="657860" y="284784"/>
                  </a:cubicBezTo>
                  <a:cubicBezTo>
                    <a:pt x="654917" y="282724"/>
                    <a:pt x="653359" y="278946"/>
                    <a:pt x="650240" y="277164"/>
                  </a:cubicBezTo>
                  <a:cubicBezTo>
                    <a:pt x="647209" y="275432"/>
                    <a:pt x="643515" y="275248"/>
                    <a:pt x="640080" y="274624"/>
                  </a:cubicBezTo>
                  <a:cubicBezTo>
                    <a:pt x="634190" y="273553"/>
                    <a:pt x="628237" y="272858"/>
                    <a:pt x="622300" y="272084"/>
                  </a:cubicBezTo>
                  <a:lnTo>
                    <a:pt x="581660" y="267004"/>
                  </a:lnTo>
                  <a:cubicBezTo>
                    <a:pt x="560493" y="267851"/>
                    <a:pt x="539270" y="267785"/>
                    <a:pt x="518160" y="269544"/>
                  </a:cubicBezTo>
                  <a:cubicBezTo>
                    <a:pt x="513151" y="269961"/>
                    <a:pt x="489680" y="274278"/>
                    <a:pt x="480060" y="277164"/>
                  </a:cubicBezTo>
                  <a:cubicBezTo>
                    <a:pt x="474931" y="278703"/>
                    <a:pt x="469900" y="280551"/>
                    <a:pt x="464820" y="282244"/>
                  </a:cubicBezTo>
                  <a:cubicBezTo>
                    <a:pt x="450427" y="281397"/>
                    <a:pt x="435913" y="281743"/>
                    <a:pt x="421640" y="279704"/>
                  </a:cubicBezTo>
                  <a:cubicBezTo>
                    <a:pt x="411928" y="278317"/>
                    <a:pt x="397086" y="273213"/>
                    <a:pt x="386080" y="269544"/>
                  </a:cubicBezTo>
                  <a:cubicBezTo>
                    <a:pt x="375073" y="270391"/>
                    <a:pt x="362009" y="265621"/>
                    <a:pt x="353060" y="272084"/>
                  </a:cubicBezTo>
                  <a:cubicBezTo>
                    <a:pt x="344137" y="278528"/>
                    <a:pt x="343841" y="292122"/>
                    <a:pt x="340360" y="302564"/>
                  </a:cubicBezTo>
                  <a:cubicBezTo>
                    <a:pt x="336605" y="313828"/>
                    <a:pt x="334912" y="319901"/>
                    <a:pt x="330200" y="330504"/>
                  </a:cubicBezTo>
                  <a:cubicBezTo>
                    <a:pt x="327982" y="335493"/>
                    <a:pt x="323812" y="343884"/>
                    <a:pt x="320040" y="348284"/>
                  </a:cubicBezTo>
                  <a:cubicBezTo>
                    <a:pt x="316923" y="351920"/>
                    <a:pt x="313921" y="355873"/>
                    <a:pt x="309880" y="358444"/>
                  </a:cubicBezTo>
                  <a:cubicBezTo>
                    <a:pt x="293120" y="369109"/>
                    <a:pt x="295083" y="363899"/>
                    <a:pt x="279400" y="368604"/>
                  </a:cubicBezTo>
                  <a:cubicBezTo>
                    <a:pt x="275033" y="369914"/>
                    <a:pt x="270933" y="371991"/>
                    <a:pt x="266700" y="373684"/>
                  </a:cubicBezTo>
                  <a:cubicBezTo>
                    <a:pt x="238760" y="372837"/>
                    <a:pt x="210792" y="372653"/>
                    <a:pt x="182880" y="371144"/>
                  </a:cubicBezTo>
                  <a:cubicBezTo>
                    <a:pt x="128292" y="368193"/>
                    <a:pt x="177800" y="375377"/>
                    <a:pt x="175260" y="3736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2A9C2E6A-1BF8-4B40-AE97-9A4D5DCC8D97}"/>
              </a:ext>
            </a:extLst>
          </p:cNvPr>
          <p:cNvSpPr/>
          <p:nvPr/>
        </p:nvSpPr>
        <p:spPr>
          <a:xfrm>
            <a:off x="5167978" y="2998796"/>
            <a:ext cx="422241" cy="1951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50" b="1" dirty="0">
                <a:solidFill>
                  <a:schemeClr val="tx1"/>
                </a:solidFill>
              </a:rPr>
              <a:t>EZH2</a:t>
            </a:r>
            <a:endParaRPr lang="en-US" sz="750" b="1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95ECFE0-B3FF-42ED-8753-9AD3258DB482}"/>
              </a:ext>
            </a:extLst>
          </p:cNvPr>
          <p:cNvSpPr/>
          <p:nvPr/>
        </p:nvSpPr>
        <p:spPr>
          <a:xfrm>
            <a:off x="6586297" y="2815000"/>
            <a:ext cx="605043" cy="1951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50" b="1" dirty="0">
                <a:solidFill>
                  <a:schemeClr val="tx1"/>
                </a:solidFill>
              </a:rPr>
              <a:t>RING1B</a:t>
            </a:r>
            <a:endParaRPr lang="en-US" sz="750" b="1" dirty="0">
              <a:solidFill>
                <a:schemeClr val="tx1"/>
              </a:solidFill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F9207C5-70D6-D453-967F-272C96425F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682" y="2666245"/>
            <a:ext cx="4006522" cy="1208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C5300DE-9563-93FC-785A-AC05F2097758}"/>
              </a:ext>
            </a:extLst>
          </p:cNvPr>
          <p:cNvSpPr txBox="1"/>
          <p:nvPr/>
        </p:nvSpPr>
        <p:spPr>
          <a:xfrm>
            <a:off x="311027" y="2250998"/>
            <a:ext cx="2002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accent6">
                    <a:lumMod val="75000"/>
                  </a:schemeClr>
                </a:solidFill>
              </a:rPr>
              <a:t>DNA methylation </a:t>
            </a:r>
            <a:endParaRPr lang="en-US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07A8D0-C41F-F359-40CE-BC30D955ABF5}"/>
              </a:ext>
            </a:extLst>
          </p:cNvPr>
          <p:cNvSpPr txBox="1"/>
          <p:nvPr/>
        </p:nvSpPr>
        <p:spPr>
          <a:xfrm>
            <a:off x="2496587" y="2250998"/>
            <a:ext cx="22024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DNA demethylation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0246DD-6C16-53A9-D6C2-E10B91D345A5}"/>
              </a:ext>
            </a:extLst>
          </p:cNvPr>
          <p:cNvSpPr/>
          <p:nvPr/>
        </p:nvSpPr>
        <p:spPr>
          <a:xfrm>
            <a:off x="8979389" y="592991"/>
            <a:ext cx="3212611" cy="4454870"/>
          </a:xfrm>
          <a:prstGeom prst="rect">
            <a:avLst/>
          </a:prstGeom>
          <a:solidFill>
            <a:srgbClr val="FFFFFF">
              <a:alpha val="7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6E502E-DBDA-99ED-1F60-3FEB415CDB2E}"/>
              </a:ext>
            </a:extLst>
          </p:cNvPr>
          <p:cNvSpPr txBox="1"/>
          <p:nvPr/>
        </p:nvSpPr>
        <p:spPr>
          <a:xfrm>
            <a:off x="2301820" y="4632362"/>
            <a:ext cx="75883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sz="1600" dirty="0"/>
              <a:t>Mutually exclusive at CGI promoters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sz="1600" dirty="0"/>
              <a:t>The lack of 5mC in </a:t>
            </a:r>
            <a:r>
              <a:rPr lang="en-GB" sz="1600" dirty="0" err="1"/>
              <a:t>mESCs</a:t>
            </a:r>
            <a:r>
              <a:rPr lang="en-GB" sz="1600" dirty="0"/>
              <a:t> leads to H3K27me3 spread from CGI to surrounding regions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sz="1600" dirty="0"/>
              <a:t>CGIs rich in PRC2 are more prone to acquire 5mC during differentiation and </a:t>
            </a:r>
            <a:r>
              <a:rPr lang="en-GB" sz="1600" dirty="0" err="1"/>
              <a:t>diease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129037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F71C24D-F48E-4AAB-9AEF-9CCF3B4FE627}"/>
              </a:ext>
            </a:extLst>
          </p:cNvPr>
          <p:cNvSpPr txBox="1">
            <a:spLocks/>
          </p:cNvSpPr>
          <p:nvPr/>
        </p:nvSpPr>
        <p:spPr>
          <a:xfrm>
            <a:off x="0" y="267462"/>
            <a:ext cx="11887200" cy="584775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400" dirty="0"/>
              <a:t>H3K9 methyltransferases contribute to the establishment and maintenance of DNA methylation</a:t>
            </a: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6E502E-DBDA-99ED-1F60-3FEB415CDB2E}"/>
              </a:ext>
            </a:extLst>
          </p:cNvPr>
          <p:cNvSpPr txBox="1"/>
          <p:nvPr/>
        </p:nvSpPr>
        <p:spPr>
          <a:xfrm>
            <a:off x="3434190" y="4901534"/>
            <a:ext cx="764921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sz="1600" dirty="0"/>
              <a:t>H3K9me2/3 may precede 5mC (Karimi, 2011)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sz="1600" dirty="0"/>
              <a:t>G9a binds DNMT1 during DNA replication (</a:t>
            </a:r>
            <a:r>
              <a:rPr lang="en-GB" sz="1600" dirty="0" err="1"/>
              <a:t>Esteve</a:t>
            </a:r>
            <a:r>
              <a:rPr lang="en-GB" sz="1600" dirty="0"/>
              <a:t>, 2006)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sz="1600" dirty="0"/>
              <a:t>H3K9me2/3 binds to UHRF1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sz="1600" dirty="0"/>
              <a:t>Lack of SETDB1 activity leads to loss of the novo 5mC at LTRs and telomeres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sz="1600" dirty="0"/>
              <a:t>In G9a KO mouse embryos, 5mC is not properly established at germline-specific genes </a:t>
            </a:r>
            <a:endParaRPr lang="en-US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88376E-FE37-7523-F28D-B4B1BEDD01E9}"/>
              </a:ext>
            </a:extLst>
          </p:cNvPr>
          <p:cNvSpPr txBox="1"/>
          <p:nvPr/>
        </p:nvSpPr>
        <p:spPr>
          <a:xfrm>
            <a:off x="4969331" y="852237"/>
            <a:ext cx="2572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 err="1"/>
              <a:t>Polycomb</a:t>
            </a:r>
            <a:r>
              <a:rPr lang="en-GB" b="1" dirty="0"/>
              <a:t> group Proteins</a:t>
            </a:r>
          </a:p>
          <a:p>
            <a:pPr algn="ctr"/>
            <a:r>
              <a:rPr lang="en-GB" b="1" dirty="0"/>
              <a:t>PRC1 &amp; PRC2 </a:t>
            </a:r>
            <a:endParaRPr lang="en-US" b="1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631C528-3AF2-0863-979C-E0BAA0566013}"/>
              </a:ext>
            </a:extLst>
          </p:cNvPr>
          <p:cNvGrpSpPr/>
          <p:nvPr/>
        </p:nvGrpSpPr>
        <p:grpSpPr>
          <a:xfrm>
            <a:off x="4658419" y="2060953"/>
            <a:ext cx="4055657" cy="2344543"/>
            <a:chOff x="6141567" y="922047"/>
            <a:chExt cx="3863357" cy="2233376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3C9CB57-7438-6610-56AC-EC59BDA6EE7B}"/>
                </a:ext>
              </a:extLst>
            </p:cNvPr>
            <p:cNvGrpSpPr/>
            <p:nvPr/>
          </p:nvGrpSpPr>
          <p:grpSpPr>
            <a:xfrm>
              <a:off x="6141567" y="922047"/>
              <a:ext cx="3730101" cy="2233376"/>
              <a:chOff x="6002867" y="723961"/>
              <a:chExt cx="3959981" cy="2371015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E9434C15-BE66-C56E-A0D0-E4798C73F15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635" r="11975" b="3296"/>
              <a:stretch/>
            </p:blipFill>
            <p:spPr>
              <a:xfrm>
                <a:off x="6002867" y="867267"/>
                <a:ext cx="3959981" cy="2104533"/>
              </a:xfrm>
              <a:prstGeom prst="rect">
                <a:avLst/>
              </a:prstGeom>
            </p:spPr>
          </p:pic>
          <p:sp>
            <p:nvSpPr>
              <p:cNvPr id="26" name="Free-form: Shape 25">
                <a:extLst>
                  <a:ext uri="{FF2B5EF4-FFF2-40B4-BE49-F238E27FC236}">
                    <a16:creationId xmlns:a16="http://schemas.microsoft.com/office/drawing/2014/main" id="{E12EE0E3-7075-01C7-5CE0-73C9893116C7}"/>
                  </a:ext>
                </a:extLst>
              </p:cNvPr>
              <p:cNvSpPr/>
              <p:nvPr/>
            </p:nvSpPr>
            <p:spPr>
              <a:xfrm>
                <a:off x="6035792" y="1151468"/>
                <a:ext cx="982133" cy="440266"/>
              </a:xfrm>
              <a:custGeom>
                <a:avLst/>
                <a:gdLst>
                  <a:gd name="connsiteX0" fmla="*/ 459081 w 970844"/>
                  <a:gd name="connsiteY0" fmla="*/ 60207 h 436503"/>
                  <a:gd name="connsiteX1" fmla="*/ 428977 w 970844"/>
                  <a:gd name="connsiteY1" fmla="*/ 41392 h 436503"/>
                  <a:gd name="connsiteX2" fmla="*/ 413926 w 970844"/>
                  <a:gd name="connsiteY2" fmla="*/ 33866 h 436503"/>
                  <a:gd name="connsiteX3" fmla="*/ 395111 w 970844"/>
                  <a:gd name="connsiteY3" fmla="*/ 22577 h 436503"/>
                  <a:gd name="connsiteX4" fmla="*/ 365007 w 970844"/>
                  <a:gd name="connsiteY4" fmla="*/ 11289 h 436503"/>
                  <a:gd name="connsiteX5" fmla="*/ 323614 w 970844"/>
                  <a:gd name="connsiteY5" fmla="*/ 0 h 436503"/>
                  <a:gd name="connsiteX6" fmla="*/ 210726 w 970844"/>
                  <a:gd name="connsiteY6" fmla="*/ 3763 h 436503"/>
                  <a:gd name="connsiteX7" fmla="*/ 195674 w 970844"/>
                  <a:gd name="connsiteY7" fmla="*/ 7526 h 436503"/>
                  <a:gd name="connsiteX8" fmla="*/ 90311 w 970844"/>
                  <a:gd name="connsiteY8" fmla="*/ 15051 h 436503"/>
                  <a:gd name="connsiteX9" fmla="*/ 52681 w 970844"/>
                  <a:gd name="connsiteY9" fmla="*/ 45155 h 436503"/>
                  <a:gd name="connsiteX10" fmla="*/ 45155 w 970844"/>
                  <a:gd name="connsiteY10" fmla="*/ 60207 h 436503"/>
                  <a:gd name="connsiteX11" fmla="*/ 33866 w 970844"/>
                  <a:gd name="connsiteY11" fmla="*/ 63970 h 436503"/>
                  <a:gd name="connsiteX12" fmla="*/ 22577 w 970844"/>
                  <a:gd name="connsiteY12" fmla="*/ 71496 h 436503"/>
                  <a:gd name="connsiteX13" fmla="*/ 7526 w 970844"/>
                  <a:gd name="connsiteY13" fmla="*/ 97837 h 436503"/>
                  <a:gd name="connsiteX14" fmla="*/ 0 w 970844"/>
                  <a:gd name="connsiteY14" fmla="*/ 135466 h 436503"/>
                  <a:gd name="connsiteX15" fmla="*/ 30103 w 970844"/>
                  <a:gd name="connsiteY15" fmla="*/ 184385 h 436503"/>
                  <a:gd name="connsiteX16" fmla="*/ 45155 w 970844"/>
                  <a:gd name="connsiteY16" fmla="*/ 191911 h 436503"/>
                  <a:gd name="connsiteX17" fmla="*/ 60207 w 970844"/>
                  <a:gd name="connsiteY17" fmla="*/ 203200 h 436503"/>
                  <a:gd name="connsiteX18" fmla="*/ 86548 w 970844"/>
                  <a:gd name="connsiteY18" fmla="*/ 210726 h 436503"/>
                  <a:gd name="connsiteX19" fmla="*/ 97837 w 970844"/>
                  <a:gd name="connsiteY19" fmla="*/ 218251 h 436503"/>
                  <a:gd name="connsiteX20" fmla="*/ 131703 w 970844"/>
                  <a:gd name="connsiteY20" fmla="*/ 225777 h 436503"/>
                  <a:gd name="connsiteX21" fmla="*/ 184385 w 970844"/>
                  <a:gd name="connsiteY21" fmla="*/ 237066 h 436503"/>
                  <a:gd name="connsiteX22" fmla="*/ 218251 w 970844"/>
                  <a:gd name="connsiteY22" fmla="*/ 240829 h 436503"/>
                  <a:gd name="connsiteX23" fmla="*/ 199437 w 970844"/>
                  <a:gd name="connsiteY23" fmla="*/ 248355 h 436503"/>
                  <a:gd name="connsiteX24" fmla="*/ 184385 w 970844"/>
                  <a:gd name="connsiteY24" fmla="*/ 270933 h 436503"/>
                  <a:gd name="connsiteX25" fmla="*/ 180622 w 970844"/>
                  <a:gd name="connsiteY25" fmla="*/ 289748 h 436503"/>
                  <a:gd name="connsiteX26" fmla="*/ 188148 w 970844"/>
                  <a:gd name="connsiteY26" fmla="*/ 312326 h 436503"/>
                  <a:gd name="connsiteX27" fmla="*/ 218251 w 970844"/>
                  <a:gd name="connsiteY27" fmla="*/ 365007 h 436503"/>
                  <a:gd name="connsiteX28" fmla="*/ 244592 w 970844"/>
                  <a:gd name="connsiteY28" fmla="*/ 387585 h 436503"/>
                  <a:gd name="connsiteX29" fmla="*/ 263407 w 970844"/>
                  <a:gd name="connsiteY29" fmla="*/ 391348 h 436503"/>
                  <a:gd name="connsiteX30" fmla="*/ 301037 w 970844"/>
                  <a:gd name="connsiteY30" fmla="*/ 406400 h 436503"/>
                  <a:gd name="connsiteX31" fmla="*/ 338666 w 970844"/>
                  <a:gd name="connsiteY31" fmla="*/ 402637 h 436503"/>
                  <a:gd name="connsiteX32" fmla="*/ 349955 w 970844"/>
                  <a:gd name="connsiteY32" fmla="*/ 398874 h 436503"/>
                  <a:gd name="connsiteX33" fmla="*/ 440266 w 970844"/>
                  <a:gd name="connsiteY33" fmla="*/ 402637 h 436503"/>
                  <a:gd name="connsiteX34" fmla="*/ 455318 w 970844"/>
                  <a:gd name="connsiteY34" fmla="*/ 410163 h 436503"/>
                  <a:gd name="connsiteX35" fmla="*/ 496711 w 970844"/>
                  <a:gd name="connsiteY35" fmla="*/ 402637 h 436503"/>
                  <a:gd name="connsiteX36" fmla="*/ 523051 w 970844"/>
                  <a:gd name="connsiteY36" fmla="*/ 383822 h 436503"/>
                  <a:gd name="connsiteX37" fmla="*/ 549392 w 970844"/>
                  <a:gd name="connsiteY37" fmla="*/ 387585 h 436503"/>
                  <a:gd name="connsiteX38" fmla="*/ 560681 w 970844"/>
                  <a:gd name="connsiteY38" fmla="*/ 398874 h 436503"/>
                  <a:gd name="connsiteX39" fmla="*/ 602074 w 970844"/>
                  <a:gd name="connsiteY39" fmla="*/ 410163 h 436503"/>
                  <a:gd name="connsiteX40" fmla="*/ 628414 w 970844"/>
                  <a:gd name="connsiteY40" fmla="*/ 417689 h 436503"/>
                  <a:gd name="connsiteX41" fmla="*/ 654755 w 970844"/>
                  <a:gd name="connsiteY41" fmla="*/ 421451 h 436503"/>
                  <a:gd name="connsiteX42" fmla="*/ 669807 w 970844"/>
                  <a:gd name="connsiteY42" fmla="*/ 425214 h 436503"/>
                  <a:gd name="connsiteX43" fmla="*/ 730014 w 970844"/>
                  <a:gd name="connsiteY43" fmla="*/ 436503 h 436503"/>
                  <a:gd name="connsiteX44" fmla="*/ 827851 w 970844"/>
                  <a:gd name="connsiteY44" fmla="*/ 432740 h 436503"/>
                  <a:gd name="connsiteX45" fmla="*/ 839140 w 970844"/>
                  <a:gd name="connsiteY45" fmla="*/ 428977 h 436503"/>
                  <a:gd name="connsiteX46" fmla="*/ 869244 w 970844"/>
                  <a:gd name="connsiteY46" fmla="*/ 421451 h 436503"/>
                  <a:gd name="connsiteX47" fmla="*/ 891822 w 970844"/>
                  <a:gd name="connsiteY47" fmla="*/ 410163 h 436503"/>
                  <a:gd name="connsiteX48" fmla="*/ 929451 w 970844"/>
                  <a:gd name="connsiteY48" fmla="*/ 398874 h 436503"/>
                  <a:gd name="connsiteX49" fmla="*/ 940740 w 970844"/>
                  <a:gd name="connsiteY49" fmla="*/ 391348 h 436503"/>
                  <a:gd name="connsiteX50" fmla="*/ 963318 w 970844"/>
                  <a:gd name="connsiteY50" fmla="*/ 365007 h 436503"/>
                  <a:gd name="connsiteX51" fmla="*/ 967081 w 970844"/>
                  <a:gd name="connsiteY51" fmla="*/ 338666 h 436503"/>
                  <a:gd name="connsiteX52" fmla="*/ 970844 w 970844"/>
                  <a:gd name="connsiteY52" fmla="*/ 323614 h 436503"/>
                  <a:gd name="connsiteX53" fmla="*/ 967081 w 970844"/>
                  <a:gd name="connsiteY53" fmla="*/ 297274 h 436503"/>
                  <a:gd name="connsiteX54" fmla="*/ 963318 w 970844"/>
                  <a:gd name="connsiteY54" fmla="*/ 278459 h 436503"/>
                  <a:gd name="connsiteX55" fmla="*/ 933214 w 970844"/>
                  <a:gd name="connsiteY55" fmla="*/ 255881 h 436503"/>
                  <a:gd name="connsiteX56" fmla="*/ 921926 w 970844"/>
                  <a:gd name="connsiteY56" fmla="*/ 240829 h 436503"/>
                  <a:gd name="connsiteX57" fmla="*/ 891822 w 970844"/>
                  <a:gd name="connsiteY57" fmla="*/ 229540 h 436503"/>
                  <a:gd name="connsiteX58" fmla="*/ 880533 w 970844"/>
                  <a:gd name="connsiteY58" fmla="*/ 225777 h 436503"/>
                  <a:gd name="connsiteX59" fmla="*/ 854192 w 970844"/>
                  <a:gd name="connsiteY59" fmla="*/ 214489 h 436503"/>
                  <a:gd name="connsiteX60" fmla="*/ 869244 w 970844"/>
                  <a:gd name="connsiteY60" fmla="*/ 199437 h 436503"/>
                  <a:gd name="connsiteX61" fmla="*/ 888059 w 970844"/>
                  <a:gd name="connsiteY61" fmla="*/ 173096 h 436503"/>
                  <a:gd name="connsiteX62" fmla="*/ 891822 w 970844"/>
                  <a:gd name="connsiteY62" fmla="*/ 158044 h 436503"/>
                  <a:gd name="connsiteX63" fmla="*/ 903111 w 970844"/>
                  <a:gd name="connsiteY63" fmla="*/ 131703 h 436503"/>
                  <a:gd name="connsiteX64" fmla="*/ 899348 w 970844"/>
                  <a:gd name="connsiteY64" fmla="*/ 109126 h 436503"/>
                  <a:gd name="connsiteX65" fmla="*/ 888059 w 970844"/>
                  <a:gd name="connsiteY65" fmla="*/ 94074 h 436503"/>
                  <a:gd name="connsiteX66" fmla="*/ 876770 w 970844"/>
                  <a:gd name="connsiteY66" fmla="*/ 82785 h 436503"/>
                  <a:gd name="connsiteX67" fmla="*/ 846666 w 970844"/>
                  <a:gd name="connsiteY67" fmla="*/ 75259 h 436503"/>
                  <a:gd name="connsiteX68" fmla="*/ 827851 w 970844"/>
                  <a:gd name="connsiteY68" fmla="*/ 63970 h 436503"/>
                  <a:gd name="connsiteX69" fmla="*/ 812800 w 970844"/>
                  <a:gd name="connsiteY69" fmla="*/ 52681 h 436503"/>
                  <a:gd name="connsiteX70" fmla="*/ 797748 w 970844"/>
                  <a:gd name="connsiteY70" fmla="*/ 48918 h 436503"/>
                  <a:gd name="connsiteX71" fmla="*/ 782696 w 970844"/>
                  <a:gd name="connsiteY71" fmla="*/ 41392 h 436503"/>
                  <a:gd name="connsiteX72" fmla="*/ 767644 w 970844"/>
                  <a:gd name="connsiteY72" fmla="*/ 37629 h 436503"/>
                  <a:gd name="connsiteX73" fmla="*/ 748829 w 970844"/>
                  <a:gd name="connsiteY73" fmla="*/ 30103 h 436503"/>
                  <a:gd name="connsiteX74" fmla="*/ 722488 w 970844"/>
                  <a:gd name="connsiteY74" fmla="*/ 26340 h 436503"/>
                  <a:gd name="connsiteX75" fmla="*/ 703674 w 970844"/>
                  <a:gd name="connsiteY75" fmla="*/ 18814 h 436503"/>
                  <a:gd name="connsiteX76" fmla="*/ 564444 w 970844"/>
                  <a:gd name="connsiteY76" fmla="*/ 18814 h 436503"/>
                  <a:gd name="connsiteX77" fmla="*/ 549392 w 970844"/>
                  <a:gd name="connsiteY77" fmla="*/ 26340 h 436503"/>
                  <a:gd name="connsiteX78" fmla="*/ 515526 w 970844"/>
                  <a:gd name="connsiteY78" fmla="*/ 33866 h 436503"/>
                  <a:gd name="connsiteX79" fmla="*/ 500474 w 970844"/>
                  <a:gd name="connsiteY79" fmla="*/ 41392 h 436503"/>
                  <a:gd name="connsiteX80" fmla="*/ 489185 w 970844"/>
                  <a:gd name="connsiteY80" fmla="*/ 48918 h 436503"/>
                  <a:gd name="connsiteX81" fmla="*/ 466607 w 970844"/>
                  <a:gd name="connsiteY81" fmla="*/ 56444 h 436503"/>
                  <a:gd name="connsiteX82" fmla="*/ 459081 w 970844"/>
                  <a:gd name="connsiteY82" fmla="*/ 60207 h 436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</a:cxnLst>
                <a:rect l="l" t="t" r="r" b="b"/>
                <a:pathLst>
                  <a:path w="970844" h="436503">
                    <a:moveTo>
                      <a:pt x="459081" y="60207"/>
                    </a:moveTo>
                    <a:cubicBezTo>
                      <a:pt x="416790" y="43291"/>
                      <a:pt x="459645" y="63298"/>
                      <a:pt x="428977" y="41392"/>
                    </a:cubicBezTo>
                    <a:cubicBezTo>
                      <a:pt x="424413" y="38132"/>
                      <a:pt x="418829" y="36590"/>
                      <a:pt x="413926" y="33866"/>
                    </a:cubicBezTo>
                    <a:cubicBezTo>
                      <a:pt x="407532" y="30314"/>
                      <a:pt x="401505" y="26129"/>
                      <a:pt x="395111" y="22577"/>
                    </a:cubicBezTo>
                    <a:cubicBezTo>
                      <a:pt x="372013" y="9745"/>
                      <a:pt x="388654" y="19171"/>
                      <a:pt x="365007" y="11289"/>
                    </a:cubicBezTo>
                    <a:cubicBezTo>
                      <a:pt x="328742" y="-798"/>
                      <a:pt x="364564" y="6825"/>
                      <a:pt x="323614" y="0"/>
                    </a:cubicBezTo>
                    <a:cubicBezTo>
                      <a:pt x="285985" y="1254"/>
                      <a:pt x="248311" y="1552"/>
                      <a:pt x="210726" y="3763"/>
                    </a:cubicBezTo>
                    <a:cubicBezTo>
                      <a:pt x="205563" y="4067"/>
                      <a:pt x="200823" y="7043"/>
                      <a:pt x="195674" y="7526"/>
                    </a:cubicBezTo>
                    <a:cubicBezTo>
                      <a:pt x="160617" y="10812"/>
                      <a:pt x="125432" y="12543"/>
                      <a:pt x="90311" y="15051"/>
                    </a:cubicBezTo>
                    <a:cubicBezTo>
                      <a:pt x="77768" y="25086"/>
                      <a:pt x="59865" y="30788"/>
                      <a:pt x="52681" y="45155"/>
                    </a:cubicBezTo>
                    <a:cubicBezTo>
                      <a:pt x="50172" y="50172"/>
                      <a:pt x="49122" y="56240"/>
                      <a:pt x="45155" y="60207"/>
                    </a:cubicBezTo>
                    <a:cubicBezTo>
                      <a:pt x="42350" y="63012"/>
                      <a:pt x="37414" y="62196"/>
                      <a:pt x="33866" y="63970"/>
                    </a:cubicBezTo>
                    <a:cubicBezTo>
                      <a:pt x="29821" y="65993"/>
                      <a:pt x="26340" y="68987"/>
                      <a:pt x="22577" y="71496"/>
                    </a:cubicBezTo>
                    <a:cubicBezTo>
                      <a:pt x="16337" y="80856"/>
                      <a:pt x="11619" y="86921"/>
                      <a:pt x="7526" y="97837"/>
                    </a:cubicBezTo>
                    <a:cubicBezTo>
                      <a:pt x="4158" y="106819"/>
                      <a:pt x="1301" y="127661"/>
                      <a:pt x="0" y="135466"/>
                    </a:cubicBezTo>
                    <a:cubicBezTo>
                      <a:pt x="4835" y="154808"/>
                      <a:pt x="7214" y="172941"/>
                      <a:pt x="30103" y="184385"/>
                    </a:cubicBezTo>
                    <a:cubicBezTo>
                      <a:pt x="35120" y="186894"/>
                      <a:pt x="40398" y="188938"/>
                      <a:pt x="45155" y="191911"/>
                    </a:cubicBezTo>
                    <a:cubicBezTo>
                      <a:pt x="50473" y="195235"/>
                      <a:pt x="54762" y="200088"/>
                      <a:pt x="60207" y="203200"/>
                    </a:cubicBezTo>
                    <a:cubicBezTo>
                      <a:pt x="64406" y="205599"/>
                      <a:pt x="83289" y="209911"/>
                      <a:pt x="86548" y="210726"/>
                    </a:cubicBezTo>
                    <a:cubicBezTo>
                      <a:pt x="90311" y="213234"/>
                      <a:pt x="93792" y="216229"/>
                      <a:pt x="97837" y="218251"/>
                    </a:cubicBezTo>
                    <a:cubicBezTo>
                      <a:pt x="107603" y="223133"/>
                      <a:pt x="122066" y="223849"/>
                      <a:pt x="131703" y="225777"/>
                    </a:cubicBezTo>
                    <a:cubicBezTo>
                      <a:pt x="157347" y="230906"/>
                      <a:pt x="146180" y="232821"/>
                      <a:pt x="184385" y="237066"/>
                    </a:cubicBezTo>
                    <a:lnTo>
                      <a:pt x="218251" y="240829"/>
                    </a:lnTo>
                    <a:cubicBezTo>
                      <a:pt x="211980" y="243338"/>
                      <a:pt x="204485" y="243867"/>
                      <a:pt x="199437" y="248355"/>
                    </a:cubicBezTo>
                    <a:cubicBezTo>
                      <a:pt x="192677" y="254364"/>
                      <a:pt x="184385" y="270933"/>
                      <a:pt x="184385" y="270933"/>
                    </a:cubicBezTo>
                    <a:cubicBezTo>
                      <a:pt x="183131" y="277205"/>
                      <a:pt x="180043" y="283378"/>
                      <a:pt x="180622" y="289748"/>
                    </a:cubicBezTo>
                    <a:cubicBezTo>
                      <a:pt x="181340" y="297649"/>
                      <a:pt x="185023" y="305034"/>
                      <a:pt x="188148" y="312326"/>
                    </a:cubicBezTo>
                    <a:cubicBezTo>
                      <a:pt x="195277" y="328960"/>
                      <a:pt x="206626" y="350476"/>
                      <a:pt x="218251" y="365007"/>
                    </a:cubicBezTo>
                    <a:cubicBezTo>
                      <a:pt x="222295" y="370062"/>
                      <a:pt x="236454" y="384533"/>
                      <a:pt x="244592" y="387585"/>
                    </a:cubicBezTo>
                    <a:cubicBezTo>
                      <a:pt x="250581" y="389831"/>
                      <a:pt x="257339" y="389325"/>
                      <a:pt x="263407" y="391348"/>
                    </a:cubicBezTo>
                    <a:cubicBezTo>
                      <a:pt x="276223" y="395620"/>
                      <a:pt x="301037" y="406400"/>
                      <a:pt x="301037" y="406400"/>
                    </a:cubicBezTo>
                    <a:cubicBezTo>
                      <a:pt x="313580" y="405146"/>
                      <a:pt x="326207" y="404554"/>
                      <a:pt x="338666" y="402637"/>
                    </a:cubicBezTo>
                    <a:cubicBezTo>
                      <a:pt x="342586" y="402034"/>
                      <a:pt x="345988" y="398874"/>
                      <a:pt x="349955" y="398874"/>
                    </a:cubicBezTo>
                    <a:cubicBezTo>
                      <a:pt x="380085" y="398874"/>
                      <a:pt x="410162" y="401383"/>
                      <a:pt x="440266" y="402637"/>
                    </a:cubicBezTo>
                    <a:cubicBezTo>
                      <a:pt x="445283" y="405146"/>
                      <a:pt x="449731" y="409655"/>
                      <a:pt x="455318" y="410163"/>
                    </a:cubicBezTo>
                    <a:cubicBezTo>
                      <a:pt x="465206" y="411062"/>
                      <a:pt x="485634" y="405406"/>
                      <a:pt x="496711" y="402637"/>
                    </a:cubicBezTo>
                    <a:cubicBezTo>
                      <a:pt x="503508" y="395840"/>
                      <a:pt x="512156" y="384813"/>
                      <a:pt x="523051" y="383822"/>
                    </a:cubicBezTo>
                    <a:cubicBezTo>
                      <a:pt x="531884" y="383019"/>
                      <a:pt x="540612" y="386331"/>
                      <a:pt x="549392" y="387585"/>
                    </a:cubicBezTo>
                    <a:cubicBezTo>
                      <a:pt x="553155" y="391348"/>
                      <a:pt x="555921" y="396494"/>
                      <a:pt x="560681" y="398874"/>
                    </a:cubicBezTo>
                    <a:cubicBezTo>
                      <a:pt x="567718" y="402392"/>
                      <a:pt x="591912" y="407260"/>
                      <a:pt x="602074" y="410163"/>
                    </a:cubicBezTo>
                    <a:cubicBezTo>
                      <a:pt x="616174" y="414192"/>
                      <a:pt x="612246" y="414750"/>
                      <a:pt x="628414" y="417689"/>
                    </a:cubicBezTo>
                    <a:cubicBezTo>
                      <a:pt x="637140" y="419275"/>
                      <a:pt x="646029" y="419865"/>
                      <a:pt x="654755" y="421451"/>
                    </a:cubicBezTo>
                    <a:cubicBezTo>
                      <a:pt x="659843" y="422376"/>
                      <a:pt x="664750" y="424130"/>
                      <a:pt x="669807" y="425214"/>
                    </a:cubicBezTo>
                    <a:cubicBezTo>
                      <a:pt x="701383" y="431980"/>
                      <a:pt x="702892" y="431983"/>
                      <a:pt x="730014" y="436503"/>
                    </a:cubicBezTo>
                    <a:cubicBezTo>
                      <a:pt x="762626" y="435249"/>
                      <a:pt x="795292" y="434985"/>
                      <a:pt x="827851" y="432740"/>
                    </a:cubicBezTo>
                    <a:cubicBezTo>
                      <a:pt x="831808" y="432467"/>
                      <a:pt x="835292" y="429939"/>
                      <a:pt x="839140" y="428977"/>
                    </a:cubicBezTo>
                    <a:cubicBezTo>
                      <a:pt x="851693" y="425839"/>
                      <a:pt x="858183" y="426367"/>
                      <a:pt x="869244" y="421451"/>
                    </a:cubicBezTo>
                    <a:cubicBezTo>
                      <a:pt x="876933" y="418034"/>
                      <a:pt x="884010" y="413288"/>
                      <a:pt x="891822" y="410163"/>
                    </a:cubicBezTo>
                    <a:cubicBezTo>
                      <a:pt x="904968" y="404905"/>
                      <a:pt x="916695" y="407378"/>
                      <a:pt x="929451" y="398874"/>
                    </a:cubicBezTo>
                    <a:cubicBezTo>
                      <a:pt x="933214" y="396365"/>
                      <a:pt x="937266" y="394243"/>
                      <a:pt x="940740" y="391348"/>
                    </a:cubicBezTo>
                    <a:cubicBezTo>
                      <a:pt x="951222" y="382613"/>
                      <a:pt x="955013" y="376081"/>
                      <a:pt x="963318" y="365007"/>
                    </a:cubicBezTo>
                    <a:cubicBezTo>
                      <a:pt x="964572" y="356227"/>
                      <a:pt x="965494" y="347392"/>
                      <a:pt x="967081" y="338666"/>
                    </a:cubicBezTo>
                    <a:cubicBezTo>
                      <a:pt x="968006" y="333578"/>
                      <a:pt x="970844" y="328786"/>
                      <a:pt x="970844" y="323614"/>
                    </a:cubicBezTo>
                    <a:cubicBezTo>
                      <a:pt x="970844" y="314745"/>
                      <a:pt x="968539" y="306022"/>
                      <a:pt x="967081" y="297274"/>
                    </a:cubicBezTo>
                    <a:cubicBezTo>
                      <a:pt x="966030" y="290965"/>
                      <a:pt x="967368" y="283409"/>
                      <a:pt x="963318" y="278459"/>
                    </a:cubicBezTo>
                    <a:cubicBezTo>
                      <a:pt x="955375" y="268751"/>
                      <a:pt x="940740" y="265916"/>
                      <a:pt x="933214" y="255881"/>
                    </a:cubicBezTo>
                    <a:cubicBezTo>
                      <a:pt x="929451" y="250864"/>
                      <a:pt x="926688" y="244911"/>
                      <a:pt x="921926" y="240829"/>
                    </a:cubicBezTo>
                    <a:cubicBezTo>
                      <a:pt x="913158" y="233313"/>
                      <a:pt x="902258" y="232522"/>
                      <a:pt x="891822" y="229540"/>
                    </a:cubicBezTo>
                    <a:cubicBezTo>
                      <a:pt x="888008" y="228450"/>
                      <a:pt x="884081" y="227551"/>
                      <a:pt x="880533" y="225777"/>
                    </a:cubicBezTo>
                    <a:cubicBezTo>
                      <a:pt x="854549" y="212785"/>
                      <a:pt x="885515" y="222318"/>
                      <a:pt x="854192" y="214489"/>
                    </a:cubicBezTo>
                    <a:cubicBezTo>
                      <a:pt x="859209" y="209472"/>
                      <a:pt x="864572" y="204777"/>
                      <a:pt x="869244" y="199437"/>
                    </a:cubicBezTo>
                    <a:cubicBezTo>
                      <a:pt x="875779" y="191969"/>
                      <a:pt x="882439" y="181525"/>
                      <a:pt x="888059" y="173096"/>
                    </a:cubicBezTo>
                    <a:cubicBezTo>
                      <a:pt x="889313" y="168079"/>
                      <a:pt x="889785" y="162798"/>
                      <a:pt x="891822" y="158044"/>
                    </a:cubicBezTo>
                    <a:cubicBezTo>
                      <a:pt x="907414" y="121662"/>
                      <a:pt x="892308" y="174916"/>
                      <a:pt x="903111" y="131703"/>
                    </a:cubicBezTo>
                    <a:cubicBezTo>
                      <a:pt x="901857" y="124177"/>
                      <a:pt x="902182" y="116210"/>
                      <a:pt x="899348" y="109126"/>
                    </a:cubicBezTo>
                    <a:cubicBezTo>
                      <a:pt x="897019" y="103303"/>
                      <a:pt x="892141" y="98836"/>
                      <a:pt x="888059" y="94074"/>
                    </a:cubicBezTo>
                    <a:cubicBezTo>
                      <a:pt x="884596" y="90033"/>
                      <a:pt x="881198" y="85737"/>
                      <a:pt x="876770" y="82785"/>
                    </a:cubicBezTo>
                    <a:cubicBezTo>
                      <a:pt x="871811" y="79479"/>
                      <a:pt x="849380" y="75802"/>
                      <a:pt x="846666" y="75259"/>
                    </a:cubicBezTo>
                    <a:cubicBezTo>
                      <a:pt x="840394" y="71496"/>
                      <a:pt x="833937" y="68027"/>
                      <a:pt x="827851" y="63970"/>
                    </a:cubicBezTo>
                    <a:cubicBezTo>
                      <a:pt x="822633" y="60491"/>
                      <a:pt x="818409" y="55486"/>
                      <a:pt x="812800" y="52681"/>
                    </a:cubicBezTo>
                    <a:cubicBezTo>
                      <a:pt x="808174" y="50368"/>
                      <a:pt x="802590" y="50734"/>
                      <a:pt x="797748" y="48918"/>
                    </a:cubicBezTo>
                    <a:cubicBezTo>
                      <a:pt x="792496" y="46948"/>
                      <a:pt x="787948" y="43362"/>
                      <a:pt x="782696" y="41392"/>
                    </a:cubicBezTo>
                    <a:cubicBezTo>
                      <a:pt x="777854" y="39576"/>
                      <a:pt x="772550" y="39264"/>
                      <a:pt x="767644" y="37629"/>
                    </a:cubicBezTo>
                    <a:cubicBezTo>
                      <a:pt x="761236" y="35493"/>
                      <a:pt x="755382" y="31741"/>
                      <a:pt x="748829" y="30103"/>
                    </a:cubicBezTo>
                    <a:cubicBezTo>
                      <a:pt x="740224" y="27952"/>
                      <a:pt x="731268" y="27594"/>
                      <a:pt x="722488" y="26340"/>
                    </a:cubicBezTo>
                    <a:cubicBezTo>
                      <a:pt x="716217" y="23831"/>
                      <a:pt x="710144" y="20755"/>
                      <a:pt x="703674" y="18814"/>
                    </a:cubicBezTo>
                    <a:cubicBezTo>
                      <a:pt x="663050" y="6626"/>
                      <a:pt x="580943" y="18298"/>
                      <a:pt x="564444" y="18814"/>
                    </a:cubicBezTo>
                    <a:cubicBezTo>
                      <a:pt x="559427" y="21323"/>
                      <a:pt x="554765" y="24728"/>
                      <a:pt x="549392" y="26340"/>
                    </a:cubicBezTo>
                    <a:cubicBezTo>
                      <a:pt x="521826" y="34610"/>
                      <a:pt x="534611" y="25686"/>
                      <a:pt x="515526" y="33866"/>
                    </a:cubicBezTo>
                    <a:cubicBezTo>
                      <a:pt x="510370" y="36076"/>
                      <a:pt x="505344" y="38609"/>
                      <a:pt x="500474" y="41392"/>
                    </a:cubicBezTo>
                    <a:cubicBezTo>
                      <a:pt x="496547" y="43636"/>
                      <a:pt x="493318" y="47081"/>
                      <a:pt x="489185" y="48918"/>
                    </a:cubicBezTo>
                    <a:cubicBezTo>
                      <a:pt x="481936" y="52140"/>
                      <a:pt x="474133" y="53935"/>
                      <a:pt x="466607" y="56444"/>
                    </a:cubicBezTo>
                    <a:lnTo>
                      <a:pt x="459081" y="60207"/>
                    </a:lnTo>
                    <a:close/>
                  </a:path>
                </a:pathLst>
              </a:custGeom>
              <a:solidFill>
                <a:schemeClr val="bg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9668CC85-F3A6-133E-9AF3-D5C03B5D544F}"/>
                  </a:ext>
                </a:extLst>
              </p:cNvPr>
              <p:cNvSpPr/>
              <p:nvPr/>
            </p:nvSpPr>
            <p:spPr>
              <a:xfrm>
                <a:off x="6292735" y="1022465"/>
                <a:ext cx="374072" cy="12900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74DE511F-0B42-5122-0C87-8A803282E00B}"/>
                  </a:ext>
                </a:extLst>
              </p:cNvPr>
              <p:cNvSpPr/>
              <p:nvPr/>
            </p:nvSpPr>
            <p:spPr>
              <a:xfrm>
                <a:off x="6139905" y="771867"/>
                <a:ext cx="746162" cy="30200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dirty="0">
                    <a:solidFill>
                      <a:srgbClr val="FF0000"/>
                    </a:solidFill>
                  </a:rPr>
                  <a:t>PRC2</a:t>
                </a:r>
                <a:endParaRPr lang="en-US" sz="16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0" name="Free-form: Shape 49">
                <a:extLst>
                  <a:ext uri="{FF2B5EF4-FFF2-40B4-BE49-F238E27FC236}">
                    <a16:creationId xmlns:a16="http://schemas.microsoft.com/office/drawing/2014/main" id="{41C5D762-DB3E-2386-9B33-8502206B006B}"/>
                  </a:ext>
                </a:extLst>
              </p:cNvPr>
              <p:cNvSpPr/>
              <p:nvPr/>
            </p:nvSpPr>
            <p:spPr>
              <a:xfrm>
                <a:off x="6002868" y="2252133"/>
                <a:ext cx="1020236" cy="770467"/>
              </a:xfrm>
              <a:custGeom>
                <a:avLst/>
                <a:gdLst>
                  <a:gd name="connsiteX0" fmla="*/ 364067 w 1003303"/>
                  <a:gd name="connsiteY0" fmla="*/ 156633 h 766233"/>
                  <a:gd name="connsiteX1" fmla="*/ 359833 w 1003303"/>
                  <a:gd name="connsiteY1" fmla="*/ 177800 h 766233"/>
                  <a:gd name="connsiteX2" fmla="*/ 347133 w 1003303"/>
                  <a:gd name="connsiteY2" fmla="*/ 186266 h 766233"/>
                  <a:gd name="connsiteX3" fmla="*/ 334433 w 1003303"/>
                  <a:gd name="connsiteY3" fmla="*/ 165100 h 766233"/>
                  <a:gd name="connsiteX4" fmla="*/ 304800 w 1003303"/>
                  <a:gd name="connsiteY4" fmla="*/ 139700 h 766233"/>
                  <a:gd name="connsiteX5" fmla="*/ 270933 w 1003303"/>
                  <a:gd name="connsiteY5" fmla="*/ 131233 h 766233"/>
                  <a:gd name="connsiteX6" fmla="*/ 160867 w 1003303"/>
                  <a:gd name="connsiteY6" fmla="*/ 135466 h 766233"/>
                  <a:gd name="connsiteX7" fmla="*/ 127000 w 1003303"/>
                  <a:gd name="connsiteY7" fmla="*/ 143933 h 766233"/>
                  <a:gd name="connsiteX8" fmla="*/ 105833 w 1003303"/>
                  <a:gd name="connsiteY8" fmla="*/ 156633 h 766233"/>
                  <a:gd name="connsiteX9" fmla="*/ 84667 w 1003303"/>
                  <a:gd name="connsiteY9" fmla="*/ 160866 h 766233"/>
                  <a:gd name="connsiteX10" fmla="*/ 71967 w 1003303"/>
                  <a:gd name="connsiteY10" fmla="*/ 165100 h 766233"/>
                  <a:gd name="connsiteX11" fmla="*/ 55033 w 1003303"/>
                  <a:gd name="connsiteY11" fmla="*/ 177800 h 766233"/>
                  <a:gd name="connsiteX12" fmla="*/ 33867 w 1003303"/>
                  <a:gd name="connsiteY12" fmla="*/ 190500 h 766233"/>
                  <a:gd name="connsiteX13" fmla="*/ 21167 w 1003303"/>
                  <a:gd name="connsiteY13" fmla="*/ 198966 h 766233"/>
                  <a:gd name="connsiteX14" fmla="*/ 0 w 1003303"/>
                  <a:gd name="connsiteY14" fmla="*/ 241300 h 766233"/>
                  <a:gd name="connsiteX15" fmla="*/ 8467 w 1003303"/>
                  <a:gd name="connsiteY15" fmla="*/ 283633 h 766233"/>
                  <a:gd name="connsiteX16" fmla="*/ 29633 w 1003303"/>
                  <a:gd name="connsiteY16" fmla="*/ 304800 h 766233"/>
                  <a:gd name="connsiteX17" fmla="*/ 76200 w 1003303"/>
                  <a:gd name="connsiteY17" fmla="*/ 321733 h 766233"/>
                  <a:gd name="connsiteX18" fmla="*/ 101600 w 1003303"/>
                  <a:gd name="connsiteY18" fmla="*/ 325966 h 766233"/>
                  <a:gd name="connsiteX19" fmla="*/ 55033 w 1003303"/>
                  <a:gd name="connsiteY19" fmla="*/ 347133 h 766233"/>
                  <a:gd name="connsiteX20" fmla="*/ 25400 w 1003303"/>
                  <a:gd name="connsiteY20" fmla="*/ 372533 h 766233"/>
                  <a:gd name="connsiteX21" fmla="*/ 8467 w 1003303"/>
                  <a:gd name="connsiteY21" fmla="*/ 410633 h 766233"/>
                  <a:gd name="connsiteX22" fmla="*/ 21167 w 1003303"/>
                  <a:gd name="connsiteY22" fmla="*/ 461433 h 766233"/>
                  <a:gd name="connsiteX23" fmla="*/ 29633 w 1003303"/>
                  <a:gd name="connsiteY23" fmla="*/ 482600 h 766233"/>
                  <a:gd name="connsiteX24" fmla="*/ 84667 w 1003303"/>
                  <a:gd name="connsiteY24" fmla="*/ 520700 h 766233"/>
                  <a:gd name="connsiteX25" fmla="*/ 101600 w 1003303"/>
                  <a:gd name="connsiteY25" fmla="*/ 529166 h 766233"/>
                  <a:gd name="connsiteX26" fmla="*/ 131233 w 1003303"/>
                  <a:gd name="connsiteY26" fmla="*/ 533400 h 766233"/>
                  <a:gd name="connsiteX27" fmla="*/ 198967 w 1003303"/>
                  <a:gd name="connsiteY27" fmla="*/ 546100 h 766233"/>
                  <a:gd name="connsiteX28" fmla="*/ 182033 w 1003303"/>
                  <a:gd name="connsiteY28" fmla="*/ 571500 h 766233"/>
                  <a:gd name="connsiteX29" fmla="*/ 169333 w 1003303"/>
                  <a:gd name="connsiteY29" fmla="*/ 609600 h 766233"/>
                  <a:gd name="connsiteX30" fmla="*/ 177800 w 1003303"/>
                  <a:gd name="connsiteY30" fmla="*/ 673100 h 766233"/>
                  <a:gd name="connsiteX31" fmla="*/ 186267 w 1003303"/>
                  <a:gd name="connsiteY31" fmla="*/ 685800 h 766233"/>
                  <a:gd name="connsiteX32" fmla="*/ 194733 w 1003303"/>
                  <a:gd name="connsiteY32" fmla="*/ 702733 h 766233"/>
                  <a:gd name="connsiteX33" fmla="*/ 198967 w 1003303"/>
                  <a:gd name="connsiteY33" fmla="*/ 715433 h 766233"/>
                  <a:gd name="connsiteX34" fmla="*/ 211667 w 1003303"/>
                  <a:gd name="connsiteY34" fmla="*/ 723900 h 766233"/>
                  <a:gd name="connsiteX35" fmla="*/ 245533 w 1003303"/>
                  <a:gd name="connsiteY35" fmla="*/ 745066 h 766233"/>
                  <a:gd name="connsiteX36" fmla="*/ 266700 w 1003303"/>
                  <a:gd name="connsiteY36" fmla="*/ 757766 h 766233"/>
                  <a:gd name="connsiteX37" fmla="*/ 313267 w 1003303"/>
                  <a:gd name="connsiteY37" fmla="*/ 766233 h 766233"/>
                  <a:gd name="connsiteX38" fmla="*/ 452967 w 1003303"/>
                  <a:gd name="connsiteY38" fmla="*/ 762000 h 766233"/>
                  <a:gd name="connsiteX39" fmla="*/ 491067 w 1003303"/>
                  <a:gd name="connsiteY39" fmla="*/ 740833 h 766233"/>
                  <a:gd name="connsiteX40" fmla="*/ 512233 w 1003303"/>
                  <a:gd name="connsiteY40" fmla="*/ 736600 h 766233"/>
                  <a:gd name="connsiteX41" fmla="*/ 546100 w 1003303"/>
                  <a:gd name="connsiteY41" fmla="*/ 728133 h 766233"/>
                  <a:gd name="connsiteX42" fmla="*/ 558800 w 1003303"/>
                  <a:gd name="connsiteY42" fmla="*/ 706966 h 766233"/>
                  <a:gd name="connsiteX43" fmla="*/ 563033 w 1003303"/>
                  <a:gd name="connsiteY43" fmla="*/ 690033 h 766233"/>
                  <a:gd name="connsiteX44" fmla="*/ 579967 w 1003303"/>
                  <a:gd name="connsiteY44" fmla="*/ 647700 h 766233"/>
                  <a:gd name="connsiteX45" fmla="*/ 575733 w 1003303"/>
                  <a:gd name="connsiteY45" fmla="*/ 609600 h 766233"/>
                  <a:gd name="connsiteX46" fmla="*/ 571500 w 1003303"/>
                  <a:gd name="connsiteY46" fmla="*/ 596900 h 766233"/>
                  <a:gd name="connsiteX47" fmla="*/ 622300 w 1003303"/>
                  <a:gd name="connsiteY47" fmla="*/ 622300 h 766233"/>
                  <a:gd name="connsiteX48" fmla="*/ 639233 w 1003303"/>
                  <a:gd name="connsiteY48" fmla="*/ 626533 h 766233"/>
                  <a:gd name="connsiteX49" fmla="*/ 664633 w 1003303"/>
                  <a:gd name="connsiteY49" fmla="*/ 635000 h 766233"/>
                  <a:gd name="connsiteX50" fmla="*/ 791633 w 1003303"/>
                  <a:gd name="connsiteY50" fmla="*/ 630766 h 766233"/>
                  <a:gd name="connsiteX51" fmla="*/ 804333 w 1003303"/>
                  <a:gd name="connsiteY51" fmla="*/ 626533 h 766233"/>
                  <a:gd name="connsiteX52" fmla="*/ 846667 w 1003303"/>
                  <a:gd name="connsiteY52" fmla="*/ 622300 h 766233"/>
                  <a:gd name="connsiteX53" fmla="*/ 872067 w 1003303"/>
                  <a:gd name="connsiteY53" fmla="*/ 618066 h 766233"/>
                  <a:gd name="connsiteX54" fmla="*/ 905933 w 1003303"/>
                  <a:gd name="connsiteY54" fmla="*/ 605366 h 766233"/>
                  <a:gd name="connsiteX55" fmla="*/ 927100 w 1003303"/>
                  <a:gd name="connsiteY55" fmla="*/ 601133 h 766233"/>
                  <a:gd name="connsiteX56" fmla="*/ 965200 w 1003303"/>
                  <a:gd name="connsiteY56" fmla="*/ 575733 h 766233"/>
                  <a:gd name="connsiteX57" fmla="*/ 969433 w 1003303"/>
                  <a:gd name="connsiteY57" fmla="*/ 563033 h 766233"/>
                  <a:gd name="connsiteX58" fmla="*/ 986367 w 1003303"/>
                  <a:gd name="connsiteY58" fmla="*/ 537633 h 766233"/>
                  <a:gd name="connsiteX59" fmla="*/ 990600 w 1003303"/>
                  <a:gd name="connsiteY59" fmla="*/ 520700 h 766233"/>
                  <a:gd name="connsiteX60" fmla="*/ 1003300 w 1003303"/>
                  <a:gd name="connsiteY60" fmla="*/ 499533 h 766233"/>
                  <a:gd name="connsiteX61" fmla="*/ 986367 w 1003303"/>
                  <a:gd name="connsiteY61" fmla="*/ 444500 h 766233"/>
                  <a:gd name="connsiteX62" fmla="*/ 969433 w 1003303"/>
                  <a:gd name="connsiteY62" fmla="*/ 440266 h 766233"/>
                  <a:gd name="connsiteX63" fmla="*/ 956733 w 1003303"/>
                  <a:gd name="connsiteY63" fmla="*/ 436033 h 766233"/>
                  <a:gd name="connsiteX64" fmla="*/ 939800 w 1003303"/>
                  <a:gd name="connsiteY64" fmla="*/ 427566 h 766233"/>
                  <a:gd name="connsiteX65" fmla="*/ 918633 w 1003303"/>
                  <a:gd name="connsiteY65" fmla="*/ 419100 h 766233"/>
                  <a:gd name="connsiteX66" fmla="*/ 884767 w 1003303"/>
                  <a:gd name="connsiteY66" fmla="*/ 397933 h 766233"/>
                  <a:gd name="connsiteX67" fmla="*/ 897467 w 1003303"/>
                  <a:gd name="connsiteY67" fmla="*/ 376766 h 766233"/>
                  <a:gd name="connsiteX68" fmla="*/ 918633 w 1003303"/>
                  <a:gd name="connsiteY68" fmla="*/ 351366 h 766233"/>
                  <a:gd name="connsiteX69" fmla="*/ 905933 w 1003303"/>
                  <a:gd name="connsiteY69" fmla="*/ 300566 h 766233"/>
                  <a:gd name="connsiteX70" fmla="*/ 889000 w 1003303"/>
                  <a:gd name="connsiteY70" fmla="*/ 262466 h 766233"/>
                  <a:gd name="connsiteX71" fmla="*/ 872067 w 1003303"/>
                  <a:gd name="connsiteY71" fmla="*/ 249766 h 766233"/>
                  <a:gd name="connsiteX72" fmla="*/ 855133 w 1003303"/>
                  <a:gd name="connsiteY72" fmla="*/ 241300 h 766233"/>
                  <a:gd name="connsiteX73" fmla="*/ 812800 w 1003303"/>
                  <a:gd name="connsiteY73" fmla="*/ 215900 h 766233"/>
                  <a:gd name="connsiteX74" fmla="*/ 821267 w 1003303"/>
                  <a:gd name="connsiteY74" fmla="*/ 182033 h 766233"/>
                  <a:gd name="connsiteX75" fmla="*/ 825500 w 1003303"/>
                  <a:gd name="connsiteY75" fmla="*/ 169333 h 766233"/>
                  <a:gd name="connsiteX76" fmla="*/ 829733 w 1003303"/>
                  <a:gd name="connsiteY76" fmla="*/ 148166 h 766233"/>
                  <a:gd name="connsiteX77" fmla="*/ 825500 w 1003303"/>
                  <a:gd name="connsiteY77" fmla="*/ 110066 h 766233"/>
                  <a:gd name="connsiteX78" fmla="*/ 821267 w 1003303"/>
                  <a:gd name="connsiteY78" fmla="*/ 97366 h 766233"/>
                  <a:gd name="connsiteX79" fmla="*/ 808567 w 1003303"/>
                  <a:gd name="connsiteY79" fmla="*/ 84666 h 766233"/>
                  <a:gd name="connsiteX80" fmla="*/ 778933 w 1003303"/>
                  <a:gd name="connsiteY80" fmla="*/ 63500 h 766233"/>
                  <a:gd name="connsiteX81" fmla="*/ 740833 w 1003303"/>
                  <a:gd name="connsiteY81" fmla="*/ 33866 h 766233"/>
                  <a:gd name="connsiteX82" fmla="*/ 728133 w 1003303"/>
                  <a:gd name="connsiteY82" fmla="*/ 21166 h 766233"/>
                  <a:gd name="connsiteX83" fmla="*/ 706967 w 1003303"/>
                  <a:gd name="connsiteY83" fmla="*/ 12700 h 766233"/>
                  <a:gd name="connsiteX84" fmla="*/ 677333 w 1003303"/>
                  <a:gd name="connsiteY84" fmla="*/ 4233 h 766233"/>
                  <a:gd name="connsiteX85" fmla="*/ 664633 w 1003303"/>
                  <a:gd name="connsiteY85" fmla="*/ 0 h 766233"/>
                  <a:gd name="connsiteX86" fmla="*/ 550333 w 1003303"/>
                  <a:gd name="connsiteY86" fmla="*/ 12700 h 766233"/>
                  <a:gd name="connsiteX87" fmla="*/ 524933 w 1003303"/>
                  <a:gd name="connsiteY87" fmla="*/ 21166 h 766233"/>
                  <a:gd name="connsiteX88" fmla="*/ 512233 w 1003303"/>
                  <a:gd name="connsiteY88" fmla="*/ 25400 h 766233"/>
                  <a:gd name="connsiteX89" fmla="*/ 495300 w 1003303"/>
                  <a:gd name="connsiteY89" fmla="*/ 29633 h 766233"/>
                  <a:gd name="connsiteX90" fmla="*/ 482600 w 1003303"/>
                  <a:gd name="connsiteY90" fmla="*/ 33866 h 766233"/>
                  <a:gd name="connsiteX91" fmla="*/ 461433 w 1003303"/>
                  <a:gd name="connsiteY91" fmla="*/ 38100 h 766233"/>
                  <a:gd name="connsiteX92" fmla="*/ 431800 w 1003303"/>
                  <a:gd name="connsiteY92" fmla="*/ 50800 h 766233"/>
                  <a:gd name="connsiteX93" fmla="*/ 406400 w 1003303"/>
                  <a:gd name="connsiteY93" fmla="*/ 71966 h 766233"/>
                  <a:gd name="connsiteX94" fmla="*/ 381000 w 1003303"/>
                  <a:gd name="connsiteY94" fmla="*/ 131233 h 766233"/>
                  <a:gd name="connsiteX95" fmla="*/ 364067 w 1003303"/>
                  <a:gd name="connsiteY95" fmla="*/ 165100 h 766233"/>
                  <a:gd name="connsiteX96" fmla="*/ 364067 w 1003303"/>
                  <a:gd name="connsiteY96" fmla="*/ 156633 h 766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03303" h="766233">
                    <a:moveTo>
                      <a:pt x="364067" y="156633"/>
                    </a:moveTo>
                    <a:cubicBezTo>
                      <a:pt x="362656" y="163689"/>
                      <a:pt x="363403" y="171553"/>
                      <a:pt x="359833" y="177800"/>
                    </a:cubicBezTo>
                    <a:cubicBezTo>
                      <a:pt x="357309" y="182217"/>
                      <a:pt x="351684" y="188541"/>
                      <a:pt x="347133" y="186266"/>
                    </a:cubicBezTo>
                    <a:cubicBezTo>
                      <a:pt x="339774" y="182586"/>
                      <a:pt x="338666" y="172155"/>
                      <a:pt x="334433" y="165100"/>
                    </a:cubicBezTo>
                    <a:cubicBezTo>
                      <a:pt x="328294" y="140541"/>
                      <a:pt x="335324" y="148421"/>
                      <a:pt x="304800" y="139700"/>
                    </a:cubicBezTo>
                    <a:cubicBezTo>
                      <a:pt x="293611" y="136503"/>
                      <a:pt x="270933" y="131233"/>
                      <a:pt x="270933" y="131233"/>
                    </a:cubicBezTo>
                    <a:cubicBezTo>
                      <a:pt x="234244" y="132644"/>
                      <a:pt x="197441" y="132239"/>
                      <a:pt x="160867" y="135466"/>
                    </a:cubicBezTo>
                    <a:cubicBezTo>
                      <a:pt x="149276" y="136489"/>
                      <a:pt x="127000" y="143933"/>
                      <a:pt x="127000" y="143933"/>
                    </a:cubicBezTo>
                    <a:cubicBezTo>
                      <a:pt x="119944" y="148166"/>
                      <a:pt x="113473" y="153577"/>
                      <a:pt x="105833" y="156633"/>
                    </a:cubicBezTo>
                    <a:cubicBezTo>
                      <a:pt x="99153" y="159305"/>
                      <a:pt x="91647" y="159121"/>
                      <a:pt x="84667" y="160866"/>
                    </a:cubicBezTo>
                    <a:cubicBezTo>
                      <a:pt x="80338" y="161948"/>
                      <a:pt x="76200" y="163689"/>
                      <a:pt x="71967" y="165100"/>
                    </a:cubicBezTo>
                    <a:cubicBezTo>
                      <a:pt x="66322" y="169333"/>
                      <a:pt x="60904" y="173886"/>
                      <a:pt x="55033" y="177800"/>
                    </a:cubicBezTo>
                    <a:cubicBezTo>
                      <a:pt x="48187" y="182364"/>
                      <a:pt x="40844" y="186139"/>
                      <a:pt x="33867" y="190500"/>
                    </a:cubicBezTo>
                    <a:cubicBezTo>
                      <a:pt x="29553" y="193196"/>
                      <a:pt x="25400" y="196144"/>
                      <a:pt x="21167" y="198966"/>
                    </a:cubicBezTo>
                    <a:cubicBezTo>
                      <a:pt x="1005" y="229207"/>
                      <a:pt x="6701" y="214494"/>
                      <a:pt x="0" y="241300"/>
                    </a:cubicBezTo>
                    <a:cubicBezTo>
                      <a:pt x="2822" y="255411"/>
                      <a:pt x="2382" y="270593"/>
                      <a:pt x="8467" y="283633"/>
                    </a:cubicBezTo>
                    <a:cubicBezTo>
                      <a:pt x="12687" y="292675"/>
                      <a:pt x="22124" y="298229"/>
                      <a:pt x="29633" y="304800"/>
                    </a:cubicBezTo>
                    <a:cubicBezTo>
                      <a:pt x="43434" y="316876"/>
                      <a:pt x="57024" y="318537"/>
                      <a:pt x="76200" y="321733"/>
                    </a:cubicBezTo>
                    <a:lnTo>
                      <a:pt x="101600" y="325966"/>
                    </a:lnTo>
                    <a:cubicBezTo>
                      <a:pt x="86966" y="330845"/>
                      <a:pt x="64495" y="337671"/>
                      <a:pt x="55033" y="347133"/>
                    </a:cubicBezTo>
                    <a:cubicBezTo>
                      <a:pt x="34502" y="367664"/>
                      <a:pt x="44742" y="359638"/>
                      <a:pt x="25400" y="372533"/>
                    </a:cubicBezTo>
                    <a:cubicBezTo>
                      <a:pt x="18515" y="384007"/>
                      <a:pt x="8467" y="396098"/>
                      <a:pt x="8467" y="410633"/>
                    </a:cubicBezTo>
                    <a:cubicBezTo>
                      <a:pt x="8467" y="445590"/>
                      <a:pt x="10394" y="437193"/>
                      <a:pt x="21167" y="461433"/>
                    </a:cubicBezTo>
                    <a:cubicBezTo>
                      <a:pt x="24253" y="468377"/>
                      <a:pt x="24521" y="476977"/>
                      <a:pt x="29633" y="482600"/>
                    </a:cubicBezTo>
                    <a:cubicBezTo>
                      <a:pt x="39421" y="493367"/>
                      <a:pt x="69278" y="512151"/>
                      <a:pt x="84667" y="520700"/>
                    </a:cubicBezTo>
                    <a:cubicBezTo>
                      <a:pt x="90183" y="523765"/>
                      <a:pt x="95512" y="527506"/>
                      <a:pt x="101600" y="529166"/>
                    </a:cubicBezTo>
                    <a:cubicBezTo>
                      <a:pt x="111226" y="531791"/>
                      <a:pt x="121449" y="531443"/>
                      <a:pt x="131233" y="533400"/>
                    </a:cubicBezTo>
                    <a:cubicBezTo>
                      <a:pt x="206068" y="548367"/>
                      <a:pt x="124291" y="536764"/>
                      <a:pt x="198967" y="546100"/>
                    </a:cubicBezTo>
                    <a:cubicBezTo>
                      <a:pt x="193322" y="554567"/>
                      <a:pt x="185812" y="562052"/>
                      <a:pt x="182033" y="571500"/>
                    </a:cubicBezTo>
                    <a:cubicBezTo>
                      <a:pt x="171406" y="598068"/>
                      <a:pt x="175410" y="585294"/>
                      <a:pt x="169333" y="609600"/>
                    </a:cubicBezTo>
                    <a:cubicBezTo>
                      <a:pt x="172155" y="630767"/>
                      <a:pt x="173167" y="652255"/>
                      <a:pt x="177800" y="673100"/>
                    </a:cubicBezTo>
                    <a:cubicBezTo>
                      <a:pt x="178904" y="678067"/>
                      <a:pt x="183743" y="681382"/>
                      <a:pt x="186267" y="685800"/>
                    </a:cubicBezTo>
                    <a:cubicBezTo>
                      <a:pt x="189398" y="691279"/>
                      <a:pt x="192247" y="696933"/>
                      <a:pt x="194733" y="702733"/>
                    </a:cubicBezTo>
                    <a:cubicBezTo>
                      <a:pt x="196491" y="706835"/>
                      <a:pt x="196179" y="711948"/>
                      <a:pt x="198967" y="715433"/>
                    </a:cubicBezTo>
                    <a:cubicBezTo>
                      <a:pt x="202145" y="719406"/>
                      <a:pt x="207527" y="720943"/>
                      <a:pt x="211667" y="723900"/>
                    </a:cubicBezTo>
                    <a:cubicBezTo>
                      <a:pt x="247688" y="749630"/>
                      <a:pt x="209732" y="725177"/>
                      <a:pt x="245533" y="745066"/>
                    </a:cubicBezTo>
                    <a:cubicBezTo>
                      <a:pt x="252726" y="749062"/>
                      <a:pt x="258846" y="755312"/>
                      <a:pt x="266700" y="757766"/>
                    </a:cubicBezTo>
                    <a:cubicBezTo>
                      <a:pt x="281759" y="762472"/>
                      <a:pt x="297745" y="763411"/>
                      <a:pt x="313267" y="766233"/>
                    </a:cubicBezTo>
                    <a:cubicBezTo>
                      <a:pt x="359834" y="764822"/>
                      <a:pt x="406622" y="766753"/>
                      <a:pt x="452967" y="762000"/>
                    </a:cubicBezTo>
                    <a:cubicBezTo>
                      <a:pt x="480211" y="759206"/>
                      <a:pt x="471945" y="748004"/>
                      <a:pt x="491067" y="740833"/>
                    </a:cubicBezTo>
                    <a:cubicBezTo>
                      <a:pt x="497804" y="738307"/>
                      <a:pt x="505222" y="738218"/>
                      <a:pt x="512233" y="736600"/>
                    </a:cubicBezTo>
                    <a:cubicBezTo>
                      <a:pt x="523571" y="733983"/>
                      <a:pt x="546100" y="728133"/>
                      <a:pt x="546100" y="728133"/>
                    </a:cubicBezTo>
                    <a:cubicBezTo>
                      <a:pt x="550333" y="721077"/>
                      <a:pt x="555458" y="714485"/>
                      <a:pt x="558800" y="706966"/>
                    </a:cubicBezTo>
                    <a:cubicBezTo>
                      <a:pt x="561163" y="701649"/>
                      <a:pt x="561361" y="695606"/>
                      <a:pt x="563033" y="690033"/>
                    </a:cubicBezTo>
                    <a:cubicBezTo>
                      <a:pt x="570879" y="663878"/>
                      <a:pt x="569358" y="668916"/>
                      <a:pt x="579967" y="647700"/>
                    </a:cubicBezTo>
                    <a:cubicBezTo>
                      <a:pt x="578556" y="635000"/>
                      <a:pt x="577834" y="622204"/>
                      <a:pt x="575733" y="609600"/>
                    </a:cubicBezTo>
                    <a:cubicBezTo>
                      <a:pt x="574999" y="605198"/>
                      <a:pt x="567083" y="596269"/>
                      <a:pt x="571500" y="596900"/>
                    </a:cubicBezTo>
                    <a:cubicBezTo>
                      <a:pt x="611033" y="602547"/>
                      <a:pt x="594067" y="615242"/>
                      <a:pt x="622300" y="622300"/>
                    </a:cubicBezTo>
                    <a:cubicBezTo>
                      <a:pt x="627944" y="623711"/>
                      <a:pt x="633660" y="624861"/>
                      <a:pt x="639233" y="626533"/>
                    </a:cubicBezTo>
                    <a:cubicBezTo>
                      <a:pt x="647781" y="629098"/>
                      <a:pt x="664633" y="635000"/>
                      <a:pt x="664633" y="635000"/>
                    </a:cubicBezTo>
                    <a:cubicBezTo>
                      <a:pt x="706966" y="633589"/>
                      <a:pt x="749354" y="633328"/>
                      <a:pt x="791633" y="630766"/>
                    </a:cubicBezTo>
                    <a:cubicBezTo>
                      <a:pt x="796087" y="630496"/>
                      <a:pt x="799923" y="627211"/>
                      <a:pt x="804333" y="626533"/>
                    </a:cubicBezTo>
                    <a:cubicBezTo>
                      <a:pt x="818350" y="624377"/>
                      <a:pt x="832595" y="624059"/>
                      <a:pt x="846667" y="622300"/>
                    </a:cubicBezTo>
                    <a:cubicBezTo>
                      <a:pt x="855184" y="621235"/>
                      <a:pt x="863600" y="619477"/>
                      <a:pt x="872067" y="618066"/>
                    </a:cubicBezTo>
                    <a:cubicBezTo>
                      <a:pt x="878529" y="615481"/>
                      <a:pt x="897093" y="607576"/>
                      <a:pt x="905933" y="605366"/>
                    </a:cubicBezTo>
                    <a:cubicBezTo>
                      <a:pt x="912914" y="603621"/>
                      <a:pt x="920044" y="602544"/>
                      <a:pt x="927100" y="601133"/>
                    </a:cubicBezTo>
                    <a:cubicBezTo>
                      <a:pt x="933749" y="597143"/>
                      <a:pt x="959321" y="582788"/>
                      <a:pt x="965200" y="575733"/>
                    </a:cubicBezTo>
                    <a:cubicBezTo>
                      <a:pt x="968057" y="572305"/>
                      <a:pt x="967266" y="566934"/>
                      <a:pt x="969433" y="563033"/>
                    </a:cubicBezTo>
                    <a:cubicBezTo>
                      <a:pt x="974375" y="554138"/>
                      <a:pt x="980722" y="546100"/>
                      <a:pt x="986367" y="537633"/>
                    </a:cubicBezTo>
                    <a:cubicBezTo>
                      <a:pt x="987778" y="531989"/>
                      <a:pt x="988237" y="526017"/>
                      <a:pt x="990600" y="520700"/>
                    </a:cubicBezTo>
                    <a:cubicBezTo>
                      <a:pt x="993942" y="513181"/>
                      <a:pt x="1002753" y="507743"/>
                      <a:pt x="1003300" y="499533"/>
                    </a:cubicBezTo>
                    <a:cubicBezTo>
                      <a:pt x="1003443" y="497390"/>
                      <a:pt x="999418" y="453201"/>
                      <a:pt x="986367" y="444500"/>
                    </a:cubicBezTo>
                    <a:cubicBezTo>
                      <a:pt x="981526" y="441272"/>
                      <a:pt x="975028" y="441864"/>
                      <a:pt x="969433" y="440266"/>
                    </a:cubicBezTo>
                    <a:cubicBezTo>
                      <a:pt x="965142" y="439040"/>
                      <a:pt x="960834" y="437791"/>
                      <a:pt x="956733" y="436033"/>
                    </a:cubicBezTo>
                    <a:cubicBezTo>
                      <a:pt x="950933" y="433547"/>
                      <a:pt x="945567" y="430129"/>
                      <a:pt x="939800" y="427566"/>
                    </a:cubicBezTo>
                    <a:cubicBezTo>
                      <a:pt x="932856" y="424480"/>
                      <a:pt x="925430" y="422498"/>
                      <a:pt x="918633" y="419100"/>
                    </a:cubicBezTo>
                    <a:cubicBezTo>
                      <a:pt x="908423" y="413995"/>
                      <a:pt x="894840" y="404649"/>
                      <a:pt x="884767" y="397933"/>
                    </a:cubicBezTo>
                    <a:cubicBezTo>
                      <a:pt x="889000" y="390877"/>
                      <a:pt x="892049" y="382958"/>
                      <a:pt x="897467" y="376766"/>
                    </a:cubicBezTo>
                    <a:cubicBezTo>
                      <a:pt x="922307" y="348377"/>
                      <a:pt x="909426" y="378989"/>
                      <a:pt x="918633" y="351366"/>
                    </a:cubicBezTo>
                    <a:cubicBezTo>
                      <a:pt x="907555" y="284891"/>
                      <a:pt x="922706" y="367664"/>
                      <a:pt x="905933" y="300566"/>
                    </a:cubicBezTo>
                    <a:cubicBezTo>
                      <a:pt x="901739" y="283788"/>
                      <a:pt x="901816" y="277114"/>
                      <a:pt x="889000" y="262466"/>
                    </a:cubicBezTo>
                    <a:cubicBezTo>
                      <a:pt x="884354" y="257156"/>
                      <a:pt x="878050" y="253505"/>
                      <a:pt x="872067" y="249766"/>
                    </a:cubicBezTo>
                    <a:cubicBezTo>
                      <a:pt x="866715" y="246421"/>
                      <a:pt x="860612" y="244431"/>
                      <a:pt x="855133" y="241300"/>
                    </a:cubicBezTo>
                    <a:cubicBezTo>
                      <a:pt x="840845" y="233136"/>
                      <a:pt x="812800" y="215900"/>
                      <a:pt x="812800" y="215900"/>
                    </a:cubicBezTo>
                    <a:cubicBezTo>
                      <a:pt x="815622" y="204611"/>
                      <a:pt x="818205" y="193259"/>
                      <a:pt x="821267" y="182033"/>
                    </a:cubicBezTo>
                    <a:cubicBezTo>
                      <a:pt x="822441" y="177728"/>
                      <a:pt x="824418" y="173662"/>
                      <a:pt x="825500" y="169333"/>
                    </a:cubicBezTo>
                    <a:cubicBezTo>
                      <a:pt x="827245" y="162352"/>
                      <a:pt x="828322" y="155222"/>
                      <a:pt x="829733" y="148166"/>
                    </a:cubicBezTo>
                    <a:cubicBezTo>
                      <a:pt x="828322" y="135466"/>
                      <a:pt x="827601" y="122670"/>
                      <a:pt x="825500" y="110066"/>
                    </a:cubicBezTo>
                    <a:cubicBezTo>
                      <a:pt x="824766" y="105664"/>
                      <a:pt x="823742" y="101079"/>
                      <a:pt x="821267" y="97366"/>
                    </a:cubicBezTo>
                    <a:cubicBezTo>
                      <a:pt x="817946" y="92385"/>
                      <a:pt x="813113" y="88562"/>
                      <a:pt x="808567" y="84666"/>
                    </a:cubicBezTo>
                    <a:cubicBezTo>
                      <a:pt x="788525" y="67488"/>
                      <a:pt x="796810" y="76908"/>
                      <a:pt x="778933" y="63500"/>
                    </a:cubicBezTo>
                    <a:cubicBezTo>
                      <a:pt x="766062" y="53846"/>
                      <a:pt x="752210" y="45243"/>
                      <a:pt x="740833" y="33866"/>
                    </a:cubicBezTo>
                    <a:cubicBezTo>
                      <a:pt x="736600" y="29633"/>
                      <a:pt x="733210" y="24339"/>
                      <a:pt x="728133" y="21166"/>
                    </a:cubicBezTo>
                    <a:cubicBezTo>
                      <a:pt x="721689" y="17139"/>
                      <a:pt x="714082" y="15368"/>
                      <a:pt x="706967" y="12700"/>
                    </a:cubicBezTo>
                    <a:cubicBezTo>
                      <a:pt x="690717" y="6606"/>
                      <a:pt x="696029" y="9574"/>
                      <a:pt x="677333" y="4233"/>
                    </a:cubicBezTo>
                    <a:cubicBezTo>
                      <a:pt x="673042" y="3007"/>
                      <a:pt x="668866" y="1411"/>
                      <a:pt x="664633" y="0"/>
                    </a:cubicBezTo>
                    <a:cubicBezTo>
                      <a:pt x="631740" y="1935"/>
                      <a:pt x="584228" y="1403"/>
                      <a:pt x="550333" y="12700"/>
                    </a:cubicBezTo>
                    <a:lnTo>
                      <a:pt x="524933" y="21166"/>
                    </a:lnTo>
                    <a:cubicBezTo>
                      <a:pt x="520700" y="22577"/>
                      <a:pt x="516562" y="24318"/>
                      <a:pt x="512233" y="25400"/>
                    </a:cubicBezTo>
                    <a:cubicBezTo>
                      <a:pt x="506589" y="26811"/>
                      <a:pt x="500894" y="28035"/>
                      <a:pt x="495300" y="29633"/>
                    </a:cubicBezTo>
                    <a:cubicBezTo>
                      <a:pt x="491009" y="30859"/>
                      <a:pt x="486929" y="32784"/>
                      <a:pt x="482600" y="33866"/>
                    </a:cubicBezTo>
                    <a:cubicBezTo>
                      <a:pt x="475619" y="35611"/>
                      <a:pt x="468489" y="36689"/>
                      <a:pt x="461433" y="38100"/>
                    </a:cubicBezTo>
                    <a:cubicBezTo>
                      <a:pt x="429549" y="59354"/>
                      <a:pt x="470071" y="34398"/>
                      <a:pt x="431800" y="50800"/>
                    </a:cubicBezTo>
                    <a:cubicBezTo>
                      <a:pt x="421484" y="55221"/>
                      <a:pt x="414030" y="64336"/>
                      <a:pt x="406400" y="71966"/>
                    </a:cubicBezTo>
                    <a:cubicBezTo>
                      <a:pt x="393942" y="109337"/>
                      <a:pt x="401923" y="89387"/>
                      <a:pt x="381000" y="131233"/>
                    </a:cubicBezTo>
                    <a:cubicBezTo>
                      <a:pt x="380998" y="131236"/>
                      <a:pt x="364067" y="165096"/>
                      <a:pt x="364067" y="165100"/>
                    </a:cubicBezTo>
                    <a:lnTo>
                      <a:pt x="364067" y="156633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E2F78FBA-0A2E-6085-6AAC-79BAAA1C0EA0}"/>
                  </a:ext>
                </a:extLst>
              </p:cNvPr>
              <p:cNvSpPr/>
              <p:nvPr/>
            </p:nvSpPr>
            <p:spPr>
              <a:xfrm>
                <a:off x="6587724" y="2858223"/>
                <a:ext cx="515809" cy="23675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2" name="Free-form: Shape 51">
                <a:extLst>
                  <a:ext uri="{FF2B5EF4-FFF2-40B4-BE49-F238E27FC236}">
                    <a16:creationId xmlns:a16="http://schemas.microsoft.com/office/drawing/2014/main" id="{7390ED6A-DCD7-ADF8-DE1B-C53EB0A133CB}"/>
                  </a:ext>
                </a:extLst>
              </p:cNvPr>
              <p:cNvSpPr/>
              <p:nvPr/>
            </p:nvSpPr>
            <p:spPr>
              <a:xfrm>
                <a:off x="7769128" y="977153"/>
                <a:ext cx="769754" cy="605118"/>
              </a:xfrm>
              <a:custGeom>
                <a:avLst/>
                <a:gdLst>
                  <a:gd name="connsiteX0" fmla="*/ 599425 w 769754"/>
                  <a:gd name="connsiteY0" fmla="*/ 206188 h 605118"/>
                  <a:gd name="connsiteX1" fmla="*/ 626319 w 769754"/>
                  <a:gd name="connsiteY1" fmla="*/ 165847 h 605118"/>
                  <a:gd name="connsiteX2" fmla="*/ 630801 w 769754"/>
                  <a:gd name="connsiteY2" fmla="*/ 143435 h 605118"/>
                  <a:gd name="connsiteX3" fmla="*/ 626319 w 769754"/>
                  <a:gd name="connsiteY3" fmla="*/ 112059 h 605118"/>
                  <a:gd name="connsiteX4" fmla="*/ 599425 w 769754"/>
                  <a:gd name="connsiteY4" fmla="*/ 80682 h 605118"/>
                  <a:gd name="connsiteX5" fmla="*/ 585978 w 769754"/>
                  <a:gd name="connsiteY5" fmla="*/ 67235 h 605118"/>
                  <a:gd name="connsiteX6" fmla="*/ 527707 w 769754"/>
                  <a:gd name="connsiteY6" fmla="*/ 44823 h 605118"/>
                  <a:gd name="connsiteX7" fmla="*/ 509778 w 769754"/>
                  <a:gd name="connsiteY7" fmla="*/ 35859 h 605118"/>
                  <a:gd name="connsiteX8" fmla="*/ 478401 w 769754"/>
                  <a:gd name="connsiteY8" fmla="*/ 26894 h 605118"/>
                  <a:gd name="connsiteX9" fmla="*/ 429096 w 769754"/>
                  <a:gd name="connsiteY9" fmla="*/ 13447 h 605118"/>
                  <a:gd name="connsiteX10" fmla="*/ 299107 w 769754"/>
                  <a:gd name="connsiteY10" fmla="*/ 4482 h 605118"/>
                  <a:gd name="connsiteX11" fmla="*/ 240837 w 769754"/>
                  <a:gd name="connsiteY11" fmla="*/ 0 h 605118"/>
                  <a:gd name="connsiteX12" fmla="*/ 137743 w 769754"/>
                  <a:gd name="connsiteY12" fmla="*/ 8965 h 605118"/>
                  <a:gd name="connsiteX13" fmla="*/ 92919 w 769754"/>
                  <a:gd name="connsiteY13" fmla="*/ 26894 h 605118"/>
                  <a:gd name="connsiteX14" fmla="*/ 79472 w 769754"/>
                  <a:gd name="connsiteY14" fmla="*/ 31376 h 605118"/>
                  <a:gd name="connsiteX15" fmla="*/ 39131 w 769754"/>
                  <a:gd name="connsiteY15" fmla="*/ 58271 h 605118"/>
                  <a:gd name="connsiteX16" fmla="*/ 7754 w 769754"/>
                  <a:gd name="connsiteY16" fmla="*/ 85165 h 605118"/>
                  <a:gd name="connsiteX17" fmla="*/ 7754 w 769754"/>
                  <a:gd name="connsiteY17" fmla="*/ 161365 h 605118"/>
                  <a:gd name="connsiteX18" fmla="*/ 21201 w 769754"/>
                  <a:gd name="connsiteY18" fmla="*/ 179294 h 605118"/>
                  <a:gd name="connsiteX19" fmla="*/ 70507 w 769754"/>
                  <a:gd name="connsiteY19" fmla="*/ 219635 h 605118"/>
                  <a:gd name="connsiteX20" fmla="*/ 83954 w 769754"/>
                  <a:gd name="connsiteY20" fmla="*/ 228600 h 605118"/>
                  <a:gd name="connsiteX21" fmla="*/ 119813 w 769754"/>
                  <a:gd name="connsiteY21" fmla="*/ 242047 h 605118"/>
                  <a:gd name="connsiteX22" fmla="*/ 133260 w 769754"/>
                  <a:gd name="connsiteY22" fmla="*/ 251012 h 605118"/>
                  <a:gd name="connsiteX23" fmla="*/ 164637 w 769754"/>
                  <a:gd name="connsiteY23" fmla="*/ 259976 h 605118"/>
                  <a:gd name="connsiteX24" fmla="*/ 236354 w 769754"/>
                  <a:gd name="connsiteY24" fmla="*/ 268941 h 605118"/>
                  <a:gd name="connsiteX25" fmla="*/ 263248 w 769754"/>
                  <a:gd name="connsiteY25" fmla="*/ 273423 h 605118"/>
                  <a:gd name="connsiteX26" fmla="*/ 245319 w 769754"/>
                  <a:gd name="connsiteY26" fmla="*/ 300318 h 605118"/>
                  <a:gd name="connsiteX27" fmla="*/ 276696 w 769754"/>
                  <a:gd name="connsiteY27" fmla="*/ 358588 h 605118"/>
                  <a:gd name="connsiteX28" fmla="*/ 245319 w 769754"/>
                  <a:gd name="connsiteY28" fmla="*/ 376518 h 605118"/>
                  <a:gd name="connsiteX29" fmla="*/ 227390 w 769754"/>
                  <a:gd name="connsiteY29" fmla="*/ 389965 h 605118"/>
                  <a:gd name="connsiteX30" fmla="*/ 209460 w 769754"/>
                  <a:gd name="connsiteY30" fmla="*/ 398929 h 605118"/>
                  <a:gd name="connsiteX31" fmla="*/ 178084 w 769754"/>
                  <a:gd name="connsiteY31" fmla="*/ 443753 h 605118"/>
                  <a:gd name="connsiteX32" fmla="*/ 164637 w 769754"/>
                  <a:gd name="connsiteY32" fmla="*/ 461682 h 605118"/>
                  <a:gd name="connsiteX33" fmla="*/ 164637 w 769754"/>
                  <a:gd name="connsiteY33" fmla="*/ 519953 h 605118"/>
                  <a:gd name="connsiteX34" fmla="*/ 173601 w 769754"/>
                  <a:gd name="connsiteY34" fmla="*/ 533400 h 605118"/>
                  <a:gd name="connsiteX35" fmla="*/ 191531 w 769754"/>
                  <a:gd name="connsiteY35" fmla="*/ 555812 h 605118"/>
                  <a:gd name="connsiteX36" fmla="*/ 227390 w 769754"/>
                  <a:gd name="connsiteY36" fmla="*/ 578223 h 605118"/>
                  <a:gd name="connsiteX37" fmla="*/ 263248 w 769754"/>
                  <a:gd name="connsiteY37" fmla="*/ 591671 h 605118"/>
                  <a:gd name="connsiteX38" fmla="*/ 285660 w 769754"/>
                  <a:gd name="connsiteY38" fmla="*/ 596153 h 605118"/>
                  <a:gd name="connsiteX39" fmla="*/ 326001 w 769754"/>
                  <a:gd name="connsiteY39" fmla="*/ 591671 h 605118"/>
                  <a:gd name="connsiteX40" fmla="*/ 357378 w 769754"/>
                  <a:gd name="connsiteY40" fmla="*/ 582706 h 605118"/>
                  <a:gd name="connsiteX41" fmla="*/ 415648 w 769754"/>
                  <a:gd name="connsiteY41" fmla="*/ 587188 h 605118"/>
                  <a:gd name="connsiteX42" fmla="*/ 429096 w 769754"/>
                  <a:gd name="connsiteY42" fmla="*/ 596153 h 605118"/>
                  <a:gd name="connsiteX43" fmla="*/ 451507 w 769754"/>
                  <a:gd name="connsiteY43" fmla="*/ 605118 h 605118"/>
                  <a:gd name="connsiteX44" fmla="*/ 496331 w 769754"/>
                  <a:gd name="connsiteY44" fmla="*/ 600635 h 605118"/>
                  <a:gd name="connsiteX45" fmla="*/ 523225 w 769754"/>
                  <a:gd name="connsiteY45" fmla="*/ 582706 h 605118"/>
                  <a:gd name="connsiteX46" fmla="*/ 536672 w 769754"/>
                  <a:gd name="connsiteY46" fmla="*/ 542365 h 605118"/>
                  <a:gd name="connsiteX47" fmla="*/ 550119 w 769754"/>
                  <a:gd name="connsiteY47" fmla="*/ 524435 h 605118"/>
                  <a:gd name="connsiteX48" fmla="*/ 554601 w 769754"/>
                  <a:gd name="connsiteY48" fmla="*/ 506506 h 605118"/>
                  <a:gd name="connsiteX49" fmla="*/ 550119 w 769754"/>
                  <a:gd name="connsiteY49" fmla="*/ 466165 h 605118"/>
                  <a:gd name="connsiteX50" fmla="*/ 568048 w 769754"/>
                  <a:gd name="connsiteY50" fmla="*/ 457200 h 605118"/>
                  <a:gd name="connsiteX51" fmla="*/ 648731 w 769754"/>
                  <a:gd name="connsiteY51" fmla="*/ 448235 h 605118"/>
                  <a:gd name="connsiteX52" fmla="*/ 680107 w 769754"/>
                  <a:gd name="connsiteY52" fmla="*/ 439271 h 605118"/>
                  <a:gd name="connsiteX53" fmla="*/ 733896 w 769754"/>
                  <a:gd name="connsiteY53" fmla="*/ 421341 h 605118"/>
                  <a:gd name="connsiteX54" fmla="*/ 751825 w 769754"/>
                  <a:gd name="connsiteY54" fmla="*/ 403412 h 605118"/>
                  <a:gd name="connsiteX55" fmla="*/ 760790 w 769754"/>
                  <a:gd name="connsiteY55" fmla="*/ 385482 h 605118"/>
                  <a:gd name="connsiteX56" fmla="*/ 769754 w 769754"/>
                  <a:gd name="connsiteY56" fmla="*/ 354106 h 605118"/>
                  <a:gd name="connsiteX57" fmla="*/ 756307 w 769754"/>
                  <a:gd name="connsiteY57" fmla="*/ 282388 h 605118"/>
                  <a:gd name="connsiteX58" fmla="*/ 742860 w 769754"/>
                  <a:gd name="connsiteY58" fmla="*/ 273423 h 605118"/>
                  <a:gd name="connsiteX59" fmla="*/ 738378 w 769754"/>
                  <a:gd name="connsiteY59" fmla="*/ 259976 h 605118"/>
                  <a:gd name="connsiteX60" fmla="*/ 680107 w 769754"/>
                  <a:gd name="connsiteY60" fmla="*/ 228600 h 605118"/>
                  <a:gd name="connsiteX61" fmla="*/ 648731 w 769754"/>
                  <a:gd name="connsiteY61" fmla="*/ 215153 h 605118"/>
                  <a:gd name="connsiteX62" fmla="*/ 599425 w 769754"/>
                  <a:gd name="connsiteY62" fmla="*/ 206188 h 605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769754" h="605118">
                    <a:moveTo>
                      <a:pt x="599425" y="206188"/>
                    </a:moveTo>
                    <a:cubicBezTo>
                      <a:pt x="595690" y="197970"/>
                      <a:pt x="620644" y="182872"/>
                      <a:pt x="626319" y="165847"/>
                    </a:cubicBezTo>
                    <a:cubicBezTo>
                      <a:pt x="628728" y="158619"/>
                      <a:pt x="629307" y="150906"/>
                      <a:pt x="630801" y="143435"/>
                    </a:cubicBezTo>
                    <a:cubicBezTo>
                      <a:pt x="629307" y="132976"/>
                      <a:pt x="629660" y="122082"/>
                      <a:pt x="626319" y="112059"/>
                    </a:cubicBezTo>
                    <a:cubicBezTo>
                      <a:pt x="617507" y="85622"/>
                      <a:pt x="615541" y="94112"/>
                      <a:pt x="599425" y="80682"/>
                    </a:cubicBezTo>
                    <a:cubicBezTo>
                      <a:pt x="594555" y="76624"/>
                      <a:pt x="591136" y="70919"/>
                      <a:pt x="585978" y="67235"/>
                    </a:cubicBezTo>
                    <a:cubicBezTo>
                      <a:pt x="571847" y="57142"/>
                      <a:pt x="539433" y="49333"/>
                      <a:pt x="527707" y="44823"/>
                    </a:cubicBezTo>
                    <a:cubicBezTo>
                      <a:pt x="521471" y="42424"/>
                      <a:pt x="516057" y="38142"/>
                      <a:pt x="509778" y="35859"/>
                    </a:cubicBezTo>
                    <a:cubicBezTo>
                      <a:pt x="499555" y="32142"/>
                      <a:pt x="488797" y="30093"/>
                      <a:pt x="478401" y="26894"/>
                    </a:cubicBezTo>
                    <a:cubicBezTo>
                      <a:pt x="455619" y="19884"/>
                      <a:pt x="451631" y="16264"/>
                      <a:pt x="429096" y="13447"/>
                    </a:cubicBezTo>
                    <a:cubicBezTo>
                      <a:pt x="387066" y="8194"/>
                      <a:pt x="340609" y="7160"/>
                      <a:pt x="299107" y="4482"/>
                    </a:cubicBezTo>
                    <a:cubicBezTo>
                      <a:pt x="279667" y="3228"/>
                      <a:pt x="260260" y="1494"/>
                      <a:pt x="240837" y="0"/>
                    </a:cubicBezTo>
                    <a:cubicBezTo>
                      <a:pt x="206472" y="2988"/>
                      <a:pt x="171914" y="4252"/>
                      <a:pt x="137743" y="8965"/>
                    </a:cubicBezTo>
                    <a:cubicBezTo>
                      <a:pt x="117676" y="11733"/>
                      <a:pt x="109990" y="19578"/>
                      <a:pt x="92919" y="26894"/>
                    </a:cubicBezTo>
                    <a:cubicBezTo>
                      <a:pt x="88576" y="28755"/>
                      <a:pt x="83698" y="29263"/>
                      <a:pt x="79472" y="31376"/>
                    </a:cubicBezTo>
                    <a:cubicBezTo>
                      <a:pt x="70932" y="35646"/>
                      <a:pt x="46641" y="50761"/>
                      <a:pt x="39131" y="58271"/>
                    </a:cubicBezTo>
                    <a:cubicBezTo>
                      <a:pt x="8091" y="89312"/>
                      <a:pt x="62670" y="52216"/>
                      <a:pt x="7754" y="85165"/>
                    </a:cubicBezTo>
                    <a:cubicBezTo>
                      <a:pt x="-1984" y="114381"/>
                      <a:pt x="-3169" y="112213"/>
                      <a:pt x="7754" y="161365"/>
                    </a:cubicBezTo>
                    <a:cubicBezTo>
                      <a:pt x="9375" y="168658"/>
                      <a:pt x="16238" y="173711"/>
                      <a:pt x="21201" y="179294"/>
                    </a:cubicBezTo>
                    <a:cubicBezTo>
                      <a:pt x="43043" y="203866"/>
                      <a:pt x="43173" y="201412"/>
                      <a:pt x="70507" y="219635"/>
                    </a:cubicBezTo>
                    <a:cubicBezTo>
                      <a:pt x="74989" y="222623"/>
                      <a:pt x="78952" y="226599"/>
                      <a:pt x="83954" y="228600"/>
                    </a:cubicBezTo>
                    <a:cubicBezTo>
                      <a:pt x="110753" y="239320"/>
                      <a:pt x="98733" y="235021"/>
                      <a:pt x="119813" y="242047"/>
                    </a:cubicBezTo>
                    <a:cubicBezTo>
                      <a:pt x="124295" y="245035"/>
                      <a:pt x="128442" y="248603"/>
                      <a:pt x="133260" y="251012"/>
                    </a:cubicBezTo>
                    <a:cubicBezTo>
                      <a:pt x="140425" y="254594"/>
                      <a:pt x="157935" y="258061"/>
                      <a:pt x="164637" y="259976"/>
                    </a:cubicBezTo>
                    <a:cubicBezTo>
                      <a:pt x="203853" y="271181"/>
                      <a:pt x="143323" y="261785"/>
                      <a:pt x="236354" y="268941"/>
                    </a:cubicBezTo>
                    <a:lnTo>
                      <a:pt x="263248" y="273423"/>
                    </a:lnTo>
                    <a:cubicBezTo>
                      <a:pt x="266208" y="283783"/>
                      <a:pt x="245319" y="300318"/>
                      <a:pt x="245319" y="300318"/>
                    </a:cubicBezTo>
                    <a:cubicBezTo>
                      <a:pt x="265602" y="351027"/>
                      <a:pt x="251869" y="333763"/>
                      <a:pt x="276696" y="358588"/>
                    </a:cubicBezTo>
                    <a:cubicBezTo>
                      <a:pt x="267866" y="385073"/>
                      <a:pt x="279706" y="362763"/>
                      <a:pt x="245319" y="376518"/>
                    </a:cubicBezTo>
                    <a:cubicBezTo>
                      <a:pt x="238383" y="379293"/>
                      <a:pt x="233725" y="386006"/>
                      <a:pt x="227390" y="389965"/>
                    </a:cubicBezTo>
                    <a:cubicBezTo>
                      <a:pt x="221724" y="393506"/>
                      <a:pt x="215437" y="395941"/>
                      <a:pt x="209460" y="398929"/>
                    </a:cubicBezTo>
                    <a:cubicBezTo>
                      <a:pt x="178061" y="440797"/>
                      <a:pt x="216725" y="388551"/>
                      <a:pt x="178084" y="443753"/>
                    </a:cubicBezTo>
                    <a:cubicBezTo>
                      <a:pt x="173800" y="449873"/>
                      <a:pt x="169119" y="455706"/>
                      <a:pt x="164637" y="461682"/>
                    </a:cubicBezTo>
                    <a:cubicBezTo>
                      <a:pt x="160366" y="487305"/>
                      <a:pt x="156603" y="493172"/>
                      <a:pt x="164637" y="519953"/>
                    </a:cubicBezTo>
                    <a:cubicBezTo>
                      <a:pt x="166185" y="525113"/>
                      <a:pt x="170369" y="529090"/>
                      <a:pt x="173601" y="533400"/>
                    </a:cubicBezTo>
                    <a:cubicBezTo>
                      <a:pt x="179341" y="541054"/>
                      <a:pt x="184766" y="549047"/>
                      <a:pt x="191531" y="555812"/>
                    </a:cubicBezTo>
                    <a:cubicBezTo>
                      <a:pt x="201584" y="565865"/>
                      <a:pt x="214605" y="572541"/>
                      <a:pt x="227390" y="578223"/>
                    </a:cubicBezTo>
                    <a:cubicBezTo>
                      <a:pt x="232674" y="580571"/>
                      <a:pt x="254802" y="589559"/>
                      <a:pt x="263248" y="591671"/>
                    </a:cubicBezTo>
                    <a:cubicBezTo>
                      <a:pt x="270639" y="593519"/>
                      <a:pt x="278189" y="594659"/>
                      <a:pt x="285660" y="596153"/>
                    </a:cubicBezTo>
                    <a:cubicBezTo>
                      <a:pt x="299107" y="594659"/>
                      <a:pt x="312629" y="593728"/>
                      <a:pt x="326001" y="591671"/>
                    </a:cubicBezTo>
                    <a:cubicBezTo>
                      <a:pt x="336449" y="590064"/>
                      <a:pt x="347340" y="586052"/>
                      <a:pt x="357378" y="582706"/>
                    </a:cubicBezTo>
                    <a:cubicBezTo>
                      <a:pt x="376801" y="584200"/>
                      <a:pt x="396501" y="583598"/>
                      <a:pt x="415648" y="587188"/>
                    </a:cubicBezTo>
                    <a:cubicBezTo>
                      <a:pt x="420943" y="588181"/>
                      <a:pt x="424277" y="593744"/>
                      <a:pt x="429096" y="596153"/>
                    </a:cubicBezTo>
                    <a:cubicBezTo>
                      <a:pt x="436292" y="599751"/>
                      <a:pt x="444037" y="602130"/>
                      <a:pt x="451507" y="605118"/>
                    </a:cubicBezTo>
                    <a:cubicBezTo>
                      <a:pt x="466448" y="603624"/>
                      <a:pt x="481999" y="605114"/>
                      <a:pt x="496331" y="600635"/>
                    </a:cubicBezTo>
                    <a:cubicBezTo>
                      <a:pt x="506615" y="597421"/>
                      <a:pt x="523225" y="582706"/>
                      <a:pt x="523225" y="582706"/>
                    </a:cubicBezTo>
                    <a:cubicBezTo>
                      <a:pt x="526918" y="567933"/>
                      <a:pt x="528998" y="556178"/>
                      <a:pt x="536672" y="542365"/>
                    </a:cubicBezTo>
                    <a:cubicBezTo>
                      <a:pt x="540300" y="535834"/>
                      <a:pt x="545637" y="530412"/>
                      <a:pt x="550119" y="524435"/>
                    </a:cubicBezTo>
                    <a:cubicBezTo>
                      <a:pt x="551613" y="518459"/>
                      <a:pt x="554601" y="512666"/>
                      <a:pt x="554601" y="506506"/>
                    </a:cubicBezTo>
                    <a:cubicBezTo>
                      <a:pt x="554601" y="492976"/>
                      <a:pt x="546559" y="479218"/>
                      <a:pt x="550119" y="466165"/>
                    </a:cubicBezTo>
                    <a:cubicBezTo>
                      <a:pt x="551877" y="459719"/>
                      <a:pt x="561474" y="458395"/>
                      <a:pt x="568048" y="457200"/>
                    </a:cubicBezTo>
                    <a:cubicBezTo>
                      <a:pt x="594671" y="452359"/>
                      <a:pt x="621837" y="451223"/>
                      <a:pt x="648731" y="448235"/>
                    </a:cubicBezTo>
                    <a:cubicBezTo>
                      <a:pt x="659190" y="445247"/>
                      <a:pt x="669735" y="442546"/>
                      <a:pt x="680107" y="439271"/>
                    </a:cubicBezTo>
                    <a:cubicBezTo>
                      <a:pt x="698129" y="433580"/>
                      <a:pt x="733896" y="421341"/>
                      <a:pt x="733896" y="421341"/>
                    </a:cubicBezTo>
                    <a:cubicBezTo>
                      <a:pt x="739872" y="415365"/>
                      <a:pt x="746754" y="410173"/>
                      <a:pt x="751825" y="403412"/>
                    </a:cubicBezTo>
                    <a:cubicBezTo>
                      <a:pt x="755834" y="398066"/>
                      <a:pt x="758158" y="391624"/>
                      <a:pt x="760790" y="385482"/>
                    </a:cubicBezTo>
                    <a:cubicBezTo>
                      <a:pt x="764648" y="376481"/>
                      <a:pt x="767480" y="363202"/>
                      <a:pt x="769754" y="354106"/>
                    </a:cubicBezTo>
                    <a:cubicBezTo>
                      <a:pt x="767837" y="329187"/>
                      <a:pt x="775255" y="301336"/>
                      <a:pt x="756307" y="282388"/>
                    </a:cubicBezTo>
                    <a:cubicBezTo>
                      <a:pt x="752498" y="278579"/>
                      <a:pt x="747342" y="276411"/>
                      <a:pt x="742860" y="273423"/>
                    </a:cubicBezTo>
                    <a:cubicBezTo>
                      <a:pt x="741366" y="268941"/>
                      <a:pt x="742035" y="262968"/>
                      <a:pt x="738378" y="259976"/>
                    </a:cubicBezTo>
                    <a:cubicBezTo>
                      <a:pt x="689841" y="220264"/>
                      <a:pt x="709993" y="241408"/>
                      <a:pt x="680107" y="228600"/>
                    </a:cubicBezTo>
                    <a:cubicBezTo>
                      <a:pt x="641336" y="211984"/>
                      <a:pt x="680267" y="225664"/>
                      <a:pt x="648731" y="215153"/>
                    </a:cubicBezTo>
                    <a:cubicBezTo>
                      <a:pt x="628411" y="199913"/>
                      <a:pt x="603160" y="214406"/>
                      <a:pt x="599425" y="206188"/>
                    </a:cubicBezTo>
                    <a:close/>
                  </a:path>
                </a:pathLst>
              </a:custGeom>
              <a:solidFill>
                <a:schemeClr val="bg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E308B4F5-F847-0B0A-F4A0-E8F93DE5A077}"/>
                  </a:ext>
                </a:extLst>
              </p:cNvPr>
              <p:cNvSpPr/>
              <p:nvPr/>
            </p:nvSpPr>
            <p:spPr>
              <a:xfrm>
                <a:off x="7748912" y="1236599"/>
                <a:ext cx="238641" cy="13948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8E4F8CF0-EA9B-2BEF-5BA2-FD08D0897F2D}"/>
                  </a:ext>
                </a:extLst>
              </p:cNvPr>
              <p:cNvSpPr/>
              <p:nvPr/>
            </p:nvSpPr>
            <p:spPr>
              <a:xfrm>
                <a:off x="7504901" y="723961"/>
                <a:ext cx="746162" cy="30200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dirty="0">
                    <a:solidFill>
                      <a:schemeClr val="accent2"/>
                    </a:solidFill>
                  </a:rPr>
                  <a:t>PRC1</a:t>
                </a:r>
                <a:endParaRPr lang="en-US" sz="1600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55" name="Free-form: Shape 54">
                <a:extLst>
                  <a:ext uri="{FF2B5EF4-FFF2-40B4-BE49-F238E27FC236}">
                    <a16:creationId xmlns:a16="http://schemas.microsoft.com/office/drawing/2014/main" id="{414030C4-8851-8391-9B09-846A9B0B9B25}"/>
                  </a:ext>
                </a:extLst>
              </p:cNvPr>
              <p:cNvSpPr/>
              <p:nvPr/>
            </p:nvSpPr>
            <p:spPr>
              <a:xfrm>
                <a:off x="7344229" y="2349996"/>
                <a:ext cx="898488" cy="652435"/>
              </a:xfrm>
              <a:custGeom>
                <a:avLst/>
                <a:gdLst>
                  <a:gd name="connsiteX0" fmla="*/ 109100 w 755474"/>
                  <a:gd name="connsiteY0" fmla="*/ 76200 h 605971"/>
                  <a:gd name="connsiteX1" fmla="*/ 94586 w 755474"/>
                  <a:gd name="connsiteY1" fmla="*/ 58057 h 605971"/>
                  <a:gd name="connsiteX2" fmla="*/ 87329 w 755474"/>
                  <a:gd name="connsiteY2" fmla="*/ 47171 h 605971"/>
                  <a:gd name="connsiteX3" fmla="*/ 76443 w 755474"/>
                  <a:gd name="connsiteY3" fmla="*/ 39914 h 605971"/>
                  <a:gd name="connsiteX4" fmla="*/ 54672 w 755474"/>
                  <a:gd name="connsiteY4" fmla="*/ 47171 h 605971"/>
                  <a:gd name="connsiteX5" fmla="*/ 47415 w 755474"/>
                  <a:gd name="connsiteY5" fmla="*/ 58057 h 605971"/>
                  <a:gd name="connsiteX6" fmla="*/ 40157 w 755474"/>
                  <a:gd name="connsiteY6" fmla="*/ 65314 h 605971"/>
                  <a:gd name="connsiteX7" fmla="*/ 32900 w 755474"/>
                  <a:gd name="connsiteY7" fmla="*/ 76200 h 605971"/>
                  <a:gd name="connsiteX8" fmla="*/ 22015 w 755474"/>
                  <a:gd name="connsiteY8" fmla="*/ 79828 h 605971"/>
                  <a:gd name="connsiteX9" fmla="*/ 14757 w 755474"/>
                  <a:gd name="connsiteY9" fmla="*/ 90714 h 605971"/>
                  <a:gd name="connsiteX10" fmla="*/ 11129 w 755474"/>
                  <a:gd name="connsiteY10" fmla="*/ 101600 h 605971"/>
                  <a:gd name="connsiteX11" fmla="*/ 3872 w 755474"/>
                  <a:gd name="connsiteY11" fmla="*/ 116114 h 605971"/>
                  <a:gd name="connsiteX12" fmla="*/ 243 w 755474"/>
                  <a:gd name="connsiteY12" fmla="*/ 141514 h 605971"/>
                  <a:gd name="connsiteX13" fmla="*/ 11129 w 755474"/>
                  <a:gd name="connsiteY13" fmla="*/ 166914 h 605971"/>
                  <a:gd name="connsiteX14" fmla="*/ 58300 w 755474"/>
                  <a:gd name="connsiteY14" fmla="*/ 210457 h 605971"/>
                  <a:gd name="connsiteX15" fmla="*/ 76443 w 755474"/>
                  <a:gd name="connsiteY15" fmla="*/ 217714 h 605971"/>
                  <a:gd name="connsiteX16" fmla="*/ 83700 w 755474"/>
                  <a:gd name="connsiteY16" fmla="*/ 228600 h 605971"/>
                  <a:gd name="connsiteX17" fmla="*/ 109100 w 755474"/>
                  <a:gd name="connsiteY17" fmla="*/ 235857 h 605971"/>
                  <a:gd name="connsiteX18" fmla="*/ 138129 w 755474"/>
                  <a:gd name="connsiteY18" fmla="*/ 250371 h 605971"/>
                  <a:gd name="connsiteX19" fmla="*/ 250615 w 755474"/>
                  <a:gd name="connsiteY19" fmla="*/ 257628 h 605971"/>
                  <a:gd name="connsiteX20" fmla="*/ 243357 w 755474"/>
                  <a:gd name="connsiteY20" fmla="*/ 264885 h 605971"/>
                  <a:gd name="connsiteX21" fmla="*/ 236100 w 755474"/>
                  <a:gd name="connsiteY21" fmla="*/ 297542 h 605971"/>
                  <a:gd name="connsiteX22" fmla="*/ 250615 w 755474"/>
                  <a:gd name="connsiteY22" fmla="*/ 337457 h 605971"/>
                  <a:gd name="connsiteX23" fmla="*/ 261500 w 755474"/>
                  <a:gd name="connsiteY23" fmla="*/ 348342 h 605971"/>
                  <a:gd name="connsiteX24" fmla="*/ 265129 w 755474"/>
                  <a:gd name="connsiteY24" fmla="*/ 359228 h 605971"/>
                  <a:gd name="connsiteX25" fmla="*/ 272386 w 755474"/>
                  <a:gd name="connsiteY25" fmla="*/ 370114 h 605971"/>
                  <a:gd name="connsiteX26" fmla="*/ 254243 w 755474"/>
                  <a:gd name="connsiteY26" fmla="*/ 373742 h 605971"/>
                  <a:gd name="connsiteX27" fmla="*/ 221586 w 755474"/>
                  <a:gd name="connsiteY27" fmla="*/ 381000 h 605971"/>
                  <a:gd name="connsiteX28" fmla="*/ 199815 w 755474"/>
                  <a:gd name="connsiteY28" fmla="*/ 399142 h 605971"/>
                  <a:gd name="connsiteX29" fmla="*/ 192557 w 755474"/>
                  <a:gd name="connsiteY29" fmla="*/ 410028 h 605971"/>
                  <a:gd name="connsiteX30" fmla="*/ 188929 w 755474"/>
                  <a:gd name="connsiteY30" fmla="*/ 420914 h 605971"/>
                  <a:gd name="connsiteX31" fmla="*/ 167157 w 755474"/>
                  <a:gd name="connsiteY31" fmla="*/ 446314 h 605971"/>
                  <a:gd name="connsiteX32" fmla="*/ 159900 w 755474"/>
                  <a:gd name="connsiteY32" fmla="*/ 457200 h 605971"/>
                  <a:gd name="connsiteX33" fmla="*/ 152643 w 755474"/>
                  <a:gd name="connsiteY33" fmla="*/ 486228 h 605971"/>
                  <a:gd name="connsiteX34" fmla="*/ 167157 w 755474"/>
                  <a:gd name="connsiteY34" fmla="*/ 529771 h 605971"/>
                  <a:gd name="connsiteX35" fmla="*/ 178043 w 755474"/>
                  <a:gd name="connsiteY35" fmla="*/ 533400 h 605971"/>
                  <a:gd name="connsiteX36" fmla="*/ 188929 w 755474"/>
                  <a:gd name="connsiteY36" fmla="*/ 544285 h 605971"/>
                  <a:gd name="connsiteX37" fmla="*/ 221586 w 755474"/>
                  <a:gd name="connsiteY37" fmla="*/ 566057 h 605971"/>
                  <a:gd name="connsiteX38" fmla="*/ 265129 w 755474"/>
                  <a:gd name="connsiteY38" fmla="*/ 591457 h 605971"/>
                  <a:gd name="connsiteX39" fmla="*/ 290529 w 755474"/>
                  <a:gd name="connsiteY39" fmla="*/ 598714 h 605971"/>
                  <a:gd name="connsiteX40" fmla="*/ 373986 w 755474"/>
                  <a:gd name="connsiteY40" fmla="*/ 605971 h 605971"/>
                  <a:gd name="connsiteX41" fmla="*/ 475586 w 755474"/>
                  <a:gd name="connsiteY41" fmla="*/ 602342 h 605971"/>
                  <a:gd name="connsiteX42" fmla="*/ 508243 w 755474"/>
                  <a:gd name="connsiteY42" fmla="*/ 595085 h 605971"/>
                  <a:gd name="connsiteX43" fmla="*/ 537272 w 755474"/>
                  <a:gd name="connsiteY43" fmla="*/ 580571 h 605971"/>
                  <a:gd name="connsiteX44" fmla="*/ 569929 w 755474"/>
                  <a:gd name="connsiteY44" fmla="*/ 540657 h 605971"/>
                  <a:gd name="connsiteX45" fmla="*/ 584443 w 755474"/>
                  <a:gd name="connsiteY45" fmla="*/ 518885 h 605971"/>
                  <a:gd name="connsiteX46" fmla="*/ 584443 w 755474"/>
                  <a:gd name="connsiteY46" fmla="*/ 449942 h 605971"/>
                  <a:gd name="connsiteX47" fmla="*/ 580815 w 755474"/>
                  <a:gd name="connsiteY47" fmla="*/ 439057 h 605971"/>
                  <a:gd name="connsiteX48" fmla="*/ 566300 w 755474"/>
                  <a:gd name="connsiteY48" fmla="*/ 431800 h 605971"/>
                  <a:gd name="connsiteX49" fmla="*/ 715072 w 755474"/>
                  <a:gd name="connsiteY49" fmla="*/ 420914 h 605971"/>
                  <a:gd name="connsiteX50" fmla="*/ 733215 w 755474"/>
                  <a:gd name="connsiteY50" fmla="*/ 410028 h 605971"/>
                  <a:gd name="connsiteX51" fmla="*/ 744100 w 755474"/>
                  <a:gd name="connsiteY51" fmla="*/ 391885 h 605971"/>
                  <a:gd name="connsiteX52" fmla="*/ 751357 w 755474"/>
                  <a:gd name="connsiteY52" fmla="*/ 381000 h 605971"/>
                  <a:gd name="connsiteX53" fmla="*/ 747729 w 755474"/>
                  <a:gd name="connsiteY53" fmla="*/ 275771 h 605971"/>
                  <a:gd name="connsiteX54" fmla="*/ 736843 w 755474"/>
                  <a:gd name="connsiteY54" fmla="*/ 261257 h 605971"/>
                  <a:gd name="connsiteX55" fmla="*/ 729586 w 755474"/>
                  <a:gd name="connsiteY55" fmla="*/ 250371 h 605971"/>
                  <a:gd name="connsiteX56" fmla="*/ 715072 w 755474"/>
                  <a:gd name="connsiteY56" fmla="*/ 243114 h 605971"/>
                  <a:gd name="connsiteX57" fmla="*/ 686043 w 755474"/>
                  <a:gd name="connsiteY57" fmla="*/ 221342 h 605971"/>
                  <a:gd name="connsiteX58" fmla="*/ 642500 w 755474"/>
                  <a:gd name="connsiteY58" fmla="*/ 210457 h 605971"/>
                  <a:gd name="connsiteX59" fmla="*/ 631615 w 755474"/>
                  <a:gd name="connsiteY59" fmla="*/ 203200 h 605971"/>
                  <a:gd name="connsiteX60" fmla="*/ 609843 w 755474"/>
                  <a:gd name="connsiteY60" fmla="*/ 195942 h 605971"/>
                  <a:gd name="connsiteX61" fmla="*/ 580815 w 755474"/>
                  <a:gd name="connsiteY61" fmla="*/ 177800 h 605971"/>
                  <a:gd name="connsiteX62" fmla="*/ 566300 w 755474"/>
                  <a:gd name="connsiteY62" fmla="*/ 174171 h 605971"/>
                  <a:gd name="connsiteX63" fmla="*/ 544529 w 755474"/>
                  <a:gd name="connsiteY63" fmla="*/ 166914 h 605971"/>
                  <a:gd name="connsiteX64" fmla="*/ 511872 w 755474"/>
                  <a:gd name="connsiteY64" fmla="*/ 163285 h 605971"/>
                  <a:gd name="connsiteX65" fmla="*/ 475586 w 755474"/>
                  <a:gd name="connsiteY65" fmla="*/ 166914 h 605971"/>
                  <a:gd name="connsiteX66" fmla="*/ 446557 w 755474"/>
                  <a:gd name="connsiteY66" fmla="*/ 174171 h 605971"/>
                  <a:gd name="connsiteX67" fmla="*/ 399386 w 755474"/>
                  <a:gd name="connsiteY67" fmla="*/ 185057 h 605971"/>
                  <a:gd name="connsiteX68" fmla="*/ 395757 w 755474"/>
                  <a:gd name="connsiteY68" fmla="*/ 163285 h 605971"/>
                  <a:gd name="connsiteX69" fmla="*/ 388500 w 755474"/>
                  <a:gd name="connsiteY69" fmla="*/ 101600 h 605971"/>
                  <a:gd name="connsiteX70" fmla="*/ 384872 w 755474"/>
                  <a:gd name="connsiteY70" fmla="*/ 87085 h 605971"/>
                  <a:gd name="connsiteX71" fmla="*/ 359472 w 755474"/>
                  <a:gd name="connsiteY71" fmla="*/ 65314 h 605971"/>
                  <a:gd name="connsiteX72" fmla="*/ 319557 w 755474"/>
                  <a:gd name="connsiteY72" fmla="*/ 36285 h 605971"/>
                  <a:gd name="connsiteX73" fmla="*/ 290529 w 755474"/>
                  <a:gd name="connsiteY73" fmla="*/ 21771 h 605971"/>
                  <a:gd name="connsiteX74" fmla="*/ 279643 w 755474"/>
                  <a:gd name="connsiteY74" fmla="*/ 14514 h 605971"/>
                  <a:gd name="connsiteX75" fmla="*/ 214329 w 755474"/>
                  <a:gd name="connsiteY75" fmla="*/ 0 h 605971"/>
                  <a:gd name="connsiteX76" fmla="*/ 167157 w 755474"/>
                  <a:gd name="connsiteY76" fmla="*/ 3628 h 605971"/>
                  <a:gd name="connsiteX77" fmla="*/ 156272 w 755474"/>
                  <a:gd name="connsiteY77" fmla="*/ 14514 h 605971"/>
                  <a:gd name="connsiteX78" fmla="*/ 145386 w 755474"/>
                  <a:gd name="connsiteY78" fmla="*/ 18142 h 605971"/>
                  <a:gd name="connsiteX79" fmla="*/ 138129 w 755474"/>
                  <a:gd name="connsiteY79" fmla="*/ 25400 h 605971"/>
                  <a:gd name="connsiteX80" fmla="*/ 127243 w 755474"/>
                  <a:gd name="connsiteY80" fmla="*/ 29028 h 605971"/>
                  <a:gd name="connsiteX81" fmla="*/ 123615 w 755474"/>
                  <a:gd name="connsiteY81" fmla="*/ 43542 h 605971"/>
                  <a:gd name="connsiteX82" fmla="*/ 105472 w 755474"/>
                  <a:gd name="connsiteY82" fmla="*/ 61685 h 605971"/>
                  <a:gd name="connsiteX83" fmla="*/ 109100 w 755474"/>
                  <a:gd name="connsiteY83" fmla="*/ 76200 h 605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755474" h="605971">
                    <a:moveTo>
                      <a:pt x="109100" y="76200"/>
                    </a:moveTo>
                    <a:cubicBezTo>
                      <a:pt x="104262" y="70152"/>
                      <a:pt x="99233" y="64253"/>
                      <a:pt x="94586" y="58057"/>
                    </a:cubicBezTo>
                    <a:cubicBezTo>
                      <a:pt x="91969" y="54568"/>
                      <a:pt x="90413" y="50255"/>
                      <a:pt x="87329" y="47171"/>
                    </a:cubicBezTo>
                    <a:cubicBezTo>
                      <a:pt x="84245" y="44087"/>
                      <a:pt x="80072" y="42333"/>
                      <a:pt x="76443" y="39914"/>
                    </a:cubicBezTo>
                    <a:cubicBezTo>
                      <a:pt x="69186" y="42333"/>
                      <a:pt x="61159" y="43117"/>
                      <a:pt x="54672" y="47171"/>
                    </a:cubicBezTo>
                    <a:cubicBezTo>
                      <a:pt x="50974" y="49482"/>
                      <a:pt x="50139" y="54652"/>
                      <a:pt x="47415" y="58057"/>
                    </a:cubicBezTo>
                    <a:cubicBezTo>
                      <a:pt x="45278" y="60728"/>
                      <a:pt x="42294" y="62643"/>
                      <a:pt x="40157" y="65314"/>
                    </a:cubicBezTo>
                    <a:cubicBezTo>
                      <a:pt x="37433" y="68719"/>
                      <a:pt x="36305" y="73476"/>
                      <a:pt x="32900" y="76200"/>
                    </a:cubicBezTo>
                    <a:cubicBezTo>
                      <a:pt x="29914" y="78589"/>
                      <a:pt x="25643" y="78619"/>
                      <a:pt x="22015" y="79828"/>
                    </a:cubicBezTo>
                    <a:cubicBezTo>
                      <a:pt x="19596" y="83457"/>
                      <a:pt x="16707" y="86813"/>
                      <a:pt x="14757" y="90714"/>
                    </a:cubicBezTo>
                    <a:cubicBezTo>
                      <a:pt x="13046" y="94135"/>
                      <a:pt x="12636" y="98084"/>
                      <a:pt x="11129" y="101600"/>
                    </a:cubicBezTo>
                    <a:cubicBezTo>
                      <a:pt x="8998" y="106572"/>
                      <a:pt x="6291" y="111276"/>
                      <a:pt x="3872" y="116114"/>
                    </a:cubicBezTo>
                    <a:cubicBezTo>
                      <a:pt x="2662" y="124581"/>
                      <a:pt x="-967" y="133047"/>
                      <a:pt x="243" y="141514"/>
                    </a:cubicBezTo>
                    <a:cubicBezTo>
                      <a:pt x="1546" y="150633"/>
                      <a:pt x="5602" y="159545"/>
                      <a:pt x="11129" y="166914"/>
                    </a:cubicBezTo>
                    <a:cubicBezTo>
                      <a:pt x="15157" y="172284"/>
                      <a:pt x="44397" y="202733"/>
                      <a:pt x="58300" y="210457"/>
                    </a:cubicBezTo>
                    <a:cubicBezTo>
                      <a:pt x="63994" y="213620"/>
                      <a:pt x="70395" y="215295"/>
                      <a:pt x="76443" y="217714"/>
                    </a:cubicBezTo>
                    <a:cubicBezTo>
                      <a:pt x="78862" y="221343"/>
                      <a:pt x="80295" y="225876"/>
                      <a:pt x="83700" y="228600"/>
                    </a:cubicBezTo>
                    <a:cubicBezTo>
                      <a:pt x="86064" y="230491"/>
                      <a:pt x="108155" y="235621"/>
                      <a:pt x="109100" y="235857"/>
                    </a:cubicBezTo>
                    <a:cubicBezTo>
                      <a:pt x="120057" y="243161"/>
                      <a:pt x="123926" y="246820"/>
                      <a:pt x="138129" y="250371"/>
                    </a:cubicBezTo>
                    <a:cubicBezTo>
                      <a:pt x="164441" y="256949"/>
                      <a:pt x="249592" y="257585"/>
                      <a:pt x="250615" y="257628"/>
                    </a:cubicBezTo>
                    <a:cubicBezTo>
                      <a:pt x="248196" y="260047"/>
                      <a:pt x="244887" y="261825"/>
                      <a:pt x="243357" y="264885"/>
                    </a:cubicBezTo>
                    <a:cubicBezTo>
                      <a:pt x="241652" y="268296"/>
                      <a:pt x="236481" y="295640"/>
                      <a:pt x="236100" y="297542"/>
                    </a:cubicBezTo>
                    <a:cubicBezTo>
                      <a:pt x="239637" y="309923"/>
                      <a:pt x="242617" y="326260"/>
                      <a:pt x="250615" y="337457"/>
                    </a:cubicBezTo>
                    <a:cubicBezTo>
                      <a:pt x="253597" y="341632"/>
                      <a:pt x="257872" y="344714"/>
                      <a:pt x="261500" y="348342"/>
                    </a:cubicBezTo>
                    <a:cubicBezTo>
                      <a:pt x="262710" y="351971"/>
                      <a:pt x="263418" y="355807"/>
                      <a:pt x="265129" y="359228"/>
                    </a:cubicBezTo>
                    <a:cubicBezTo>
                      <a:pt x="267079" y="363129"/>
                      <a:pt x="275003" y="366625"/>
                      <a:pt x="272386" y="370114"/>
                    </a:cubicBezTo>
                    <a:cubicBezTo>
                      <a:pt x="268685" y="375048"/>
                      <a:pt x="260264" y="372404"/>
                      <a:pt x="254243" y="373742"/>
                    </a:cubicBezTo>
                    <a:cubicBezTo>
                      <a:pt x="208060" y="384005"/>
                      <a:pt x="276385" y="370039"/>
                      <a:pt x="221586" y="381000"/>
                    </a:cubicBezTo>
                    <a:cubicBezTo>
                      <a:pt x="203905" y="407520"/>
                      <a:pt x="227437" y="376124"/>
                      <a:pt x="199815" y="399142"/>
                    </a:cubicBezTo>
                    <a:cubicBezTo>
                      <a:pt x="196465" y="401934"/>
                      <a:pt x="194976" y="406399"/>
                      <a:pt x="192557" y="410028"/>
                    </a:cubicBezTo>
                    <a:cubicBezTo>
                      <a:pt x="191348" y="413657"/>
                      <a:pt x="190827" y="417593"/>
                      <a:pt x="188929" y="420914"/>
                    </a:cubicBezTo>
                    <a:cubicBezTo>
                      <a:pt x="179048" y="438207"/>
                      <a:pt x="178854" y="432277"/>
                      <a:pt x="167157" y="446314"/>
                    </a:cubicBezTo>
                    <a:cubicBezTo>
                      <a:pt x="164365" y="449664"/>
                      <a:pt x="162319" y="453571"/>
                      <a:pt x="159900" y="457200"/>
                    </a:cubicBezTo>
                    <a:cubicBezTo>
                      <a:pt x="157037" y="465789"/>
                      <a:pt x="152643" y="477473"/>
                      <a:pt x="152643" y="486228"/>
                    </a:cubicBezTo>
                    <a:cubicBezTo>
                      <a:pt x="152643" y="504114"/>
                      <a:pt x="153137" y="518087"/>
                      <a:pt x="167157" y="529771"/>
                    </a:cubicBezTo>
                    <a:cubicBezTo>
                      <a:pt x="170095" y="532220"/>
                      <a:pt x="174414" y="532190"/>
                      <a:pt x="178043" y="533400"/>
                    </a:cubicBezTo>
                    <a:cubicBezTo>
                      <a:pt x="181672" y="537028"/>
                      <a:pt x="185033" y="540946"/>
                      <a:pt x="188929" y="544285"/>
                    </a:cubicBezTo>
                    <a:cubicBezTo>
                      <a:pt x="201428" y="554998"/>
                      <a:pt x="207187" y="557196"/>
                      <a:pt x="221586" y="566057"/>
                    </a:cubicBezTo>
                    <a:cubicBezTo>
                      <a:pt x="228237" y="570150"/>
                      <a:pt x="253191" y="587116"/>
                      <a:pt x="265129" y="591457"/>
                    </a:cubicBezTo>
                    <a:cubicBezTo>
                      <a:pt x="273404" y="594466"/>
                      <a:pt x="281919" y="596869"/>
                      <a:pt x="290529" y="598714"/>
                    </a:cubicBezTo>
                    <a:cubicBezTo>
                      <a:pt x="314133" y="603772"/>
                      <a:pt x="354984" y="604783"/>
                      <a:pt x="373986" y="605971"/>
                    </a:cubicBezTo>
                    <a:cubicBezTo>
                      <a:pt x="407853" y="604761"/>
                      <a:pt x="441809" y="605081"/>
                      <a:pt x="475586" y="602342"/>
                    </a:cubicBezTo>
                    <a:cubicBezTo>
                      <a:pt x="486701" y="601441"/>
                      <a:pt x="497727" y="598796"/>
                      <a:pt x="508243" y="595085"/>
                    </a:cubicBezTo>
                    <a:cubicBezTo>
                      <a:pt x="518445" y="591484"/>
                      <a:pt x="537272" y="580571"/>
                      <a:pt x="537272" y="580571"/>
                    </a:cubicBezTo>
                    <a:cubicBezTo>
                      <a:pt x="551184" y="564340"/>
                      <a:pt x="558749" y="556629"/>
                      <a:pt x="569929" y="540657"/>
                    </a:cubicBezTo>
                    <a:cubicBezTo>
                      <a:pt x="574931" y="533512"/>
                      <a:pt x="584443" y="518885"/>
                      <a:pt x="584443" y="518885"/>
                    </a:cubicBezTo>
                    <a:cubicBezTo>
                      <a:pt x="590800" y="487105"/>
                      <a:pt x="590169" y="498609"/>
                      <a:pt x="584443" y="449942"/>
                    </a:cubicBezTo>
                    <a:cubicBezTo>
                      <a:pt x="583996" y="446144"/>
                      <a:pt x="583519" y="441761"/>
                      <a:pt x="580815" y="439057"/>
                    </a:cubicBezTo>
                    <a:cubicBezTo>
                      <a:pt x="576990" y="435232"/>
                      <a:pt x="571138" y="434219"/>
                      <a:pt x="566300" y="431800"/>
                    </a:cubicBezTo>
                    <a:lnTo>
                      <a:pt x="715072" y="420914"/>
                    </a:lnTo>
                    <a:cubicBezTo>
                      <a:pt x="723181" y="420177"/>
                      <a:pt x="728639" y="416435"/>
                      <a:pt x="733215" y="410028"/>
                    </a:cubicBezTo>
                    <a:cubicBezTo>
                      <a:pt x="737314" y="404289"/>
                      <a:pt x="740362" y="397866"/>
                      <a:pt x="744100" y="391885"/>
                    </a:cubicBezTo>
                    <a:cubicBezTo>
                      <a:pt x="746411" y="388187"/>
                      <a:pt x="748938" y="384628"/>
                      <a:pt x="751357" y="381000"/>
                    </a:cubicBezTo>
                    <a:cubicBezTo>
                      <a:pt x="755780" y="336780"/>
                      <a:pt x="759121" y="328176"/>
                      <a:pt x="747729" y="275771"/>
                    </a:cubicBezTo>
                    <a:cubicBezTo>
                      <a:pt x="746444" y="269861"/>
                      <a:pt x="740358" y="266178"/>
                      <a:pt x="736843" y="261257"/>
                    </a:cubicBezTo>
                    <a:cubicBezTo>
                      <a:pt x="734308" y="257708"/>
                      <a:pt x="732936" y="253163"/>
                      <a:pt x="729586" y="250371"/>
                    </a:cubicBezTo>
                    <a:cubicBezTo>
                      <a:pt x="725431" y="246908"/>
                      <a:pt x="719573" y="246114"/>
                      <a:pt x="715072" y="243114"/>
                    </a:cubicBezTo>
                    <a:cubicBezTo>
                      <a:pt x="705008" y="236405"/>
                      <a:pt x="697673" y="224665"/>
                      <a:pt x="686043" y="221342"/>
                    </a:cubicBezTo>
                    <a:cubicBezTo>
                      <a:pt x="654713" y="212391"/>
                      <a:pt x="669278" y="215812"/>
                      <a:pt x="642500" y="210457"/>
                    </a:cubicBezTo>
                    <a:cubicBezTo>
                      <a:pt x="638872" y="208038"/>
                      <a:pt x="635600" y="204971"/>
                      <a:pt x="631615" y="203200"/>
                    </a:cubicBezTo>
                    <a:cubicBezTo>
                      <a:pt x="624624" y="200093"/>
                      <a:pt x="609843" y="195942"/>
                      <a:pt x="609843" y="195942"/>
                    </a:cubicBezTo>
                    <a:cubicBezTo>
                      <a:pt x="598427" y="187380"/>
                      <a:pt x="594097" y="182781"/>
                      <a:pt x="580815" y="177800"/>
                    </a:cubicBezTo>
                    <a:cubicBezTo>
                      <a:pt x="576145" y="176049"/>
                      <a:pt x="571077" y="175604"/>
                      <a:pt x="566300" y="174171"/>
                    </a:cubicBezTo>
                    <a:cubicBezTo>
                      <a:pt x="558973" y="171973"/>
                      <a:pt x="552030" y="168414"/>
                      <a:pt x="544529" y="166914"/>
                    </a:cubicBezTo>
                    <a:cubicBezTo>
                      <a:pt x="533789" y="164766"/>
                      <a:pt x="522758" y="164495"/>
                      <a:pt x="511872" y="163285"/>
                    </a:cubicBezTo>
                    <a:cubicBezTo>
                      <a:pt x="499777" y="164495"/>
                      <a:pt x="487576" y="164916"/>
                      <a:pt x="475586" y="166914"/>
                    </a:cubicBezTo>
                    <a:cubicBezTo>
                      <a:pt x="465748" y="168554"/>
                      <a:pt x="446557" y="174171"/>
                      <a:pt x="446557" y="174171"/>
                    </a:cubicBezTo>
                    <a:cubicBezTo>
                      <a:pt x="432766" y="183365"/>
                      <a:pt x="419918" y="194390"/>
                      <a:pt x="399386" y="185057"/>
                    </a:cubicBezTo>
                    <a:cubicBezTo>
                      <a:pt x="392688" y="182012"/>
                      <a:pt x="396967" y="170542"/>
                      <a:pt x="395757" y="163285"/>
                    </a:cubicBezTo>
                    <a:cubicBezTo>
                      <a:pt x="389953" y="82011"/>
                      <a:pt x="397927" y="134596"/>
                      <a:pt x="388500" y="101600"/>
                    </a:cubicBezTo>
                    <a:cubicBezTo>
                      <a:pt x="387130" y="96805"/>
                      <a:pt x="387346" y="91415"/>
                      <a:pt x="384872" y="87085"/>
                    </a:cubicBezTo>
                    <a:cubicBezTo>
                      <a:pt x="380552" y="79526"/>
                      <a:pt x="365312" y="70320"/>
                      <a:pt x="359472" y="65314"/>
                    </a:cubicBezTo>
                    <a:cubicBezTo>
                      <a:pt x="338191" y="47073"/>
                      <a:pt x="358111" y="55562"/>
                      <a:pt x="319557" y="36285"/>
                    </a:cubicBezTo>
                    <a:cubicBezTo>
                      <a:pt x="309881" y="31447"/>
                      <a:pt x="299530" y="27772"/>
                      <a:pt x="290529" y="21771"/>
                    </a:cubicBezTo>
                    <a:cubicBezTo>
                      <a:pt x="286900" y="19352"/>
                      <a:pt x="283628" y="16285"/>
                      <a:pt x="279643" y="14514"/>
                    </a:cubicBezTo>
                    <a:cubicBezTo>
                      <a:pt x="259035" y="5355"/>
                      <a:pt x="236341" y="3144"/>
                      <a:pt x="214329" y="0"/>
                    </a:cubicBezTo>
                    <a:cubicBezTo>
                      <a:pt x="198605" y="1209"/>
                      <a:pt x="182457" y="-197"/>
                      <a:pt x="167157" y="3628"/>
                    </a:cubicBezTo>
                    <a:cubicBezTo>
                      <a:pt x="162179" y="4873"/>
                      <a:pt x="160542" y="11668"/>
                      <a:pt x="156272" y="14514"/>
                    </a:cubicBezTo>
                    <a:cubicBezTo>
                      <a:pt x="153090" y="16636"/>
                      <a:pt x="149015" y="16933"/>
                      <a:pt x="145386" y="18142"/>
                    </a:cubicBezTo>
                    <a:cubicBezTo>
                      <a:pt x="142967" y="20561"/>
                      <a:pt x="141063" y="23640"/>
                      <a:pt x="138129" y="25400"/>
                    </a:cubicBezTo>
                    <a:cubicBezTo>
                      <a:pt x="134849" y="27368"/>
                      <a:pt x="129632" y="26041"/>
                      <a:pt x="127243" y="29028"/>
                    </a:cubicBezTo>
                    <a:cubicBezTo>
                      <a:pt x="124128" y="32922"/>
                      <a:pt x="126381" y="39393"/>
                      <a:pt x="123615" y="43542"/>
                    </a:cubicBezTo>
                    <a:cubicBezTo>
                      <a:pt x="118871" y="50658"/>
                      <a:pt x="109297" y="54035"/>
                      <a:pt x="105472" y="61685"/>
                    </a:cubicBezTo>
                    <a:lnTo>
                      <a:pt x="109100" y="7620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9289F2C5-156A-8EC2-8C06-08D8F37BBA83}"/>
                  </a:ext>
                </a:extLst>
              </p:cNvPr>
              <p:cNvSpPr/>
              <p:nvPr/>
            </p:nvSpPr>
            <p:spPr>
              <a:xfrm>
                <a:off x="7344229" y="2637366"/>
                <a:ext cx="268514" cy="10946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3FBD73A-16B5-BBB8-34A6-A6C94EF893F9}"/>
                </a:ext>
              </a:extLst>
            </p:cNvPr>
            <p:cNvSpPr/>
            <p:nvPr/>
          </p:nvSpPr>
          <p:spPr>
            <a:xfrm rot="18813229">
              <a:off x="6977779" y="2579653"/>
              <a:ext cx="432275" cy="1972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0792094-DD37-BE7B-E76E-A96647B0D2EC}"/>
                </a:ext>
              </a:extLst>
            </p:cNvPr>
            <p:cNvSpPr/>
            <p:nvPr/>
          </p:nvSpPr>
          <p:spPr>
            <a:xfrm rot="18813229">
              <a:off x="7943317" y="2500216"/>
              <a:ext cx="432275" cy="1972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AB84627-1849-779B-E6E0-12A28B4E1BA4}"/>
                </a:ext>
              </a:extLst>
            </p:cNvPr>
            <p:cNvSpPr/>
            <p:nvPr/>
          </p:nvSpPr>
          <p:spPr>
            <a:xfrm rot="20334247">
              <a:off x="7100175" y="2532239"/>
              <a:ext cx="907714" cy="4873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C37FDF1-4C64-D148-7AFF-2D91C99BA03C}"/>
                </a:ext>
              </a:extLst>
            </p:cNvPr>
            <p:cNvSpPr/>
            <p:nvPr/>
          </p:nvSpPr>
          <p:spPr>
            <a:xfrm>
              <a:off x="8367668" y="2670065"/>
              <a:ext cx="1573385" cy="4171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97CCACC0-7CBD-1697-9F89-AA1DE544A8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53" t="13621" r="3118" b="18370"/>
            <a:stretch/>
          </p:blipFill>
          <p:spPr>
            <a:xfrm>
              <a:off x="6546527" y="2690394"/>
              <a:ext cx="3458397" cy="444834"/>
            </a:xfrm>
            <a:prstGeom prst="rect">
              <a:avLst/>
            </a:prstGeom>
          </p:spPr>
        </p:pic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816AA699-F50E-762B-8317-7CF590F5D8D1}"/>
              </a:ext>
            </a:extLst>
          </p:cNvPr>
          <p:cNvSpPr txBox="1"/>
          <p:nvPr/>
        </p:nvSpPr>
        <p:spPr>
          <a:xfrm>
            <a:off x="1230732" y="956901"/>
            <a:ext cx="1835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DNA methylation</a:t>
            </a:r>
            <a:endParaRPr lang="en-US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F3A82F-1B0B-F44C-EDA7-BC5422A1DB8E}"/>
              </a:ext>
            </a:extLst>
          </p:cNvPr>
          <p:cNvSpPr txBox="1"/>
          <p:nvPr/>
        </p:nvSpPr>
        <p:spPr>
          <a:xfrm>
            <a:off x="9696196" y="956901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H3K9me2/3</a:t>
            </a:r>
            <a:endParaRPr lang="en-US" b="1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1F92A42-15A3-4D7A-73A1-1FC86178170A}"/>
              </a:ext>
            </a:extLst>
          </p:cNvPr>
          <p:cNvGrpSpPr/>
          <p:nvPr/>
        </p:nvGrpSpPr>
        <p:grpSpPr>
          <a:xfrm>
            <a:off x="8889387" y="2086236"/>
            <a:ext cx="3045935" cy="2243779"/>
            <a:chOff x="9227014" y="3413456"/>
            <a:chExt cx="2518142" cy="1854982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740FDA29-5FF2-1315-C443-C23E47AD57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4657"/>
            <a:stretch/>
          </p:blipFill>
          <p:spPr>
            <a:xfrm>
              <a:off x="9227014" y="3413766"/>
              <a:ext cx="2518142" cy="1323439"/>
            </a:xfrm>
            <a:prstGeom prst="rect">
              <a:avLst/>
            </a:prstGeom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BCE0768D-FED8-192B-F5D2-65FEE2AFEE2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99150" y="4872164"/>
              <a:ext cx="899238" cy="396274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CBF78AF1-7946-03D3-59F8-8FE2F7B9B83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13980" y="4900604"/>
              <a:ext cx="853514" cy="342930"/>
            </a:xfrm>
            <a:prstGeom prst="rect">
              <a:avLst/>
            </a:prstGeom>
          </p:spPr>
        </p:pic>
        <p:sp>
          <p:nvSpPr>
            <p:cNvPr id="63" name="Free-form: Shape 62">
              <a:extLst>
                <a:ext uri="{FF2B5EF4-FFF2-40B4-BE49-F238E27FC236}">
                  <a16:creationId xmlns:a16="http://schemas.microsoft.com/office/drawing/2014/main" id="{6419D304-ED29-FBAE-7615-1A3DDE2EF09B}"/>
                </a:ext>
              </a:extLst>
            </p:cNvPr>
            <p:cNvSpPr/>
            <p:nvPr/>
          </p:nvSpPr>
          <p:spPr>
            <a:xfrm>
              <a:off x="9860280" y="3413456"/>
              <a:ext cx="889033" cy="434644"/>
            </a:xfrm>
            <a:custGeom>
              <a:avLst/>
              <a:gdLst>
                <a:gd name="connsiteX0" fmla="*/ 175260 w 889033"/>
                <a:gd name="connsiteY0" fmla="*/ 373684 h 434644"/>
                <a:gd name="connsiteX1" fmla="*/ 167640 w 889033"/>
                <a:gd name="connsiteY1" fmla="*/ 360984 h 434644"/>
                <a:gd name="connsiteX2" fmla="*/ 170180 w 889033"/>
                <a:gd name="connsiteY2" fmla="*/ 353364 h 434644"/>
                <a:gd name="connsiteX3" fmla="*/ 167640 w 889033"/>
                <a:gd name="connsiteY3" fmla="*/ 325424 h 434644"/>
                <a:gd name="connsiteX4" fmla="*/ 154940 w 889033"/>
                <a:gd name="connsiteY4" fmla="*/ 322884 h 434644"/>
                <a:gd name="connsiteX5" fmla="*/ 139700 w 889033"/>
                <a:gd name="connsiteY5" fmla="*/ 317804 h 434644"/>
                <a:gd name="connsiteX6" fmla="*/ 116840 w 889033"/>
                <a:gd name="connsiteY6" fmla="*/ 300024 h 434644"/>
                <a:gd name="connsiteX7" fmla="*/ 106680 w 889033"/>
                <a:gd name="connsiteY7" fmla="*/ 297484 h 434644"/>
                <a:gd name="connsiteX8" fmla="*/ 99060 w 889033"/>
                <a:gd name="connsiteY8" fmla="*/ 294944 h 434644"/>
                <a:gd name="connsiteX9" fmla="*/ 88900 w 889033"/>
                <a:gd name="connsiteY9" fmla="*/ 300024 h 434644"/>
                <a:gd name="connsiteX10" fmla="*/ 81280 w 889033"/>
                <a:gd name="connsiteY10" fmla="*/ 305104 h 434644"/>
                <a:gd name="connsiteX11" fmla="*/ 73660 w 889033"/>
                <a:gd name="connsiteY11" fmla="*/ 307644 h 434644"/>
                <a:gd name="connsiteX12" fmla="*/ 53340 w 889033"/>
                <a:gd name="connsiteY12" fmla="*/ 322884 h 434644"/>
                <a:gd name="connsiteX13" fmla="*/ 43180 w 889033"/>
                <a:gd name="connsiteY13" fmla="*/ 327964 h 434644"/>
                <a:gd name="connsiteX14" fmla="*/ 25400 w 889033"/>
                <a:gd name="connsiteY14" fmla="*/ 317804 h 434644"/>
                <a:gd name="connsiteX15" fmla="*/ 5080 w 889033"/>
                <a:gd name="connsiteY15" fmla="*/ 292404 h 434644"/>
                <a:gd name="connsiteX16" fmla="*/ 2540 w 889033"/>
                <a:gd name="connsiteY16" fmla="*/ 284784 h 434644"/>
                <a:gd name="connsiteX17" fmla="*/ 0 w 889033"/>
                <a:gd name="connsiteY17" fmla="*/ 269544 h 434644"/>
                <a:gd name="connsiteX18" fmla="*/ 2540 w 889033"/>
                <a:gd name="connsiteY18" fmla="*/ 228904 h 434644"/>
                <a:gd name="connsiteX19" fmla="*/ 12700 w 889033"/>
                <a:gd name="connsiteY19" fmla="*/ 218744 h 434644"/>
                <a:gd name="connsiteX20" fmla="*/ 20320 w 889033"/>
                <a:gd name="connsiteY20" fmla="*/ 206044 h 434644"/>
                <a:gd name="connsiteX21" fmla="*/ 33020 w 889033"/>
                <a:gd name="connsiteY21" fmla="*/ 195884 h 434644"/>
                <a:gd name="connsiteX22" fmla="*/ 45720 w 889033"/>
                <a:gd name="connsiteY22" fmla="*/ 180644 h 434644"/>
                <a:gd name="connsiteX23" fmla="*/ 66040 w 889033"/>
                <a:gd name="connsiteY23" fmla="*/ 173024 h 434644"/>
                <a:gd name="connsiteX24" fmla="*/ 58420 w 889033"/>
                <a:gd name="connsiteY24" fmla="*/ 142544 h 434644"/>
                <a:gd name="connsiteX25" fmla="*/ 55880 w 889033"/>
                <a:gd name="connsiteY25" fmla="*/ 132384 h 434644"/>
                <a:gd name="connsiteX26" fmla="*/ 60960 w 889033"/>
                <a:gd name="connsiteY26" fmla="*/ 73964 h 434644"/>
                <a:gd name="connsiteX27" fmla="*/ 76200 w 889033"/>
                <a:gd name="connsiteY27" fmla="*/ 53644 h 434644"/>
                <a:gd name="connsiteX28" fmla="*/ 116840 w 889033"/>
                <a:gd name="connsiteY28" fmla="*/ 23164 h 434644"/>
                <a:gd name="connsiteX29" fmla="*/ 139700 w 889033"/>
                <a:gd name="connsiteY29" fmla="*/ 18084 h 434644"/>
                <a:gd name="connsiteX30" fmla="*/ 175260 w 889033"/>
                <a:gd name="connsiteY30" fmla="*/ 7924 h 434644"/>
                <a:gd name="connsiteX31" fmla="*/ 231140 w 889033"/>
                <a:gd name="connsiteY31" fmla="*/ 5384 h 434644"/>
                <a:gd name="connsiteX32" fmla="*/ 358140 w 889033"/>
                <a:gd name="connsiteY32" fmla="*/ 304 h 434644"/>
                <a:gd name="connsiteX33" fmla="*/ 538480 w 889033"/>
                <a:gd name="connsiteY33" fmla="*/ 2844 h 434644"/>
                <a:gd name="connsiteX34" fmla="*/ 579120 w 889033"/>
                <a:gd name="connsiteY34" fmla="*/ 7924 h 434644"/>
                <a:gd name="connsiteX35" fmla="*/ 614680 w 889033"/>
                <a:gd name="connsiteY35" fmla="*/ 18084 h 434644"/>
                <a:gd name="connsiteX36" fmla="*/ 629920 w 889033"/>
                <a:gd name="connsiteY36" fmla="*/ 20624 h 434644"/>
                <a:gd name="connsiteX37" fmla="*/ 640080 w 889033"/>
                <a:gd name="connsiteY37" fmla="*/ 23164 h 434644"/>
                <a:gd name="connsiteX38" fmla="*/ 652780 w 889033"/>
                <a:gd name="connsiteY38" fmla="*/ 25704 h 434644"/>
                <a:gd name="connsiteX39" fmla="*/ 660400 w 889033"/>
                <a:gd name="connsiteY39" fmla="*/ 33324 h 434644"/>
                <a:gd name="connsiteX40" fmla="*/ 670560 w 889033"/>
                <a:gd name="connsiteY40" fmla="*/ 35864 h 434644"/>
                <a:gd name="connsiteX41" fmla="*/ 708660 w 889033"/>
                <a:gd name="connsiteY41" fmla="*/ 53644 h 434644"/>
                <a:gd name="connsiteX42" fmla="*/ 728980 w 889033"/>
                <a:gd name="connsiteY42" fmla="*/ 71424 h 434644"/>
                <a:gd name="connsiteX43" fmla="*/ 739140 w 889033"/>
                <a:gd name="connsiteY43" fmla="*/ 79044 h 434644"/>
                <a:gd name="connsiteX44" fmla="*/ 764540 w 889033"/>
                <a:gd name="connsiteY44" fmla="*/ 109524 h 434644"/>
                <a:gd name="connsiteX45" fmla="*/ 769620 w 889033"/>
                <a:gd name="connsiteY45" fmla="*/ 124764 h 434644"/>
                <a:gd name="connsiteX46" fmla="*/ 767080 w 889033"/>
                <a:gd name="connsiteY46" fmla="*/ 165404 h 434644"/>
                <a:gd name="connsiteX47" fmla="*/ 746760 w 889033"/>
                <a:gd name="connsiteY47" fmla="*/ 190804 h 434644"/>
                <a:gd name="connsiteX48" fmla="*/ 739140 w 889033"/>
                <a:gd name="connsiteY48" fmla="*/ 198424 h 434644"/>
                <a:gd name="connsiteX49" fmla="*/ 718820 w 889033"/>
                <a:gd name="connsiteY49" fmla="*/ 213664 h 434644"/>
                <a:gd name="connsiteX50" fmla="*/ 711200 w 889033"/>
                <a:gd name="connsiteY50" fmla="*/ 216204 h 434644"/>
                <a:gd name="connsiteX51" fmla="*/ 734060 w 889033"/>
                <a:gd name="connsiteY51" fmla="*/ 226364 h 434644"/>
                <a:gd name="connsiteX52" fmla="*/ 741680 w 889033"/>
                <a:gd name="connsiteY52" fmla="*/ 233984 h 434644"/>
                <a:gd name="connsiteX53" fmla="*/ 762000 w 889033"/>
                <a:gd name="connsiteY53" fmla="*/ 249224 h 434644"/>
                <a:gd name="connsiteX54" fmla="*/ 792480 w 889033"/>
                <a:gd name="connsiteY54" fmla="*/ 269544 h 434644"/>
                <a:gd name="connsiteX55" fmla="*/ 800100 w 889033"/>
                <a:gd name="connsiteY55" fmla="*/ 274624 h 434644"/>
                <a:gd name="connsiteX56" fmla="*/ 812800 w 889033"/>
                <a:gd name="connsiteY56" fmla="*/ 279704 h 434644"/>
                <a:gd name="connsiteX57" fmla="*/ 833120 w 889033"/>
                <a:gd name="connsiteY57" fmla="*/ 292404 h 434644"/>
                <a:gd name="connsiteX58" fmla="*/ 840740 w 889033"/>
                <a:gd name="connsiteY58" fmla="*/ 300024 h 434644"/>
                <a:gd name="connsiteX59" fmla="*/ 853440 w 889033"/>
                <a:gd name="connsiteY59" fmla="*/ 310184 h 434644"/>
                <a:gd name="connsiteX60" fmla="*/ 871220 w 889033"/>
                <a:gd name="connsiteY60" fmla="*/ 330504 h 434644"/>
                <a:gd name="connsiteX61" fmla="*/ 878840 w 889033"/>
                <a:gd name="connsiteY61" fmla="*/ 353364 h 434644"/>
                <a:gd name="connsiteX62" fmla="*/ 881380 w 889033"/>
                <a:gd name="connsiteY62" fmla="*/ 360984 h 434644"/>
                <a:gd name="connsiteX63" fmla="*/ 886460 w 889033"/>
                <a:gd name="connsiteY63" fmla="*/ 368604 h 434644"/>
                <a:gd name="connsiteX64" fmla="*/ 889000 w 889033"/>
                <a:gd name="connsiteY64" fmla="*/ 378764 h 434644"/>
                <a:gd name="connsiteX65" fmla="*/ 873760 w 889033"/>
                <a:gd name="connsiteY65" fmla="*/ 411784 h 434644"/>
                <a:gd name="connsiteX66" fmla="*/ 868680 w 889033"/>
                <a:gd name="connsiteY66" fmla="*/ 419404 h 434644"/>
                <a:gd name="connsiteX67" fmla="*/ 855980 w 889033"/>
                <a:gd name="connsiteY67" fmla="*/ 427024 h 434644"/>
                <a:gd name="connsiteX68" fmla="*/ 833120 w 889033"/>
                <a:gd name="connsiteY68" fmla="*/ 434644 h 434644"/>
                <a:gd name="connsiteX69" fmla="*/ 797560 w 889033"/>
                <a:gd name="connsiteY69" fmla="*/ 432104 h 434644"/>
                <a:gd name="connsiteX70" fmla="*/ 789940 w 889033"/>
                <a:gd name="connsiteY70" fmla="*/ 427024 h 434644"/>
                <a:gd name="connsiteX71" fmla="*/ 772160 w 889033"/>
                <a:gd name="connsiteY71" fmla="*/ 409244 h 434644"/>
                <a:gd name="connsiteX72" fmla="*/ 764540 w 889033"/>
                <a:gd name="connsiteY72" fmla="*/ 401624 h 434644"/>
                <a:gd name="connsiteX73" fmla="*/ 756920 w 889033"/>
                <a:gd name="connsiteY73" fmla="*/ 386384 h 434644"/>
                <a:gd name="connsiteX74" fmla="*/ 739140 w 889033"/>
                <a:gd name="connsiteY74" fmla="*/ 366064 h 434644"/>
                <a:gd name="connsiteX75" fmla="*/ 731520 w 889033"/>
                <a:gd name="connsiteY75" fmla="*/ 348284 h 434644"/>
                <a:gd name="connsiteX76" fmla="*/ 723900 w 889033"/>
                <a:gd name="connsiteY76" fmla="*/ 335584 h 434644"/>
                <a:gd name="connsiteX77" fmla="*/ 703580 w 889033"/>
                <a:gd name="connsiteY77" fmla="*/ 315264 h 434644"/>
                <a:gd name="connsiteX78" fmla="*/ 695960 w 889033"/>
                <a:gd name="connsiteY78" fmla="*/ 307644 h 434644"/>
                <a:gd name="connsiteX79" fmla="*/ 675640 w 889033"/>
                <a:gd name="connsiteY79" fmla="*/ 294944 h 434644"/>
                <a:gd name="connsiteX80" fmla="*/ 657860 w 889033"/>
                <a:gd name="connsiteY80" fmla="*/ 284784 h 434644"/>
                <a:gd name="connsiteX81" fmla="*/ 650240 w 889033"/>
                <a:gd name="connsiteY81" fmla="*/ 277164 h 434644"/>
                <a:gd name="connsiteX82" fmla="*/ 640080 w 889033"/>
                <a:gd name="connsiteY82" fmla="*/ 274624 h 434644"/>
                <a:gd name="connsiteX83" fmla="*/ 622300 w 889033"/>
                <a:gd name="connsiteY83" fmla="*/ 272084 h 434644"/>
                <a:gd name="connsiteX84" fmla="*/ 581660 w 889033"/>
                <a:gd name="connsiteY84" fmla="*/ 267004 h 434644"/>
                <a:gd name="connsiteX85" fmla="*/ 518160 w 889033"/>
                <a:gd name="connsiteY85" fmla="*/ 269544 h 434644"/>
                <a:gd name="connsiteX86" fmla="*/ 480060 w 889033"/>
                <a:gd name="connsiteY86" fmla="*/ 277164 h 434644"/>
                <a:gd name="connsiteX87" fmla="*/ 464820 w 889033"/>
                <a:gd name="connsiteY87" fmla="*/ 282244 h 434644"/>
                <a:gd name="connsiteX88" fmla="*/ 421640 w 889033"/>
                <a:gd name="connsiteY88" fmla="*/ 279704 h 434644"/>
                <a:gd name="connsiteX89" fmla="*/ 386080 w 889033"/>
                <a:gd name="connsiteY89" fmla="*/ 269544 h 434644"/>
                <a:gd name="connsiteX90" fmla="*/ 353060 w 889033"/>
                <a:gd name="connsiteY90" fmla="*/ 272084 h 434644"/>
                <a:gd name="connsiteX91" fmla="*/ 340360 w 889033"/>
                <a:gd name="connsiteY91" fmla="*/ 302564 h 434644"/>
                <a:gd name="connsiteX92" fmla="*/ 330200 w 889033"/>
                <a:gd name="connsiteY92" fmla="*/ 330504 h 434644"/>
                <a:gd name="connsiteX93" fmla="*/ 320040 w 889033"/>
                <a:gd name="connsiteY93" fmla="*/ 348284 h 434644"/>
                <a:gd name="connsiteX94" fmla="*/ 309880 w 889033"/>
                <a:gd name="connsiteY94" fmla="*/ 358444 h 434644"/>
                <a:gd name="connsiteX95" fmla="*/ 279400 w 889033"/>
                <a:gd name="connsiteY95" fmla="*/ 368604 h 434644"/>
                <a:gd name="connsiteX96" fmla="*/ 266700 w 889033"/>
                <a:gd name="connsiteY96" fmla="*/ 373684 h 434644"/>
                <a:gd name="connsiteX97" fmla="*/ 182880 w 889033"/>
                <a:gd name="connsiteY97" fmla="*/ 371144 h 434644"/>
                <a:gd name="connsiteX98" fmla="*/ 175260 w 889033"/>
                <a:gd name="connsiteY98" fmla="*/ 373684 h 434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889033" h="434644">
                  <a:moveTo>
                    <a:pt x="175260" y="373684"/>
                  </a:moveTo>
                  <a:cubicBezTo>
                    <a:pt x="172720" y="371991"/>
                    <a:pt x="168837" y="365773"/>
                    <a:pt x="167640" y="360984"/>
                  </a:cubicBezTo>
                  <a:cubicBezTo>
                    <a:pt x="166991" y="358387"/>
                    <a:pt x="170180" y="356041"/>
                    <a:pt x="170180" y="353364"/>
                  </a:cubicBezTo>
                  <a:cubicBezTo>
                    <a:pt x="170180" y="344012"/>
                    <a:pt x="171822" y="333788"/>
                    <a:pt x="167640" y="325424"/>
                  </a:cubicBezTo>
                  <a:cubicBezTo>
                    <a:pt x="165709" y="321563"/>
                    <a:pt x="159105" y="324020"/>
                    <a:pt x="154940" y="322884"/>
                  </a:cubicBezTo>
                  <a:cubicBezTo>
                    <a:pt x="149774" y="321475"/>
                    <a:pt x="139700" y="317804"/>
                    <a:pt x="139700" y="317804"/>
                  </a:cubicBezTo>
                  <a:cubicBezTo>
                    <a:pt x="130615" y="308719"/>
                    <a:pt x="128941" y="305402"/>
                    <a:pt x="116840" y="300024"/>
                  </a:cubicBezTo>
                  <a:cubicBezTo>
                    <a:pt x="113650" y="298606"/>
                    <a:pt x="110037" y="298443"/>
                    <a:pt x="106680" y="297484"/>
                  </a:cubicBezTo>
                  <a:cubicBezTo>
                    <a:pt x="104106" y="296748"/>
                    <a:pt x="101600" y="295791"/>
                    <a:pt x="99060" y="294944"/>
                  </a:cubicBezTo>
                  <a:cubicBezTo>
                    <a:pt x="95673" y="296637"/>
                    <a:pt x="92188" y="298145"/>
                    <a:pt x="88900" y="300024"/>
                  </a:cubicBezTo>
                  <a:cubicBezTo>
                    <a:pt x="86250" y="301539"/>
                    <a:pt x="84010" y="303739"/>
                    <a:pt x="81280" y="305104"/>
                  </a:cubicBezTo>
                  <a:cubicBezTo>
                    <a:pt x="78885" y="306301"/>
                    <a:pt x="76200" y="306797"/>
                    <a:pt x="73660" y="307644"/>
                  </a:cubicBezTo>
                  <a:cubicBezTo>
                    <a:pt x="67553" y="312530"/>
                    <a:pt x="60416" y="318840"/>
                    <a:pt x="53340" y="322884"/>
                  </a:cubicBezTo>
                  <a:cubicBezTo>
                    <a:pt x="50052" y="324763"/>
                    <a:pt x="46567" y="326271"/>
                    <a:pt x="43180" y="327964"/>
                  </a:cubicBezTo>
                  <a:cubicBezTo>
                    <a:pt x="37253" y="324577"/>
                    <a:pt x="30810" y="321966"/>
                    <a:pt x="25400" y="317804"/>
                  </a:cubicBezTo>
                  <a:cubicBezTo>
                    <a:pt x="13479" y="308634"/>
                    <a:pt x="10212" y="304379"/>
                    <a:pt x="5080" y="292404"/>
                  </a:cubicBezTo>
                  <a:cubicBezTo>
                    <a:pt x="4025" y="289943"/>
                    <a:pt x="3121" y="287398"/>
                    <a:pt x="2540" y="284784"/>
                  </a:cubicBezTo>
                  <a:cubicBezTo>
                    <a:pt x="1423" y="279757"/>
                    <a:pt x="847" y="274624"/>
                    <a:pt x="0" y="269544"/>
                  </a:cubicBezTo>
                  <a:cubicBezTo>
                    <a:pt x="847" y="255997"/>
                    <a:pt x="-752" y="242072"/>
                    <a:pt x="2540" y="228904"/>
                  </a:cubicBezTo>
                  <a:cubicBezTo>
                    <a:pt x="3702" y="224258"/>
                    <a:pt x="9760" y="222525"/>
                    <a:pt x="12700" y="218744"/>
                  </a:cubicBezTo>
                  <a:cubicBezTo>
                    <a:pt x="15731" y="214847"/>
                    <a:pt x="17040" y="209734"/>
                    <a:pt x="20320" y="206044"/>
                  </a:cubicBezTo>
                  <a:cubicBezTo>
                    <a:pt x="23922" y="201992"/>
                    <a:pt x="29187" y="199717"/>
                    <a:pt x="33020" y="195884"/>
                  </a:cubicBezTo>
                  <a:cubicBezTo>
                    <a:pt x="44159" y="184745"/>
                    <a:pt x="31156" y="191047"/>
                    <a:pt x="45720" y="180644"/>
                  </a:cubicBezTo>
                  <a:cubicBezTo>
                    <a:pt x="52872" y="175535"/>
                    <a:pt x="57859" y="175069"/>
                    <a:pt x="66040" y="173024"/>
                  </a:cubicBezTo>
                  <a:lnTo>
                    <a:pt x="58420" y="142544"/>
                  </a:lnTo>
                  <a:lnTo>
                    <a:pt x="55880" y="132384"/>
                  </a:lnTo>
                  <a:cubicBezTo>
                    <a:pt x="56666" y="116673"/>
                    <a:pt x="53357" y="91705"/>
                    <a:pt x="60960" y="73964"/>
                  </a:cubicBezTo>
                  <a:cubicBezTo>
                    <a:pt x="65618" y="63095"/>
                    <a:pt x="66606" y="61959"/>
                    <a:pt x="76200" y="53644"/>
                  </a:cubicBezTo>
                  <a:cubicBezTo>
                    <a:pt x="88459" y="43019"/>
                    <a:pt x="101822" y="30673"/>
                    <a:pt x="116840" y="23164"/>
                  </a:cubicBezTo>
                  <a:cubicBezTo>
                    <a:pt x="124107" y="19530"/>
                    <a:pt x="131896" y="20035"/>
                    <a:pt x="139700" y="18084"/>
                  </a:cubicBezTo>
                  <a:cubicBezTo>
                    <a:pt x="154141" y="14474"/>
                    <a:pt x="159423" y="9508"/>
                    <a:pt x="175260" y="7924"/>
                  </a:cubicBezTo>
                  <a:cubicBezTo>
                    <a:pt x="193813" y="6069"/>
                    <a:pt x="212513" y="6231"/>
                    <a:pt x="231140" y="5384"/>
                  </a:cubicBezTo>
                  <a:cubicBezTo>
                    <a:pt x="281887" y="-1866"/>
                    <a:pt x="261689" y="304"/>
                    <a:pt x="358140" y="304"/>
                  </a:cubicBezTo>
                  <a:cubicBezTo>
                    <a:pt x="418259" y="304"/>
                    <a:pt x="478367" y="1997"/>
                    <a:pt x="538480" y="2844"/>
                  </a:cubicBezTo>
                  <a:cubicBezTo>
                    <a:pt x="549388" y="4056"/>
                    <a:pt x="567729" y="5853"/>
                    <a:pt x="579120" y="7924"/>
                  </a:cubicBezTo>
                  <a:cubicBezTo>
                    <a:pt x="587444" y="9438"/>
                    <a:pt x="612299" y="17489"/>
                    <a:pt x="614680" y="18084"/>
                  </a:cubicBezTo>
                  <a:cubicBezTo>
                    <a:pt x="619676" y="19333"/>
                    <a:pt x="624870" y="19614"/>
                    <a:pt x="629920" y="20624"/>
                  </a:cubicBezTo>
                  <a:cubicBezTo>
                    <a:pt x="633343" y="21309"/>
                    <a:pt x="636672" y="22407"/>
                    <a:pt x="640080" y="23164"/>
                  </a:cubicBezTo>
                  <a:cubicBezTo>
                    <a:pt x="644294" y="24101"/>
                    <a:pt x="648547" y="24857"/>
                    <a:pt x="652780" y="25704"/>
                  </a:cubicBezTo>
                  <a:cubicBezTo>
                    <a:pt x="655320" y="28244"/>
                    <a:pt x="657281" y="31542"/>
                    <a:pt x="660400" y="33324"/>
                  </a:cubicBezTo>
                  <a:cubicBezTo>
                    <a:pt x="663431" y="35056"/>
                    <a:pt x="667248" y="34760"/>
                    <a:pt x="670560" y="35864"/>
                  </a:cubicBezTo>
                  <a:cubicBezTo>
                    <a:pt x="680652" y="39228"/>
                    <a:pt x="702844" y="49767"/>
                    <a:pt x="708660" y="53644"/>
                  </a:cubicBezTo>
                  <a:cubicBezTo>
                    <a:pt x="725050" y="64570"/>
                    <a:pt x="706692" y="51613"/>
                    <a:pt x="728980" y="71424"/>
                  </a:cubicBezTo>
                  <a:cubicBezTo>
                    <a:pt x="732144" y="74236"/>
                    <a:pt x="735993" y="76212"/>
                    <a:pt x="739140" y="79044"/>
                  </a:cubicBezTo>
                  <a:cubicBezTo>
                    <a:pt x="749354" y="88236"/>
                    <a:pt x="758335" y="97115"/>
                    <a:pt x="764540" y="109524"/>
                  </a:cubicBezTo>
                  <a:cubicBezTo>
                    <a:pt x="766935" y="114313"/>
                    <a:pt x="767927" y="119684"/>
                    <a:pt x="769620" y="124764"/>
                  </a:cubicBezTo>
                  <a:cubicBezTo>
                    <a:pt x="768773" y="138311"/>
                    <a:pt x="769000" y="151967"/>
                    <a:pt x="767080" y="165404"/>
                  </a:cubicBezTo>
                  <a:cubicBezTo>
                    <a:pt x="764976" y="180134"/>
                    <a:pt x="757625" y="181146"/>
                    <a:pt x="746760" y="190804"/>
                  </a:cubicBezTo>
                  <a:cubicBezTo>
                    <a:pt x="744075" y="193190"/>
                    <a:pt x="741843" y="196059"/>
                    <a:pt x="739140" y="198424"/>
                  </a:cubicBezTo>
                  <a:cubicBezTo>
                    <a:pt x="736648" y="200605"/>
                    <a:pt x="723861" y="211144"/>
                    <a:pt x="718820" y="213664"/>
                  </a:cubicBezTo>
                  <a:cubicBezTo>
                    <a:pt x="716425" y="214861"/>
                    <a:pt x="713740" y="215357"/>
                    <a:pt x="711200" y="216204"/>
                  </a:cubicBezTo>
                  <a:cubicBezTo>
                    <a:pt x="720052" y="219155"/>
                    <a:pt x="725243" y="220486"/>
                    <a:pt x="734060" y="226364"/>
                  </a:cubicBezTo>
                  <a:cubicBezTo>
                    <a:pt x="737049" y="228357"/>
                    <a:pt x="738900" y="231709"/>
                    <a:pt x="741680" y="233984"/>
                  </a:cubicBezTo>
                  <a:cubicBezTo>
                    <a:pt x="748233" y="239345"/>
                    <a:pt x="754955" y="244528"/>
                    <a:pt x="762000" y="249224"/>
                  </a:cubicBezTo>
                  <a:lnTo>
                    <a:pt x="792480" y="269544"/>
                  </a:lnTo>
                  <a:cubicBezTo>
                    <a:pt x="795020" y="271237"/>
                    <a:pt x="797266" y="273490"/>
                    <a:pt x="800100" y="274624"/>
                  </a:cubicBezTo>
                  <a:lnTo>
                    <a:pt x="812800" y="279704"/>
                  </a:lnTo>
                  <a:cubicBezTo>
                    <a:pt x="831224" y="298128"/>
                    <a:pt x="807464" y="276369"/>
                    <a:pt x="833120" y="292404"/>
                  </a:cubicBezTo>
                  <a:cubicBezTo>
                    <a:pt x="836166" y="294308"/>
                    <a:pt x="838037" y="297659"/>
                    <a:pt x="840740" y="300024"/>
                  </a:cubicBezTo>
                  <a:cubicBezTo>
                    <a:pt x="844820" y="303594"/>
                    <a:pt x="849813" y="306154"/>
                    <a:pt x="853440" y="310184"/>
                  </a:cubicBezTo>
                  <a:cubicBezTo>
                    <a:pt x="875665" y="334878"/>
                    <a:pt x="853334" y="318580"/>
                    <a:pt x="871220" y="330504"/>
                  </a:cubicBezTo>
                  <a:lnTo>
                    <a:pt x="878840" y="353364"/>
                  </a:lnTo>
                  <a:cubicBezTo>
                    <a:pt x="879687" y="355904"/>
                    <a:pt x="879895" y="358756"/>
                    <a:pt x="881380" y="360984"/>
                  </a:cubicBezTo>
                  <a:lnTo>
                    <a:pt x="886460" y="368604"/>
                  </a:lnTo>
                  <a:cubicBezTo>
                    <a:pt x="887307" y="371991"/>
                    <a:pt x="889316" y="375287"/>
                    <a:pt x="889000" y="378764"/>
                  </a:cubicBezTo>
                  <a:cubicBezTo>
                    <a:pt x="887577" y="394412"/>
                    <a:pt x="882055" y="399342"/>
                    <a:pt x="873760" y="411784"/>
                  </a:cubicBezTo>
                  <a:cubicBezTo>
                    <a:pt x="872067" y="414324"/>
                    <a:pt x="871298" y="417833"/>
                    <a:pt x="868680" y="419404"/>
                  </a:cubicBezTo>
                  <a:cubicBezTo>
                    <a:pt x="864447" y="421944"/>
                    <a:pt x="860518" y="425079"/>
                    <a:pt x="855980" y="427024"/>
                  </a:cubicBezTo>
                  <a:cubicBezTo>
                    <a:pt x="848597" y="430188"/>
                    <a:pt x="833120" y="434644"/>
                    <a:pt x="833120" y="434644"/>
                  </a:cubicBezTo>
                  <a:cubicBezTo>
                    <a:pt x="821267" y="433797"/>
                    <a:pt x="809263" y="434169"/>
                    <a:pt x="797560" y="432104"/>
                  </a:cubicBezTo>
                  <a:cubicBezTo>
                    <a:pt x="794554" y="431573"/>
                    <a:pt x="792424" y="428798"/>
                    <a:pt x="789940" y="427024"/>
                  </a:cubicBezTo>
                  <a:cubicBezTo>
                    <a:pt x="773720" y="415438"/>
                    <a:pt x="784994" y="424217"/>
                    <a:pt x="772160" y="409244"/>
                  </a:cubicBezTo>
                  <a:cubicBezTo>
                    <a:pt x="769822" y="406517"/>
                    <a:pt x="766533" y="404613"/>
                    <a:pt x="764540" y="401624"/>
                  </a:cubicBezTo>
                  <a:cubicBezTo>
                    <a:pt x="761390" y="396898"/>
                    <a:pt x="759969" y="391176"/>
                    <a:pt x="756920" y="386384"/>
                  </a:cubicBezTo>
                  <a:cubicBezTo>
                    <a:pt x="751493" y="377856"/>
                    <a:pt x="745970" y="372894"/>
                    <a:pt x="739140" y="366064"/>
                  </a:cubicBezTo>
                  <a:cubicBezTo>
                    <a:pt x="736142" y="357071"/>
                    <a:pt x="736751" y="357700"/>
                    <a:pt x="731520" y="348284"/>
                  </a:cubicBezTo>
                  <a:cubicBezTo>
                    <a:pt x="729122" y="343968"/>
                    <a:pt x="727089" y="339353"/>
                    <a:pt x="723900" y="335584"/>
                  </a:cubicBezTo>
                  <a:cubicBezTo>
                    <a:pt x="717713" y="328272"/>
                    <a:pt x="710353" y="322037"/>
                    <a:pt x="703580" y="315264"/>
                  </a:cubicBezTo>
                  <a:cubicBezTo>
                    <a:pt x="701040" y="312724"/>
                    <a:pt x="699173" y="309250"/>
                    <a:pt x="695960" y="307644"/>
                  </a:cubicBezTo>
                  <a:cubicBezTo>
                    <a:pt x="672183" y="295755"/>
                    <a:pt x="699820" y="310331"/>
                    <a:pt x="675640" y="294944"/>
                  </a:cubicBezTo>
                  <a:cubicBezTo>
                    <a:pt x="669881" y="291279"/>
                    <a:pt x="663452" y="288698"/>
                    <a:pt x="657860" y="284784"/>
                  </a:cubicBezTo>
                  <a:cubicBezTo>
                    <a:pt x="654917" y="282724"/>
                    <a:pt x="653359" y="278946"/>
                    <a:pt x="650240" y="277164"/>
                  </a:cubicBezTo>
                  <a:cubicBezTo>
                    <a:pt x="647209" y="275432"/>
                    <a:pt x="643515" y="275248"/>
                    <a:pt x="640080" y="274624"/>
                  </a:cubicBezTo>
                  <a:cubicBezTo>
                    <a:pt x="634190" y="273553"/>
                    <a:pt x="628237" y="272858"/>
                    <a:pt x="622300" y="272084"/>
                  </a:cubicBezTo>
                  <a:lnTo>
                    <a:pt x="581660" y="267004"/>
                  </a:lnTo>
                  <a:cubicBezTo>
                    <a:pt x="560493" y="267851"/>
                    <a:pt x="539270" y="267785"/>
                    <a:pt x="518160" y="269544"/>
                  </a:cubicBezTo>
                  <a:cubicBezTo>
                    <a:pt x="513151" y="269961"/>
                    <a:pt x="489680" y="274278"/>
                    <a:pt x="480060" y="277164"/>
                  </a:cubicBezTo>
                  <a:cubicBezTo>
                    <a:pt x="474931" y="278703"/>
                    <a:pt x="469900" y="280551"/>
                    <a:pt x="464820" y="282244"/>
                  </a:cubicBezTo>
                  <a:cubicBezTo>
                    <a:pt x="450427" y="281397"/>
                    <a:pt x="435913" y="281743"/>
                    <a:pt x="421640" y="279704"/>
                  </a:cubicBezTo>
                  <a:cubicBezTo>
                    <a:pt x="411928" y="278317"/>
                    <a:pt x="397086" y="273213"/>
                    <a:pt x="386080" y="269544"/>
                  </a:cubicBezTo>
                  <a:cubicBezTo>
                    <a:pt x="375073" y="270391"/>
                    <a:pt x="362009" y="265621"/>
                    <a:pt x="353060" y="272084"/>
                  </a:cubicBezTo>
                  <a:cubicBezTo>
                    <a:pt x="344137" y="278528"/>
                    <a:pt x="343841" y="292122"/>
                    <a:pt x="340360" y="302564"/>
                  </a:cubicBezTo>
                  <a:cubicBezTo>
                    <a:pt x="336605" y="313828"/>
                    <a:pt x="334912" y="319901"/>
                    <a:pt x="330200" y="330504"/>
                  </a:cubicBezTo>
                  <a:cubicBezTo>
                    <a:pt x="327982" y="335493"/>
                    <a:pt x="323812" y="343884"/>
                    <a:pt x="320040" y="348284"/>
                  </a:cubicBezTo>
                  <a:cubicBezTo>
                    <a:pt x="316923" y="351920"/>
                    <a:pt x="313921" y="355873"/>
                    <a:pt x="309880" y="358444"/>
                  </a:cubicBezTo>
                  <a:cubicBezTo>
                    <a:pt x="293120" y="369109"/>
                    <a:pt x="295083" y="363899"/>
                    <a:pt x="279400" y="368604"/>
                  </a:cubicBezTo>
                  <a:cubicBezTo>
                    <a:pt x="275033" y="369914"/>
                    <a:pt x="270933" y="371991"/>
                    <a:pt x="266700" y="373684"/>
                  </a:cubicBezTo>
                  <a:cubicBezTo>
                    <a:pt x="238760" y="372837"/>
                    <a:pt x="210792" y="372653"/>
                    <a:pt x="182880" y="371144"/>
                  </a:cubicBezTo>
                  <a:cubicBezTo>
                    <a:pt x="128292" y="368193"/>
                    <a:pt x="177800" y="375377"/>
                    <a:pt x="175260" y="3736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4" name="Rectangle 63">
            <a:extLst>
              <a:ext uri="{FF2B5EF4-FFF2-40B4-BE49-F238E27FC236}">
                <a16:creationId xmlns:a16="http://schemas.microsoft.com/office/drawing/2014/main" id="{1EEEE6BE-F6BD-5093-8602-6F44EC2AA455}"/>
              </a:ext>
            </a:extLst>
          </p:cNvPr>
          <p:cNvSpPr/>
          <p:nvPr/>
        </p:nvSpPr>
        <p:spPr>
          <a:xfrm>
            <a:off x="5167978" y="2998796"/>
            <a:ext cx="422241" cy="1951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50" b="1" dirty="0">
                <a:solidFill>
                  <a:schemeClr val="tx1"/>
                </a:solidFill>
              </a:rPr>
              <a:t>EZH2</a:t>
            </a:r>
            <a:endParaRPr lang="en-US" sz="750" b="1" dirty="0">
              <a:solidFill>
                <a:schemeClr val="tx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538C2A0-A936-D28B-2FC9-F5F5CF9E051B}"/>
              </a:ext>
            </a:extLst>
          </p:cNvPr>
          <p:cNvSpPr/>
          <p:nvPr/>
        </p:nvSpPr>
        <p:spPr>
          <a:xfrm>
            <a:off x="6586297" y="2815000"/>
            <a:ext cx="605043" cy="1951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50" b="1" dirty="0">
                <a:solidFill>
                  <a:schemeClr val="tx1"/>
                </a:solidFill>
              </a:rPr>
              <a:t>RING1B</a:t>
            </a:r>
            <a:endParaRPr lang="en-US" sz="750" b="1" dirty="0">
              <a:solidFill>
                <a:schemeClr val="tx1"/>
              </a:solidFill>
            </a:endParaRPr>
          </a:p>
        </p:txBody>
      </p:sp>
      <p:pic>
        <p:nvPicPr>
          <p:cNvPr id="66" name="Picture 2">
            <a:extLst>
              <a:ext uri="{FF2B5EF4-FFF2-40B4-BE49-F238E27FC236}">
                <a16:creationId xmlns:a16="http://schemas.microsoft.com/office/drawing/2014/main" id="{D676889E-1BB9-9741-BD2F-29F6EB815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682" y="2666245"/>
            <a:ext cx="4006522" cy="1208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0DBA0128-5DF4-B391-6CBE-CB3BE3F900FF}"/>
              </a:ext>
            </a:extLst>
          </p:cNvPr>
          <p:cNvSpPr txBox="1"/>
          <p:nvPr/>
        </p:nvSpPr>
        <p:spPr>
          <a:xfrm>
            <a:off x="311027" y="2250998"/>
            <a:ext cx="2002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accent6">
                    <a:lumMod val="75000"/>
                  </a:schemeClr>
                </a:solidFill>
              </a:rPr>
              <a:t>DNA methylation </a:t>
            </a:r>
            <a:endParaRPr lang="en-US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DA1DD87-EE1C-D206-6AA7-1CEF504BC03C}"/>
              </a:ext>
            </a:extLst>
          </p:cNvPr>
          <p:cNvSpPr txBox="1"/>
          <p:nvPr/>
        </p:nvSpPr>
        <p:spPr>
          <a:xfrm>
            <a:off x="2496587" y="2250998"/>
            <a:ext cx="22024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DNA demethylation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E2519C1-B896-E216-B0B6-2E1CFF7C8C55}"/>
              </a:ext>
            </a:extLst>
          </p:cNvPr>
          <p:cNvSpPr/>
          <p:nvPr/>
        </p:nvSpPr>
        <p:spPr>
          <a:xfrm>
            <a:off x="4575564" y="713245"/>
            <a:ext cx="4294963" cy="3985755"/>
          </a:xfrm>
          <a:prstGeom prst="rect">
            <a:avLst/>
          </a:prstGeom>
          <a:solidFill>
            <a:srgbClr val="FFFFFF">
              <a:alpha val="7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165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C3A4EFE-4AF1-4A27-8736-A490E58A5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853" y="362395"/>
            <a:ext cx="11571890" cy="756665"/>
          </a:xfrm>
        </p:spPr>
        <p:txBody>
          <a:bodyPr>
            <a:normAutofit/>
          </a:bodyPr>
          <a:lstStyle/>
          <a:p>
            <a:pPr algn="ctr"/>
            <a:r>
              <a:rPr lang="en-GB" sz="2400" dirty="0"/>
              <a:t>Functional compensation of repressive systems to safeguard transcriptional silencing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83F4E1-92AF-4EDA-A539-98849C7FF7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505" y="976708"/>
            <a:ext cx="5017009" cy="17820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2A07D3-F32D-4FA1-8F5D-E480D3E47B77}"/>
              </a:ext>
            </a:extLst>
          </p:cNvPr>
          <p:cNvSpPr txBox="1"/>
          <p:nvPr/>
        </p:nvSpPr>
        <p:spPr>
          <a:xfrm>
            <a:off x="5834743" y="1048555"/>
            <a:ext cx="61164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effectLst/>
                <a:latin typeface="Calibri" panose="020F0502020204030204" pitchFamily="34" charset="0"/>
              </a:rPr>
              <a:t>In </a:t>
            </a:r>
            <a:r>
              <a:rPr lang="en-GB" sz="1800" dirty="0" err="1">
                <a:effectLst/>
                <a:latin typeface="Calibri" panose="020F0502020204030204" pitchFamily="34" charset="0"/>
              </a:rPr>
              <a:t>mES</a:t>
            </a:r>
            <a:r>
              <a:rPr lang="en-GB" sz="1800" dirty="0">
                <a:effectLst/>
                <a:latin typeface="Calibri" panose="020F0502020204030204" pitchFamily="34" charset="0"/>
              </a:rPr>
              <a:t> cells that undergo DNA hypomethylation, TE remain silenced thanks to H3K9me3 stable retention and H3K27me3 redistribution to transposons, ensuring genome stability. H3K9me3 and H3K27me3 can </a:t>
            </a:r>
            <a:r>
              <a:rPr lang="en-US" dirty="0"/>
              <a:t>co-occupy the same elements but in separate territories.</a:t>
            </a:r>
            <a:endParaRPr lang="en-GB" sz="1800" dirty="0">
              <a:effectLst/>
              <a:latin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765E6D-B296-40ED-84FD-117436F7FB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505" y="4751818"/>
            <a:ext cx="5017009" cy="13532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7D3FBF1-873C-4148-AE0A-349F75ECACA0}"/>
              </a:ext>
            </a:extLst>
          </p:cNvPr>
          <p:cNvSpPr txBox="1"/>
          <p:nvPr/>
        </p:nvSpPr>
        <p:spPr>
          <a:xfrm>
            <a:off x="5746352" y="4780673"/>
            <a:ext cx="59871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effectLst/>
                <a:latin typeface="Calibri" panose="020F0502020204030204" pitchFamily="34" charset="0"/>
              </a:rPr>
              <a:t>The erasure of DNA methylation in PGCs (E11.5-E12.5) leads to </a:t>
            </a:r>
            <a:r>
              <a:rPr lang="en-GB" sz="1800" dirty="0" err="1">
                <a:effectLst/>
                <a:latin typeface="Calibri" panose="020F0502020204030204" pitchFamily="34" charset="0"/>
              </a:rPr>
              <a:t>hypomehtylated</a:t>
            </a:r>
            <a:r>
              <a:rPr lang="en-GB" sz="1800" dirty="0">
                <a:effectLst/>
                <a:latin typeface="Calibri" panose="020F0502020204030204" pitchFamily="34" charset="0"/>
              </a:rPr>
              <a:t> TEs which remain silenced due to a </a:t>
            </a:r>
            <a:r>
              <a:rPr lang="en-GB" dirty="0">
                <a:latin typeface="Calibri" panose="020F0502020204030204" pitchFamily="34" charset="0"/>
              </a:rPr>
              <a:t>compensation by </a:t>
            </a:r>
            <a:r>
              <a:rPr lang="en-GB" sz="1800" dirty="0">
                <a:effectLst/>
                <a:latin typeface="Calibri" panose="020F0502020204030204" pitchFamily="34" charset="0"/>
              </a:rPr>
              <a:t>H3K27me9 or H3K27me3 (E13.5)</a:t>
            </a:r>
            <a:r>
              <a:rPr lang="en-GB" dirty="0">
                <a:latin typeface="Calibri" panose="020F0502020204030204" pitchFamily="34" charset="0"/>
              </a:rPr>
              <a:t> </a:t>
            </a:r>
            <a:r>
              <a:rPr lang="en-US" dirty="0"/>
              <a:t>in different or same TE (LINE1).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B2D52F-ABE2-45BC-9D27-C11C78B7C044}"/>
              </a:ext>
            </a:extLst>
          </p:cNvPr>
          <p:cNvSpPr txBox="1"/>
          <p:nvPr/>
        </p:nvSpPr>
        <p:spPr>
          <a:xfrm>
            <a:off x="458505" y="6180432"/>
            <a:ext cx="11854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The maintenance of silenced TEs in the absence of DNA methylation is supported by H3K27me3 and H3K9me3, indicating functional compensation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A34B5D-8051-4E1D-39F9-925529F89D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948" y="2908907"/>
            <a:ext cx="5017008" cy="16723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1B6EF5-FFC1-69BD-7CCD-41E4EA9C9ADC}"/>
              </a:ext>
            </a:extLst>
          </p:cNvPr>
          <p:cNvSpPr txBox="1"/>
          <p:nvPr/>
        </p:nvSpPr>
        <p:spPr>
          <a:xfrm>
            <a:off x="5746352" y="3297963"/>
            <a:ext cx="5569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SETDB1 is essential to repress LTRs in E13.5 PGCs prior to the onset of DNA methylation in the germline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63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BF549D-39BE-487F-AA8A-1A72BD645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706" y="1074342"/>
            <a:ext cx="5601185" cy="17517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B590BC-8CEA-46EF-A5A6-D176C785ED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706" y="3274933"/>
            <a:ext cx="5601185" cy="26443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A15797-F2A8-48C0-AF47-E5512B1AAE80}"/>
              </a:ext>
            </a:extLst>
          </p:cNvPr>
          <p:cNvSpPr txBox="1"/>
          <p:nvPr/>
        </p:nvSpPr>
        <p:spPr>
          <a:xfrm>
            <a:off x="6931437" y="4178019"/>
            <a:ext cx="47048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effectLst/>
                <a:latin typeface="Calibri" panose="020F0502020204030204" pitchFamily="34" charset="0"/>
              </a:rPr>
              <a:t>Bivalent genes commonly bound by TET1 are found </a:t>
            </a:r>
            <a:r>
              <a:rPr lang="en-GB" sz="1800" dirty="0" err="1">
                <a:effectLst/>
                <a:latin typeface="Calibri" panose="020F0502020204030204" pitchFamily="34" charset="0"/>
              </a:rPr>
              <a:t>hydroxymethylated</a:t>
            </a:r>
            <a:r>
              <a:rPr lang="en-GB" sz="1800" dirty="0">
                <a:effectLst/>
                <a:latin typeface="Calibri" panose="020F0502020204030204" pitchFamily="34" charset="0"/>
              </a:rPr>
              <a:t> and co-occupied by PRC2 in </a:t>
            </a:r>
            <a:r>
              <a:rPr lang="en-GB" sz="1800" dirty="0" err="1">
                <a:effectLst/>
                <a:latin typeface="Calibri" panose="020F0502020204030204" pitchFamily="34" charset="0"/>
              </a:rPr>
              <a:t>mES</a:t>
            </a:r>
            <a:r>
              <a:rPr lang="en-GB" sz="1800" dirty="0">
                <a:effectLst/>
                <a:latin typeface="Calibri" panose="020F0502020204030204" pitchFamily="34" charset="0"/>
              </a:rPr>
              <a:t> cells, which is absent in differentiated cells.</a:t>
            </a:r>
          </a:p>
          <a:p>
            <a:r>
              <a:rPr lang="en-US" dirty="0">
                <a:latin typeface="Calibri" panose="020F0502020204030204" pitchFamily="34" charset="0"/>
              </a:rPr>
              <a:t>Reduced 5hmC at bivalent promoters in Suz12 KO </a:t>
            </a:r>
            <a:r>
              <a:rPr lang="en-US" dirty="0" err="1">
                <a:latin typeface="Calibri" panose="020F0502020204030204" pitchFamily="34" charset="0"/>
              </a:rPr>
              <a:t>mESCs</a:t>
            </a:r>
            <a:r>
              <a:rPr lang="en-US" dirty="0">
                <a:latin typeface="Calibri" panose="020F0502020204030204" pitchFamily="34" charset="0"/>
              </a:rPr>
              <a:t> led to suggest that TET1 is recruited by PRC2</a:t>
            </a:r>
            <a:endParaRPr lang="en-GB" dirty="0"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66674F-BCF2-4A1A-A0E6-20F305FDFD1E}"/>
              </a:ext>
            </a:extLst>
          </p:cNvPr>
          <p:cNvSpPr txBox="1"/>
          <p:nvPr/>
        </p:nvSpPr>
        <p:spPr>
          <a:xfrm>
            <a:off x="6931437" y="966609"/>
            <a:ext cx="429985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solidFill>
                  <a:srgbClr val="222222"/>
                </a:solidFill>
                <a:effectLst/>
                <a:latin typeface="Harding"/>
              </a:rPr>
              <a:t>TET1 binds at TSS of CpG-rich promoters of transcriptionally active genes </a:t>
            </a:r>
          </a:p>
          <a:p>
            <a:r>
              <a:rPr lang="en-GB" dirty="0">
                <a:solidFill>
                  <a:srgbClr val="222222"/>
                </a:solidFill>
                <a:latin typeface="Harding"/>
              </a:rPr>
              <a:t>5hmC is enriched at </a:t>
            </a:r>
            <a:r>
              <a:rPr lang="en-GB" b="0" i="0" dirty="0">
                <a:solidFill>
                  <a:srgbClr val="222222"/>
                </a:solidFill>
                <a:effectLst/>
                <a:latin typeface="Harding"/>
              </a:rPr>
              <a:t>CpG-rich promoters, including many non-expressed genes </a:t>
            </a:r>
          </a:p>
          <a:p>
            <a:r>
              <a:rPr lang="en-GB" dirty="0">
                <a:solidFill>
                  <a:srgbClr val="222222"/>
                </a:solidFill>
                <a:latin typeface="Harding"/>
              </a:rPr>
              <a:t>TET1 KO </a:t>
            </a:r>
            <a:r>
              <a:rPr lang="en-GB" dirty="0" err="1">
                <a:solidFill>
                  <a:srgbClr val="222222"/>
                </a:solidFill>
                <a:latin typeface="Harding"/>
              </a:rPr>
              <a:t>mESCs</a:t>
            </a:r>
            <a:r>
              <a:rPr lang="en-GB" dirty="0">
                <a:solidFill>
                  <a:srgbClr val="222222"/>
                </a:solidFill>
                <a:latin typeface="Harding"/>
              </a:rPr>
              <a:t> show up and downregulated genes </a:t>
            </a:r>
          </a:p>
          <a:p>
            <a:endParaRPr lang="en-GB" b="0" i="0" dirty="0">
              <a:solidFill>
                <a:srgbClr val="222222"/>
              </a:solidFill>
              <a:effectLst/>
              <a:latin typeface="Harding"/>
            </a:endParaRPr>
          </a:p>
          <a:p>
            <a:r>
              <a:rPr lang="en-GB" b="0" i="0" dirty="0">
                <a:solidFill>
                  <a:srgbClr val="222222"/>
                </a:solidFill>
                <a:effectLst/>
                <a:latin typeface="Harding"/>
              </a:rPr>
              <a:t>TET1 binds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Harding"/>
              </a:rPr>
              <a:t>Polycomb</a:t>
            </a:r>
            <a:r>
              <a:rPr lang="en-GB" b="0" i="0" dirty="0">
                <a:solidFill>
                  <a:srgbClr val="222222"/>
                </a:solidFill>
                <a:effectLst/>
                <a:latin typeface="Harding"/>
              </a:rPr>
              <a:t> group target genes.</a:t>
            </a:r>
          </a:p>
          <a:p>
            <a:r>
              <a:rPr lang="en-GB" dirty="0">
                <a:solidFill>
                  <a:srgbClr val="222222"/>
                </a:solidFill>
                <a:latin typeface="Harding"/>
              </a:rPr>
              <a:t>Upregulated genes in TET1 KO overlap with upregulated genes in EED KO. </a:t>
            </a:r>
            <a:endParaRPr lang="en-GB" b="0" i="0" dirty="0">
              <a:solidFill>
                <a:srgbClr val="222222"/>
              </a:solidFill>
              <a:effectLst/>
              <a:latin typeface="Harding"/>
            </a:endParaRPr>
          </a:p>
          <a:p>
            <a:endParaRPr lang="en-GB" dirty="0">
              <a:solidFill>
                <a:srgbClr val="222222"/>
              </a:solidFill>
              <a:latin typeface="Harding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521475-A05D-456A-921D-3999B24A59C6}"/>
              </a:ext>
            </a:extLst>
          </p:cNvPr>
          <p:cNvSpPr txBox="1"/>
          <p:nvPr/>
        </p:nvSpPr>
        <p:spPr>
          <a:xfrm>
            <a:off x="2024743" y="7642872"/>
            <a:ext cx="8142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is the role of TET enzymes and 5hmC on repressive chromatin systems?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C476CFA-9545-4190-AB1F-8C9C72245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9657" y="432855"/>
            <a:ext cx="7217228" cy="756665"/>
          </a:xfrm>
        </p:spPr>
        <p:txBody>
          <a:bodyPr>
            <a:normAutofit/>
          </a:bodyPr>
          <a:lstStyle/>
          <a:p>
            <a:pPr algn="ctr"/>
            <a:r>
              <a:rPr lang="en-GB" sz="2400" dirty="0"/>
              <a:t>Functional co-operation between epigenetic players</a:t>
            </a: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F6018F-6339-4E68-85B0-8237BF0BAB02}"/>
              </a:ext>
            </a:extLst>
          </p:cNvPr>
          <p:cNvSpPr txBox="1"/>
          <p:nvPr/>
        </p:nvSpPr>
        <p:spPr>
          <a:xfrm>
            <a:off x="2242191" y="6240479"/>
            <a:ext cx="8639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is the role of TET enzymes and 5hmC in </a:t>
            </a:r>
            <a:r>
              <a:rPr lang="en-GB" dirty="0" err="1"/>
              <a:t>Polycomb</a:t>
            </a:r>
            <a:r>
              <a:rPr lang="en-GB" dirty="0"/>
              <a:t>-mediated repression?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676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>
            <a:extLst>
              <a:ext uri="{FF2B5EF4-FFF2-40B4-BE49-F238E27FC236}">
                <a16:creationId xmlns:a16="http://schemas.microsoft.com/office/drawing/2014/main" id="{8DD03056-36B9-4F65-8B00-9CE2FCD6E7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114" y="4293457"/>
            <a:ext cx="5355771" cy="1615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B436CC9-F63F-47B3-A4D0-7A4C36150DBC}"/>
              </a:ext>
            </a:extLst>
          </p:cNvPr>
          <p:cNvSpPr txBox="1"/>
          <p:nvPr/>
        </p:nvSpPr>
        <p:spPr>
          <a:xfrm>
            <a:off x="4007289" y="3781534"/>
            <a:ext cx="1847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DNA methylation 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3E5EC8-DB21-4FD2-AE09-32C611A97685}"/>
              </a:ext>
            </a:extLst>
          </p:cNvPr>
          <p:cNvSpPr txBox="1"/>
          <p:nvPr/>
        </p:nvSpPr>
        <p:spPr>
          <a:xfrm>
            <a:off x="6183085" y="3781534"/>
            <a:ext cx="203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DNA demethylation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C4AFBF-C8A9-4667-9B0C-4C390A9AE0D2}"/>
              </a:ext>
            </a:extLst>
          </p:cNvPr>
          <p:cNvSpPr txBox="1"/>
          <p:nvPr/>
        </p:nvSpPr>
        <p:spPr>
          <a:xfrm>
            <a:off x="1279071" y="192794"/>
            <a:ext cx="9633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+mj-lt"/>
              </a:rPr>
              <a:t>Role of TET enzymes and DNA </a:t>
            </a:r>
            <a:r>
              <a:rPr lang="en-GB" sz="2400" dirty="0" err="1">
                <a:latin typeface="+mj-lt"/>
              </a:rPr>
              <a:t>hydroxymethylation</a:t>
            </a:r>
            <a:r>
              <a:rPr lang="en-GB" sz="2400" dirty="0">
                <a:latin typeface="+mj-lt"/>
              </a:rPr>
              <a:t> in chromatin regulation</a:t>
            </a:r>
            <a:endParaRPr lang="en-US" sz="2400" dirty="0"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60BC1C-24AE-4DC0-8ABE-15CE7F3F55A2}"/>
              </a:ext>
            </a:extLst>
          </p:cNvPr>
          <p:cNvSpPr txBox="1"/>
          <p:nvPr/>
        </p:nvSpPr>
        <p:spPr>
          <a:xfrm>
            <a:off x="517324" y="948746"/>
            <a:ext cx="1121526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TET activity prevents DNA methylation maintenance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TET activity and 5hmC has been associated to active transcription, but also to colocalization with PRC2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Does the absence of TET activity leads to global DNA hypermethylation and disruption of transcriptional regulation?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KO of TET enzymes in </a:t>
            </a:r>
            <a:r>
              <a:rPr lang="en-US" dirty="0" err="1"/>
              <a:t>mESCs</a:t>
            </a:r>
            <a:r>
              <a:rPr lang="en-US" dirty="0"/>
              <a:t> (TTKO) is well tolerated in vitro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TTKO exhibit a similar morphology to WT cells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TTKOs do not show major transcriptional changes compared to WT cells 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3AECD2-39DA-4C94-B5B4-B97D4CA94554}"/>
              </a:ext>
            </a:extLst>
          </p:cNvPr>
          <p:cNvSpPr txBox="1"/>
          <p:nvPr/>
        </p:nvSpPr>
        <p:spPr>
          <a:xfrm>
            <a:off x="2158181" y="6333592"/>
            <a:ext cx="8202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Do TET proteins have major roles in regulating chromatin and gene expression?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577908-7DD9-3710-47B9-4C2EB331932B}"/>
              </a:ext>
            </a:extLst>
          </p:cNvPr>
          <p:cNvSpPr txBox="1"/>
          <p:nvPr/>
        </p:nvSpPr>
        <p:spPr>
          <a:xfrm>
            <a:off x="-2780503" y="4320130"/>
            <a:ext cx="221605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Could TTKO be differentiated into other cell types? Could they reshape the epigenome to adapt to differentiated cells? 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2225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5AB16D-F8FE-4251-8174-22ED8B968D1A}"/>
              </a:ext>
            </a:extLst>
          </p:cNvPr>
          <p:cNvSpPr txBox="1"/>
          <p:nvPr/>
        </p:nvSpPr>
        <p:spPr>
          <a:xfrm>
            <a:off x="446715" y="1001669"/>
            <a:ext cx="11488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+mj-lt"/>
              </a:rPr>
              <a:t>What is the interplay of TET enzymes and 5hmC with other repressive epigenetic systems?</a:t>
            </a:r>
            <a:endParaRPr lang="en-US" sz="24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FB4F1B-C485-4A0B-81A4-3348F9456B01}"/>
              </a:ext>
            </a:extLst>
          </p:cNvPr>
          <p:cNvSpPr txBox="1"/>
          <p:nvPr/>
        </p:nvSpPr>
        <p:spPr>
          <a:xfrm>
            <a:off x="446715" y="1916791"/>
            <a:ext cx="1174528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In the absence of TET enzymes, is DNA hypermethylation prevented by other epigenetic players?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What is the genome-wide distribution of </a:t>
            </a:r>
            <a:r>
              <a:rPr lang="en-GB" sz="2000" dirty="0" err="1"/>
              <a:t>hmC</a:t>
            </a:r>
            <a:r>
              <a:rPr lang="en-GB" sz="2000" dirty="0"/>
              <a:t> and what is the correlation with transcriptional activity?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Does the absence of 5hmC leads to remodelling of other repressive chromatin marks?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Is there an active co-operation between </a:t>
            </a:r>
            <a:r>
              <a:rPr lang="en-GB" sz="2000" dirty="0" err="1"/>
              <a:t>Polycomb</a:t>
            </a:r>
            <a:r>
              <a:rPr lang="en-GB" sz="2000" dirty="0"/>
              <a:t> and TET activities to coordinate transcriptional silencing?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47F8E8-D2E5-4253-B8FC-B37F261FB6FC}"/>
              </a:ext>
            </a:extLst>
          </p:cNvPr>
          <p:cNvSpPr txBox="1"/>
          <p:nvPr/>
        </p:nvSpPr>
        <p:spPr>
          <a:xfrm>
            <a:off x="1905000" y="-1770528"/>
            <a:ext cx="9372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?</a:t>
            </a:r>
          </a:p>
          <a:p>
            <a:r>
              <a:rPr lang="en-GB" dirty="0"/>
              <a:t>What is the functional redundancy between repressive epigenetic systems?</a:t>
            </a:r>
          </a:p>
          <a:p>
            <a:r>
              <a:rPr lang="en-GB" dirty="0"/>
              <a:t>Mutually exclusive marks are functionally redundant</a:t>
            </a:r>
            <a:endParaRPr lang="en-US" dirty="0"/>
          </a:p>
          <a:p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708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44AD9C9-CCB6-4213-9CB3-23C3351E8C11}"/>
              </a:ext>
            </a:extLst>
          </p:cNvPr>
          <p:cNvSpPr txBox="1"/>
          <p:nvPr/>
        </p:nvSpPr>
        <p:spPr>
          <a:xfrm>
            <a:off x="6156385" y="2338272"/>
            <a:ext cx="514885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accent6">
                    <a:lumMod val="75000"/>
                  </a:schemeClr>
                </a:solidFill>
              </a:rPr>
              <a:t>5mC</a:t>
            </a:r>
            <a:endParaRPr lang="en-US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23C2A5AB-FBA6-40AA-82E5-7D86290A5B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9879"/>
          <a:stretch/>
        </p:blipFill>
        <p:spPr bwMode="auto">
          <a:xfrm>
            <a:off x="4084745" y="1201115"/>
            <a:ext cx="4997299" cy="1207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9CCA41DF-0215-4926-9C3F-F3671A324728}"/>
              </a:ext>
            </a:extLst>
          </p:cNvPr>
          <p:cNvSpPr txBox="1"/>
          <p:nvPr/>
        </p:nvSpPr>
        <p:spPr>
          <a:xfrm>
            <a:off x="8132356" y="2307420"/>
            <a:ext cx="609462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5hmC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12" name="Multiplication Sign 11">
            <a:extLst>
              <a:ext uri="{FF2B5EF4-FFF2-40B4-BE49-F238E27FC236}">
                <a16:creationId xmlns:a16="http://schemas.microsoft.com/office/drawing/2014/main" id="{C2730549-7F72-6672-A4C1-DB19265932BA}"/>
              </a:ext>
            </a:extLst>
          </p:cNvPr>
          <p:cNvSpPr/>
          <p:nvPr/>
        </p:nvSpPr>
        <p:spPr>
          <a:xfrm>
            <a:off x="7867696" y="1098779"/>
            <a:ext cx="1023023" cy="1250733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100AA5-8215-D3C6-36E8-3CF71AC281FB}"/>
              </a:ext>
            </a:extLst>
          </p:cNvPr>
          <p:cNvSpPr txBox="1"/>
          <p:nvPr/>
        </p:nvSpPr>
        <p:spPr>
          <a:xfrm>
            <a:off x="268115" y="1648179"/>
            <a:ext cx="24227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DNA </a:t>
            </a:r>
            <a:r>
              <a:rPr lang="en-GB" dirty="0" err="1">
                <a:solidFill>
                  <a:schemeClr val="accent6">
                    <a:lumMod val="75000"/>
                  </a:schemeClr>
                </a:solidFill>
              </a:rPr>
              <a:t>Methyltrasnferase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  <a:p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Triple KO (DTKO)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AD7CC8-2A64-C2C2-14E1-EBB5218391A0}"/>
              </a:ext>
            </a:extLst>
          </p:cNvPr>
          <p:cNvSpPr txBox="1"/>
          <p:nvPr/>
        </p:nvSpPr>
        <p:spPr>
          <a:xfrm>
            <a:off x="9132400" y="1620417"/>
            <a:ext cx="2324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Lack of 5mC and 5hmC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66BCE4-C05B-212A-1586-6703F332D4AF}"/>
              </a:ext>
            </a:extLst>
          </p:cNvPr>
          <p:cNvSpPr txBox="1"/>
          <p:nvPr/>
        </p:nvSpPr>
        <p:spPr>
          <a:xfrm>
            <a:off x="268115" y="3237515"/>
            <a:ext cx="2092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TET Triple KO (TTKO)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B5A53E-2DF4-CC9D-E8DF-7001A914EBBF}"/>
              </a:ext>
            </a:extLst>
          </p:cNvPr>
          <p:cNvSpPr txBox="1"/>
          <p:nvPr/>
        </p:nvSpPr>
        <p:spPr>
          <a:xfrm>
            <a:off x="9132400" y="3153216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Lack of 5hmC</a:t>
            </a:r>
            <a:endParaRPr lang="en-US" dirty="0">
              <a:solidFill>
                <a:srgbClr val="00B050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D46A21D-255E-64F7-2B8C-FA30FD18047F}"/>
              </a:ext>
            </a:extLst>
          </p:cNvPr>
          <p:cNvGrpSpPr/>
          <p:nvPr/>
        </p:nvGrpSpPr>
        <p:grpSpPr>
          <a:xfrm>
            <a:off x="4641372" y="4391469"/>
            <a:ext cx="3488469" cy="2016656"/>
            <a:chOff x="6141567" y="922047"/>
            <a:chExt cx="3863357" cy="2233376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64D8056-54A8-9292-DC90-974E27E6F958}"/>
                </a:ext>
              </a:extLst>
            </p:cNvPr>
            <p:cNvGrpSpPr/>
            <p:nvPr/>
          </p:nvGrpSpPr>
          <p:grpSpPr>
            <a:xfrm>
              <a:off x="6141567" y="922047"/>
              <a:ext cx="3730101" cy="2233376"/>
              <a:chOff x="6002867" y="723961"/>
              <a:chExt cx="3959981" cy="2371015"/>
            </a:xfrm>
          </p:grpSpPr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9259F9D7-5CBC-0E52-97C3-3F60414F368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635" r="11975" b="3296"/>
              <a:stretch/>
            </p:blipFill>
            <p:spPr>
              <a:xfrm>
                <a:off x="6002867" y="867267"/>
                <a:ext cx="3959981" cy="2104533"/>
              </a:xfrm>
              <a:prstGeom prst="rect">
                <a:avLst/>
              </a:prstGeom>
            </p:spPr>
          </p:pic>
          <p:sp>
            <p:nvSpPr>
              <p:cNvPr id="31" name="Free-form: Shape 30">
                <a:extLst>
                  <a:ext uri="{FF2B5EF4-FFF2-40B4-BE49-F238E27FC236}">
                    <a16:creationId xmlns:a16="http://schemas.microsoft.com/office/drawing/2014/main" id="{B474ED1C-6E4F-CD1A-E49D-CF24823D41BE}"/>
                  </a:ext>
                </a:extLst>
              </p:cNvPr>
              <p:cNvSpPr/>
              <p:nvPr/>
            </p:nvSpPr>
            <p:spPr>
              <a:xfrm>
                <a:off x="6035792" y="1151468"/>
                <a:ext cx="982133" cy="440266"/>
              </a:xfrm>
              <a:custGeom>
                <a:avLst/>
                <a:gdLst>
                  <a:gd name="connsiteX0" fmla="*/ 459081 w 970844"/>
                  <a:gd name="connsiteY0" fmla="*/ 60207 h 436503"/>
                  <a:gd name="connsiteX1" fmla="*/ 428977 w 970844"/>
                  <a:gd name="connsiteY1" fmla="*/ 41392 h 436503"/>
                  <a:gd name="connsiteX2" fmla="*/ 413926 w 970844"/>
                  <a:gd name="connsiteY2" fmla="*/ 33866 h 436503"/>
                  <a:gd name="connsiteX3" fmla="*/ 395111 w 970844"/>
                  <a:gd name="connsiteY3" fmla="*/ 22577 h 436503"/>
                  <a:gd name="connsiteX4" fmla="*/ 365007 w 970844"/>
                  <a:gd name="connsiteY4" fmla="*/ 11289 h 436503"/>
                  <a:gd name="connsiteX5" fmla="*/ 323614 w 970844"/>
                  <a:gd name="connsiteY5" fmla="*/ 0 h 436503"/>
                  <a:gd name="connsiteX6" fmla="*/ 210726 w 970844"/>
                  <a:gd name="connsiteY6" fmla="*/ 3763 h 436503"/>
                  <a:gd name="connsiteX7" fmla="*/ 195674 w 970844"/>
                  <a:gd name="connsiteY7" fmla="*/ 7526 h 436503"/>
                  <a:gd name="connsiteX8" fmla="*/ 90311 w 970844"/>
                  <a:gd name="connsiteY8" fmla="*/ 15051 h 436503"/>
                  <a:gd name="connsiteX9" fmla="*/ 52681 w 970844"/>
                  <a:gd name="connsiteY9" fmla="*/ 45155 h 436503"/>
                  <a:gd name="connsiteX10" fmla="*/ 45155 w 970844"/>
                  <a:gd name="connsiteY10" fmla="*/ 60207 h 436503"/>
                  <a:gd name="connsiteX11" fmla="*/ 33866 w 970844"/>
                  <a:gd name="connsiteY11" fmla="*/ 63970 h 436503"/>
                  <a:gd name="connsiteX12" fmla="*/ 22577 w 970844"/>
                  <a:gd name="connsiteY12" fmla="*/ 71496 h 436503"/>
                  <a:gd name="connsiteX13" fmla="*/ 7526 w 970844"/>
                  <a:gd name="connsiteY13" fmla="*/ 97837 h 436503"/>
                  <a:gd name="connsiteX14" fmla="*/ 0 w 970844"/>
                  <a:gd name="connsiteY14" fmla="*/ 135466 h 436503"/>
                  <a:gd name="connsiteX15" fmla="*/ 30103 w 970844"/>
                  <a:gd name="connsiteY15" fmla="*/ 184385 h 436503"/>
                  <a:gd name="connsiteX16" fmla="*/ 45155 w 970844"/>
                  <a:gd name="connsiteY16" fmla="*/ 191911 h 436503"/>
                  <a:gd name="connsiteX17" fmla="*/ 60207 w 970844"/>
                  <a:gd name="connsiteY17" fmla="*/ 203200 h 436503"/>
                  <a:gd name="connsiteX18" fmla="*/ 86548 w 970844"/>
                  <a:gd name="connsiteY18" fmla="*/ 210726 h 436503"/>
                  <a:gd name="connsiteX19" fmla="*/ 97837 w 970844"/>
                  <a:gd name="connsiteY19" fmla="*/ 218251 h 436503"/>
                  <a:gd name="connsiteX20" fmla="*/ 131703 w 970844"/>
                  <a:gd name="connsiteY20" fmla="*/ 225777 h 436503"/>
                  <a:gd name="connsiteX21" fmla="*/ 184385 w 970844"/>
                  <a:gd name="connsiteY21" fmla="*/ 237066 h 436503"/>
                  <a:gd name="connsiteX22" fmla="*/ 218251 w 970844"/>
                  <a:gd name="connsiteY22" fmla="*/ 240829 h 436503"/>
                  <a:gd name="connsiteX23" fmla="*/ 199437 w 970844"/>
                  <a:gd name="connsiteY23" fmla="*/ 248355 h 436503"/>
                  <a:gd name="connsiteX24" fmla="*/ 184385 w 970844"/>
                  <a:gd name="connsiteY24" fmla="*/ 270933 h 436503"/>
                  <a:gd name="connsiteX25" fmla="*/ 180622 w 970844"/>
                  <a:gd name="connsiteY25" fmla="*/ 289748 h 436503"/>
                  <a:gd name="connsiteX26" fmla="*/ 188148 w 970844"/>
                  <a:gd name="connsiteY26" fmla="*/ 312326 h 436503"/>
                  <a:gd name="connsiteX27" fmla="*/ 218251 w 970844"/>
                  <a:gd name="connsiteY27" fmla="*/ 365007 h 436503"/>
                  <a:gd name="connsiteX28" fmla="*/ 244592 w 970844"/>
                  <a:gd name="connsiteY28" fmla="*/ 387585 h 436503"/>
                  <a:gd name="connsiteX29" fmla="*/ 263407 w 970844"/>
                  <a:gd name="connsiteY29" fmla="*/ 391348 h 436503"/>
                  <a:gd name="connsiteX30" fmla="*/ 301037 w 970844"/>
                  <a:gd name="connsiteY30" fmla="*/ 406400 h 436503"/>
                  <a:gd name="connsiteX31" fmla="*/ 338666 w 970844"/>
                  <a:gd name="connsiteY31" fmla="*/ 402637 h 436503"/>
                  <a:gd name="connsiteX32" fmla="*/ 349955 w 970844"/>
                  <a:gd name="connsiteY32" fmla="*/ 398874 h 436503"/>
                  <a:gd name="connsiteX33" fmla="*/ 440266 w 970844"/>
                  <a:gd name="connsiteY33" fmla="*/ 402637 h 436503"/>
                  <a:gd name="connsiteX34" fmla="*/ 455318 w 970844"/>
                  <a:gd name="connsiteY34" fmla="*/ 410163 h 436503"/>
                  <a:gd name="connsiteX35" fmla="*/ 496711 w 970844"/>
                  <a:gd name="connsiteY35" fmla="*/ 402637 h 436503"/>
                  <a:gd name="connsiteX36" fmla="*/ 523051 w 970844"/>
                  <a:gd name="connsiteY36" fmla="*/ 383822 h 436503"/>
                  <a:gd name="connsiteX37" fmla="*/ 549392 w 970844"/>
                  <a:gd name="connsiteY37" fmla="*/ 387585 h 436503"/>
                  <a:gd name="connsiteX38" fmla="*/ 560681 w 970844"/>
                  <a:gd name="connsiteY38" fmla="*/ 398874 h 436503"/>
                  <a:gd name="connsiteX39" fmla="*/ 602074 w 970844"/>
                  <a:gd name="connsiteY39" fmla="*/ 410163 h 436503"/>
                  <a:gd name="connsiteX40" fmla="*/ 628414 w 970844"/>
                  <a:gd name="connsiteY40" fmla="*/ 417689 h 436503"/>
                  <a:gd name="connsiteX41" fmla="*/ 654755 w 970844"/>
                  <a:gd name="connsiteY41" fmla="*/ 421451 h 436503"/>
                  <a:gd name="connsiteX42" fmla="*/ 669807 w 970844"/>
                  <a:gd name="connsiteY42" fmla="*/ 425214 h 436503"/>
                  <a:gd name="connsiteX43" fmla="*/ 730014 w 970844"/>
                  <a:gd name="connsiteY43" fmla="*/ 436503 h 436503"/>
                  <a:gd name="connsiteX44" fmla="*/ 827851 w 970844"/>
                  <a:gd name="connsiteY44" fmla="*/ 432740 h 436503"/>
                  <a:gd name="connsiteX45" fmla="*/ 839140 w 970844"/>
                  <a:gd name="connsiteY45" fmla="*/ 428977 h 436503"/>
                  <a:gd name="connsiteX46" fmla="*/ 869244 w 970844"/>
                  <a:gd name="connsiteY46" fmla="*/ 421451 h 436503"/>
                  <a:gd name="connsiteX47" fmla="*/ 891822 w 970844"/>
                  <a:gd name="connsiteY47" fmla="*/ 410163 h 436503"/>
                  <a:gd name="connsiteX48" fmla="*/ 929451 w 970844"/>
                  <a:gd name="connsiteY48" fmla="*/ 398874 h 436503"/>
                  <a:gd name="connsiteX49" fmla="*/ 940740 w 970844"/>
                  <a:gd name="connsiteY49" fmla="*/ 391348 h 436503"/>
                  <a:gd name="connsiteX50" fmla="*/ 963318 w 970844"/>
                  <a:gd name="connsiteY50" fmla="*/ 365007 h 436503"/>
                  <a:gd name="connsiteX51" fmla="*/ 967081 w 970844"/>
                  <a:gd name="connsiteY51" fmla="*/ 338666 h 436503"/>
                  <a:gd name="connsiteX52" fmla="*/ 970844 w 970844"/>
                  <a:gd name="connsiteY52" fmla="*/ 323614 h 436503"/>
                  <a:gd name="connsiteX53" fmla="*/ 967081 w 970844"/>
                  <a:gd name="connsiteY53" fmla="*/ 297274 h 436503"/>
                  <a:gd name="connsiteX54" fmla="*/ 963318 w 970844"/>
                  <a:gd name="connsiteY54" fmla="*/ 278459 h 436503"/>
                  <a:gd name="connsiteX55" fmla="*/ 933214 w 970844"/>
                  <a:gd name="connsiteY55" fmla="*/ 255881 h 436503"/>
                  <a:gd name="connsiteX56" fmla="*/ 921926 w 970844"/>
                  <a:gd name="connsiteY56" fmla="*/ 240829 h 436503"/>
                  <a:gd name="connsiteX57" fmla="*/ 891822 w 970844"/>
                  <a:gd name="connsiteY57" fmla="*/ 229540 h 436503"/>
                  <a:gd name="connsiteX58" fmla="*/ 880533 w 970844"/>
                  <a:gd name="connsiteY58" fmla="*/ 225777 h 436503"/>
                  <a:gd name="connsiteX59" fmla="*/ 854192 w 970844"/>
                  <a:gd name="connsiteY59" fmla="*/ 214489 h 436503"/>
                  <a:gd name="connsiteX60" fmla="*/ 869244 w 970844"/>
                  <a:gd name="connsiteY60" fmla="*/ 199437 h 436503"/>
                  <a:gd name="connsiteX61" fmla="*/ 888059 w 970844"/>
                  <a:gd name="connsiteY61" fmla="*/ 173096 h 436503"/>
                  <a:gd name="connsiteX62" fmla="*/ 891822 w 970844"/>
                  <a:gd name="connsiteY62" fmla="*/ 158044 h 436503"/>
                  <a:gd name="connsiteX63" fmla="*/ 903111 w 970844"/>
                  <a:gd name="connsiteY63" fmla="*/ 131703 h 436503"/>
                  <a:gd name="connsiteX64" fmla="*/ 899348 w 970844"/>
                  <a:gd name="connsiteY64" fmla="*/ 109126 h 436503"/>
                  <a:gd name="connsiteX65" fmla="*/ 888059 w 970844"/>
                  <a:gd name="connsiteY65" fmla="*/ 94074 h 436503"/>
                  <a:gd name="connsiteX66" fmla="*/ 876770 w 970844"/>
                  <a:gd name="connsiteY66" fmla="*/ 82785 h 436503"/>
                  <a:gd name="connsiteX67" fmla="*/ 846666 w 970844"/>
                  <a:gd name="connsiteY67" fmla="*/ 75259 h 436503"/>
                  <a:gd name="connsiteX68" fmla="*/ 827851 w 970844"/>
                  <a:gd name="connsiteY68" fmla="*/ 63970 h 436503"/>
                  <a:gd name="connsiteX69" fmla="*/ 812800 w 970844"/>
                  <a:gd name="connsiteY69" fmla="*/ 52681 h 436503"/>
                  <a:gd name="connsiteX70" fmla="*/ 797748 w 970844"/>
                  <a:gd name="connsiteY70" fmla="*/ 48918 h 436503"/>
                  <a:gd name="connsiteX71" fmla="*/ 782696 w 970844"/>
                  <a:gd name="connsiteY71" fmla="*/ 41392 h 436503"/>
                  <a:gd name="connsiteX72" fmla="*/ 767644 w 970844"/>
                  <a:gd name="connsiteY72" fmla="*/ 37629 h 436503"/>
                  <a:gd name="connsiteX73" fmla="*/ 748829 w 970844"/>
                  <a:gd name="connsiteY73" fmla="*/ 30103 h 436503"/>
                  <a:gd name="connsiteX74" fmla="*/ 722488 w 970844"/>
                  <a:gd name="connsiteY74" fmla="*/ 26340 h 436503"/>
                  <a:gd name="connsiteX75" fmla="*/ 703674 w 970844"/>
                  <a:gd name="connsiteY75" fmla="*/ 18814 h 436503"/>
                  <a:gd name="connsiteX76" fmla="*/ 564444 w 970844"/>
                  <a:gd name="connsiteY76" fmla="*/ 18814 h 436503"/>
                  <a:gd name="connsiteX77" fmla="*/ 549392 w 970844"/>
                  <a:gd name="connsiteY77" fmla="*/ 26340 h 436503"/>
                  <a:gd name="connsiteX78" fmla="*/ 515526 w 970844"/>
                  <a:gd name="connsiteY78" fmla="*/ 33866 h 436503"/>
                  <a:gd name="connsiteX79" fmla="*/ 500474 w 970844"/>
                  <a:gd name="connsiteY79" fmla="*/ 41392 h 436503"/>
                  <a:gd name="connsiteX80" fmla="*/ 489185 w 970844"/>
                  <a:gd name="connsiteY80" fmla="*/ 48918 h 436503"/>
                  <a:gd name="connsiteX81" fmla="*/ 466607 w 970844"/>
                  <a:gd name="connsiteY81" fmla="*/ 56444 h 436503"/>
                  <a:gd name="connsiteX82" fmla="*/ 459081 w 970844"/>
                  <a:gd name="connsiteY82" fmla="*/ 60207 h 436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</a:cxnLst>
                <a:rect l="l" t="t" r="r" b="b"/>
                <a:pathLst>
                  <a:path w="970844" h="436503">
                    <a:moveTo>
                      <a:pt x="459081" y="60207"/>
                    </a:moveTo>
                    <a:cubicBezTo>
                      <a:pt x="416790" y="43291"/>
                      <a:pt x="459645" y="63298"/>
                      <a:pt x="428977" y="41392"/>
                    </a:cubicBezTo>
                    <a:cubicBezTo>
                      <a:pt x="424413" y="38132"/>
                      <a:pt x="418829" y="36590"/>
                      <a:pt x="413926" y="33866"/>
                    </a:cubicBezTo>
                    <a:cubicBezTo>
                      <a:pt x="407532" y="30314"/>
                      <a:pt x="401505" y="26129"/>
                      <a:pt x="395111" y="22577"/>
                    </a:cubicBezTo>
                    <a:cubicBezTo>
                      <a:pt x="372013" y="9745"/>
                      <a:pt x="388654" y="19171"/>
                      <a:pt x="365007" y="11289"/>
                    </a:cubicBezTo>
                    <a:cubicBezTo>
                      <a:pt x="328742" y="-798"/>
                      <a:pt x="364564" y="6825"/>
                      <a:pt x="323614" y="0"/>
                    </a:cubicBezTo>
                    <a:cubicBezTo>
                      <a:pt x="285985" y="1254"/>
                      <a:pt x="248311" y="1552"/>
                      <a:pt x="210726" y="3763"/>
                    </a:cubicBezTo>
                    <a:cubicBezTo>
                      <a:pt x="205563" y="4067"/>
                      <a:pt x="200823" y="7043"/>
                      <a:pt x="195674" y="7526"/>
                    </a:cubicBezTo>
                    <a:cubicBezTo>
                      <a:pt x="160617" y="10812"/>
                      <a:pt x="125432" y="12543"/>
                      <a:pt x="90311" y="15051"/>
                    </a:cubicBezTo>
                    <a:cubicBezTo>
                      <a:pt x="77768" y="25086"/>
                      <a:pt x="59865" y="30788"/>
                      <a:pt x="52681" y="45155"/>
                    </a:cubicBezTo>
                    <a:cubicBezTo>
                      <a:pt x="50172" y="50172"/>
                      <a:pt x="49122" y="56240"/>
                      <a:pt x="45155" y="60207"/>
                    </a:cubicBezTo>
                    <a:cubicBezTo>
                      <a:pt x="42350" y="63012"/>
                      <a:pt x="37414" y="62196"/>
                      <a:pt x="33866" y="63970"/>
                    </a:cubicBezTo>
                    <a:cubicBezTo>
                      <a:pt x="29821" y="65993"/>
                      <a:pt x="26340" y="68987"/>
                      <a:pt x="22577" y="71496"/>
                    </a:cubicBezTo>
                    <a:cubicBezTo>
                      <a:pt x="16337" y="80856"/>
                      <a:pt x="11619" y="86921"/>
                      <a:pt x="7526" y="97837"/>
                    </a:cubicBezTo>
                    <a:cubicBezTo>
                      <a:pt x="4158" y="106819"/>
                      <a:pt x="1301" y="127661"/>
                      <a:pt x="0" y="135466"/>
                    </a:cubicBezTo>
                    <a:cubicBezTo>
                      <a:pt x="4835" y="154808"/>
                      <a:pt x="7214" y="172941"/>
                      <a:pt x="30103" y="184385"/>
                    </a:cubicBezTo>
                    <a:cubicBezTo>
                      <a:pt x="35120" y="186894"/>
                      <a:pt x="40398" y="188938"/>
                      <a:pt x="45155" y="191911"/>
                    </a:cubicBezTo>
                    <a:cubicBezTo>
                      <a:pt x="50473" y="195235"/>
                      <a:pt x="54762" y="200088"/>
                      <a:pt x="60207" y="203200"/>
                    </a:cubicBezTo>
                    <a:cubicBezTo>
                      <a:pt x="64406" y="205599"/>
                      <a:pt x="83289" y="209911"/>
                      <a:pt x="86548" y="210726"/>
                    </a:cubicBezTo>
                    <a:cubicBezTo>
                      <a:pt x="90311" y="213234"/>
                      <a:pt x="93792" y="216229"/>
                      <a:pt x="97837" y="218251"/>
                    </a:cubicBezTo>
                    <a:cubicBezTo>
                      <a:pt x="107603" y="223133"/>
                      <a:pt x="122066" y="223849"/>
                      <a:pt x="131703" y="225777"/>
                    </a:cubicBezTo>
                    <a:cubicBezTo>
                      <a:pt x="157347" y="230906"/>
                      <a:pt x="146180" y="232821"/>
                      <a:pt x="184385" y="237066"/>
                    </a:cubicBezTo>
                    <a:lnTo>
                      <a:pt x="218251" y="240829"/>
                    </a:lnTo>
                    <a:cubicBezTo>
                      <a:pt x="211980" y="243338"/>
                      <a:pt x="204485" y="243867"/>
                      <a:pt x="199437" y="248355"/>
                    </a:cubicBezTo>
                    <a:cubicBezTo>
                      <a:pt x="192677" y="254364"/>
                      <a:pt x="184385" y="270933"/>
                      <a:pt x="184385" y="270933"/>
                    </a:cubicBezTo>
                    <a:cubicBezTo>
                      <a:pt x="183131" y="277205"/>
                      <a:pt x="180043" y="283378"/>
                      <a:pt x="180622" y="289748"/>
                    </a:cubicBezTo>
                    <a:cubicBezTo>
                      <a:pt x="181340" y="297649"/>
                      <a:pt x="185023" y="305034"/>
                      <a:pt x="188148" y="312326"/>
                    </a:cubicBezTo>
                    <a:cubicBezTo>
                      <a:pt x="195277" y="328960"/>
                      <a:pt x="206626" y="350476"/>
                      <a:pt x="218251" y="365007"/>
                    </a:cubicBezTo>
                    <a:cubicBezTo>
                      <a:pt x="222295" y="370062"/>
                      <a:pt x="236454" y="384533"/>
                      <a:pt x="244592" y="387585"/>
                    </a:cubicBezTo>
                    <a:cubicBezTo>
                      <a:pt x="250581" y="389831"/>
                      <a:pt x="257339" y="389325"/>
                      <a:pt x="263407" y="391348"/>
                    </a:cubicBezTo>
                    <a:cubicBezTo>
                      <a:pt x="276223" y="395620"/>
                      <a:pt x="301037" y="406400"/>
                      <a:pt x="301037" y="406400"/>
                    </a:cubicBezTo>
                    <a:cubicBezTo>
                      <a:pt x="313580" y="405146"/>
                      <a:pt x="326207" y="404554"/>
                      <a:pt x="338666" y="402637"/>
                    </a:cubicBezTo>
                    <a:cubicBezTo>
                      <a:pt x="342586" y="402034"/>
                      <a:pt x="345988" y="398874"/>
                      <a:pt x="349955" y="398874"/>
                    </a:cubicBezTo>
                    <a:cubicBezTo>
                      <a:pt x="380085" y="398874"/>
                      <a:pt x="410162" y="401383"/>
                      <a:pt x="440266" y="402637"/>
                    </a:cubicBezTo>
                    <a:cubicBezTo>
                      <a:pt x="445283" y="405146"/>
                      <a:pt x="449731" y="409655"/>
                      <a:pt x="455318" y="410163"/>
                    </a:cubicBezTo>
                    <a:cubicBezTo>
                      <a:pt x="465206" y="411062"/>
                      <a:pt x="485634" y="405406"/>
                      <a:pt x="496711" y="402637"/>
                    </a:cubicBezTo>
                    <a:cubicBezTo>
                      <a:pt x="503508" y="395840"/>
                      <a:pt x="512156" y="384813"/>
                      <a:pt x="523051" y="383822"/>
                    </a:cubicBezTo>
                    <a:cubicBezTo>
                      <a:pt x="531884" y="383019"/>
                      <a:pt x="540612" y="386331"/>
                      <a:pt x="549392" y="387585"/>
                    </a:cubicBezTo>
                    <a:cubicBezTo>
                      <a:pt x="553155" y="391348"/>
                      <a:pt x="555921" y="396494"/>
                      <a:pt x="560681" y="398874"/>
                    </a:cubicBezTo>
                    <a:cubicBezTo>
                      <a:pt x="567718" y="402392"/>
                      <a:pt x="591912" y="407260"/>
                      <a:pt x="602074" y="410163"/>
                    </a:cubicBezTo>
                    <a:cubicBezTo>
                      <a:pt x="616174" y="414192"/>
                      <a:pt x="612246" y="414750"/>
                      <a:pt x="628414" y="417689"/>
                    </a:cubicBezTo>
                    <a:cubicBezTo>
                      <a:pt x="637140" y="419275"/>
                      <a:pt x="646029" y="419865"/>
                      <a:pt x="654755" y="421451"/>
                    </a:cubicBezTo>
                    <a:cubicBezTo>
                      <a:pt x="659843" y="422376"/>
                      <a:pt x="664750" y="424130"/>
                      <a:pt x="669807" y="425214"/>
                    </a:cubicBezTo>
                    <a:cubicBezTo>
                      <a:pt x="701383" y="431980"/>
                      <a:pt x="702892" y="431983"/>
                      <a:pt x="730014" y="436503"/>
                    </a:cubicBezTo>
                    <a:cubicBezTo>
                      <a:pt x="762626" y="435249"/>
                      <a:pt x="795292" y="434985"/>
                      <a:pt x="827851" y="432740"/>
                    </a:cubicBezTo>
                    <a:cubicBezTo>
                      <a:pt x="831808" y="432467"/>
                      <a:pt x="835292" y="429939"/>
                      <a:pt x="839140" y="428977"/>
                    </a:cubicBezTo>
                    <a:cubicBezTo>
                      <a:pt x="851693" y="425839"/>
                      <a:pt x="858183" y="426367"/>
                      <a:pt x="869244" y="421451"/>
                    </a:cubicBezTo>
                    <a:cubicBezTo>
                      <a:pt x="876933" y="418034"/>
                      <a:pt x="884010" y="413288"/>
                      <a:pt x="891822" y="410163"/>
                    </a:cubicBezTo>
                    <a:cubicBezTo>
                      <a:pt x="904968" y="404905"/>
                      <a:pt x="916695" y="407378"/>
                      <a:pt x="929451" y="398874"/>
                    </a:cubicBezTo>
                    <a:cubicBezTo>
                      <a:pt x="933214" y="396365"/>
                      <a:pt x="937266" y="394243"/>
                      <a:pt x="940740" y="391348"/>
                    </a:cubicBezTo>
                    <a:cubicBezTo>
                      <a:pt x="951222" y="382613"/>
                      <a:pt x="955013" y="376081"/>
                      <a:pt x="963318" y="365007"/>
                    </a:cubicBezTo>
                    <a:cubicBezTo>
                      <a:pt x="964572" y="356227"/>
                      <a:pt x="965494" y="347392"/>
                      <a:pt x="967081" y="338666"/>
                    </a:cubicBezTo>
                    <a:cubicBezTo>
                      <a:pt x="968006" y="333578"/>
                      <a:pt x="970844" y="328786"/>
                      <a:pt x="970844" y="323614"/>
                    </a:cubicBezTo>
                    <a:cubicBezTo>
                      <a:pt x="970844" y="314745"/>
                      <a:pt x="968539" y="306022"/>
                      <a:pt x="967081" y="297274"/>
                    </a:cubicBezTo>
                    <a:cubicBezTo>
                      <a:pt x="966030" y="290965"/>
                      <a:pt x="967368" y="283409"/>
                      <a:pt x="963318" y="278459"/>
                    </a:cubicBezTo>
                    <a:cubicBezTo>
                      <a:pt x="955375" y="268751"/>
                      <a:pt x="940740" y="265916"/>
                      <a:pt x="933214" y="255881"/>
                    </a:cubicBezTo>
                    <a:cubicBezTo>
                      <a:pt x="929451" y="250864"/>
                      <a:pt x="926688" y="244911"/>
                      <a:pt x="921926" y="240829"/>
                    </a:cubicBezTo>
                    <a:cubicBezTo>
                      <a:pt x="913158" y="233313"/>
                      <a:pt x="902258" y="232522"/>
                      <a:pt x="891822" y="229540"/>
                    </a:cubicBezTo>
                    <a:cubicBezTo>
                      <a:pt x="888008" y="228450"/>
                      <a:pt x="884081" y="227551"/>
                      <a:pt x="880533" y="225777"/>
                    </a:cubicBezTo>
                    <a:cubicBezTo>
                      <a:pt x="854549" y="212785"/>
                      <a:pt x="885515" y="222318"/>
                      <a:pt x="854192" y="214489"/>
                    </a:cubicBezTo>
                    <a:cubicBezTo>
                      <a:pt x="859209" y="209472"/>
                      <a:pt x="864572" y="204777"/>
                      <a:pt x="869244" y="199437"/>
                    </a:cubicBezTo>
                    <a:cubicBezTo>
                      <a:pt x="875779" y="191969"/>
                      <a:pt x="882439" y="181525"/>
                      <a:pt x="888059" y="173096"/>
                    </a:cubicBezTo>
                    <a:cubicBezTo>
                      <a:pt x="889313" y="168079"/>
                      <a:pt x="889785" y="162798"/>
                      <a:pt x="891822" y="158044"/>
                    </a:cubicBezTo>
                    <a:cubicBezTo>
                      <a:pt x="907414" y="121662"/>
                      <a:pt x="892308" y="174916"/>
                      <a:pt x="903111" y="131703"/>
                    </a:cubicBezTo>
                    <a:cubicBezTo>
                      <a:pt x="901857" y="124177"/>
                      <a:pt x="902182" y="116210"/>
                      <a:pt x="899348" y="109126"/>
                    </a:cubicBezTo>
                    <a:cubicBezTo>
                      <a:pt x="897019" y="103303"/>
                      <a:pt x="892141" y="98836"/>
                      <a:pt x="888059" y="94074"/>
                    </a:cubicBezTo>
                    <a:cubicBezTo>
                      <a:pt x="884596" y="90033"/>
                      <a:pt x="881198" y="85737"/>
                      <a:pt x="876770" y="82785"/>
                    </a:cubicBezTo>
                    <a:cubicBezTo>
                      <a:pt x="871811" y="79479"/>
                      <a:pt x="849380" y="75802"/>
                      <a:pt x="846666" y="75259"/>
                    </a:cubicBezTo>
                    <a:cubicBezTo>
                      <a:pt x="840394" y="71496"/>
                      <a:pt x="833937" y="68027"/>
                      <a:pt x="827851" y="63970"/>
                    </a:cubicBezTo>
                    <a:cubicBezTo>
                      <a:pt x="822633" y="60491"/>
                      <a:pt x="818409" y="55486"/>
                      <a:pt x="812800" y="52681"/>
                    </a:cubicBezTo>
                    <a:cubicBezTo>
                      <a:pt x="808174" y="50368"/>
                      <a:pt x="802590" y="50734"/>
                      <a:pt x="797748" y="48918"/>
                    </a:cubicBezTo>
                    <a:cubicBezTo>
                      <a:pt x="792496" y="46948"/>
                      <a:pt x="787948" y="43362"/>
                      <a:pt x="782696" y="41392"/>
                    </a:cubicBezTo>
                    <a:cubicBezTo>
                      <a:pt x="777854" y="39576"/>
                      <a:pt x="772550" y="39264"/>
                      <a:pt x="767644" y="37629"/>
                    </a:cubicBezTo>
                    <a:cubicBezTo>
                      <a:pt x="761236" y="35493"/>
                      <a:pt x="755382" y="31741"/>
                      <a:pt x="748829" y="30103"/>
                    </a:cubicBezTo>
                    <a:cubicBezTo>
                      <a:pt x="740224" y="27952"/>
                      <a:pt x="731268" y="27594"/>
                      <a:pt x="722488" y="26340"/>
                    </a:cubicBezTo>
                    <a:cubicBezTo>
                      <a:pt x="716217" y="23831"/>
                      <a:pt x="710144" y="20755"/>
                      <a:pt x="703674" y="18814"/>
                    </a:cubicBezTo>
                    <a:cubicBezTo>
                      <a:pt x="663050" y="6626"/>
                      <a:pt x="580943" y="18298"/>
                      <a:pt x="564444" y="18814"/>
                    </a:cubicBezTo>
                    <a:cubicBezTo>
                      <a:pt x="559427" y="21323"/>
                      <a:pt x="554765" y="24728"/>
                      <a:pt x="549392" y="26340"/>
                    </a:cubicBezTo>
                    <a:cubicBezTo>
                      <a:pt x="521826" y="34610"/>
                      <a:pt x="534611" y="25686"/>
                      <a:pt x="515526" y="33866"/>
                    </a:cubicBezTo>
                    <a:cubicBezTo>
                      <a:pt x="510370" y="36076"/>
                      <a:pt x="505344" y="38609"/>
                      <a:pt x="500474" y="41392"/>
                    </a:cubicBezTo>
                    <a:cubicBezTo>
                      <a:pt x="496547" y="43636"/>
                      <a:pt x="493318" y="47081"/>
                      <a:pt x="489185" y="48918"/>
                    </a:cubicBezTo>
                    <a:cubicBezTo>
                      <a:pt x="481936" y="52140"/>
                      <a:pt x="474133" y="53935"/>
                      <a:pt x="466607" y="56444"/>
                    </a:cubicBezTo>
                    <a:lnTo>
                      <a:pt x="459081" y="60207"/>
                    </a:lnTo>
                    <a:close/>
                  </a:path>
                </a:pathLst>
              </a:custGeom>
              <a:solidFill>
                <a:schemeClr val="bg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BFEE61F-E891-6938-F482-48DEA1FCEC39}"/>
                  </a:ext>
                </a:extLst>
              </p:cNvPr>
              <p:cNvSpPr/>
              <p:nvPr/>
            </p:nvSpPr>
            <p:spPr>
              <a:xfrm>
                <a:off x="6292735" y="1022465"/>
                <a:ext cx="374072" cy="12900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B3A0ACC3-39B8-2789-ECF0-E84F6D5DFD1B}"/>
                  </a:ext>
                </a:extLst>
              </p:cNvPr>
              <p:cNvSpPr/>
              <p:nvPr/>
            </p:nvSpPr>
            <p:spPr>
              <a:xfrm>
                <a:off x="6139905" y="771867"/>
                <a:ext cx="746162" cy="30200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dirty="0">
                    <a:solidFill>
                      <a:srgbClr val="FF0000"/>
                    </a:solidFill>
                  </a:rPr>
                  <a:t>PRC2</a:t>
                </a:r>
                <a:endParaRPr lang="en-US" sz="16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4" name="Free-form: Shape 33">
                <a:extLst>
                  <a:ext uri="{FF2B5EF4-FFF2-40B4-BE49-F238E27FC236}">
                    <a16:creationId xmlns:a16="http://schemas.microsoft.com/office/drawing/2014/main" id="{A3630909-8B2A-B127-139B-D2A1F88DA84E}"/>
                  </a:ext>
                </a:extLst>
              </p:cNvPr>
              <p:cNvSpPr/>
              <p:nvPr/>
            </p:nvSpPr>
            <p:spPr>
              <a:xfrm>
                <a:off x="6002868" y="2252133"/>
                <a:ext cx="1020236" cy="770467"/>
              </a:xfrm>
              <a:custGeom>
                <a:avLst/>
                <a:gdLst>
                  <a:gd name="connsiteX0" fmla="*/ 364067 w 1003303"/>
                  <a:gd name="connsiteY0" fmla="*/ 156633 h 766233"/>
                  <a:gd name="connsiteX1" fmla="*/ 359833 w 1003303"/>
                  <a:gd name="connsiteY1" fmla="*/ 177800 h 766233"/>
                  <a:gd name="connsiteX2" fmla="*/ 347133 w 1003303"/>
                  <a:gd name="connsiteY2" fmla="*/ 186266 h 766233"/>
                  <a:gd name="connsiteX3" fmla="*/ 334433 w 1003303"/>
                  <a:gd name="connsiteY3" fmla="*/ 165100 h 766233"/>
                  <a:gd name="connsiteX4" fmla="*/ 304800 w 1003303"/>
                  <a:gd name="connsiteY4" fmla="*/ 139700 h 766233"/>
                  <a:gd name="connsiteX5" fmla="*/ 270933 w 1003303"/>
                  <a:gd name="connsiteY5" fmla="*/ 131233 h 766233"/>
                  <a:gd name="connsiteX6" fmla="*/ 160867 w 1003303"/>
                  <a:gd name="connsiteY6" fmla="*/ 135466 h 766233"/>
                  <a:gd name="connsiteX7" fmla="*/ 127000 w 1003303"/>
                  <a:gd name="connsiteY7" fmla="*/ 143933 h 766233"/>
                  <a:gd name="connsiteX8" fmla="*/ 105833 w 1003303"/>
                  <a:gd name="connsiteY8" fmla="*/ 156633 h 766233"/>
                  <a:gd name="connsiteX9" fmla="*/ 84667 w 1003303"/>
                  <a:gd name="connsiteY9" fmla="*/ 160866 h 766233"/>
                  <a:gd name="connsiteX10" fmla="*/ 71967 w 1003303"/>
                  <a:gd name="connsiteY10" fmla="*/ 165100 h 766233"/>
                  <a:gd name="connsiteX11" fmla="*/ 55033 w 1003303"/>
                  <a:gd name="connsiteY11" fmla="*/ 177800 h 766233"/>
                  <a:gd name="connsiteX12" fmla="*/ 33867 w 1003303"/>
                  <a:gd name="connsiteY12" fmla="*/ 190500 h 766233"/>
                  <a:gd name="connsiteX13" fmla="*/ 21167 w 1003303"/>
                  <a:gd name="connsiteY13" fmla="*/ 198966 h 766233"/>
                  <a:gd name="connsiteX14" fmla="*/ 0 w 1003303"/>
                  <a:gd name="connsiteY14" fmla="*/ 241300 h 766233"/>
                  <a:gd name="connsiteX15" fmla="*/ 8467 w 1003303"/>
                  <a:gd name="connsiteY15" fmla="*/ 283633 h 766233"/>
                  <a:gd name="connsiteX16" fmla="*/ 29633 w 1003303"/>
                  <a:gd name="connsiteY16" fmla="*/ 304800 h 766233"/>
                  <a:gd name="connsiteX17" fmla="*/ 76200 w 1003303"/>
                  <a:gd name="connsiteY17" fmla="*/ 321733 h 766233"/>
                  <a:gd name="connsiteX18" fmla="*/ 101600 w 1003303"/>
                  <a:gd name="connsiteY18" fmla="*/ 325966 h 766233"/>
                  <a:gd name="connsiteX19" fmla="*/ 55033 w 1003303"/>
                  <a:gd name="connsiteY19" fmla="*/ 347133 h 766233"/>
                  <a:gd name="connsiteX20" fmla="*/ 25400 w 1003303"/>
                  <a:gd name="connsiteY20" fmla="*/ 372533 h 766233"/>
                  <a:gd name="connsiteX21" fmla="*/ 8467 w 1003303"/>
                  <a:gd name="connsiteY21" fmla="*/ 410633 h 766233"/>
                  <a:gd name="connsiteX22" fmla="*/ 21167 w 1003303"/>
                  <a:gd name="connsiteY22" fmla="*/ 461433 h 766233"/>
                  <a:gd name="connsiteX23" fmla="*/ 29633 w 1003303"/>
                  <a:gd name="connsiteY23" fmla="*/ 482600 h 766233"/>
                  <a:gd name="connsiteX24" fmla="*/ 84667 w 1003303"/>
                  <a:gd name="connsiteY24" fmla="*/ 520700 h 766233"/>
                  <a:gd name="connsiteX25" fmla="*/ 101600 w 1003303"/>
                  <a:gd name="connsiteY25" fmla="*/ 529166 h 766233"/>
                  <a:gd name="connsiteX26" fmla="*/ 131233 w 1003303"/>
                  <a:gd name="connsiteY26" fmla="*/ 533400 h 766233"/>
                  <a:gd name="connsiteX27" fmla="*/ 198967 w 1003303"/>
                  <a:gd name="connsiteY27" fmla="*/ 546100 h 766233"/>
                  <a:gd name="connsiteX28" fmla="*/ 182033 w 1003303"/>
                  <a:gd name="connsiteY28" fmla="*/ 571500 h 766233"/>
                  <a:gd name="connsiteX29" fmla="*/ 169333 w 1003303"/>
                  <a:gd name="connsiteY29" fmla="*/ 609600 h 766233"/>
                  <a:gd name="connsiteX30" fmla="*/ 177800 w 1003303"/>
                  <a:gd name="connsiteY30" fmla="*/ 673100 h 766233"/>
                  <a:gd name="connsiteX31" fmla="*/ 186267 w 1003303"/>
                  <a:gd name="connsiteY31" fmla="*/ 685800 h 766233"/>
                  <a:gd name="connsiteX32" fmla="*/ 194733 w 1003303"/>
                  <a:gd name="connsiteY32" fmla="*/ 702733 h 766233"/>
                  <a:gd name="connsiteX33" fmla="*/ 198967 w 1003303"/>
                  <a:gd name="connsiteY33" fmla="*/ 715433 h 766233"/>
                  <a:gd name="connsiteX34" fmla="*/ 211667 w 1003303"/>
                  <a:gd name="connsiteY34" fmla="*/ 723900 h 766233"/>
                  <a:gd name="connsiteX35" fmla="*/ 245533 w 1003303"/>
                  <a:gd name="connsiteY35" fmla="*/ 745066 h 766233"/>
                  <a:gd name="connsiteX36" fmla="*/ 266700 w 1003303"/>
                  <a:gd name="connsiteY36" fmla="*/ 757766 h 766233"/>
                  <a:gd name="connsiteX37" fmla="*/ 313267 w 1003303"/>
                  <a:gd name="connsiteY37" fmla="*/ 766233 h 766233"/>
                  <a:gd name="connsiteX38" fmla="*/ 452967 w 1003303"/>
                  <a:gd name="connsiteY38" fmla="*/ 762000 h 766233"/>
                  <a:gd name="connsiteX39" fmla="*/ 491067 w 1003303"/>
                  <a:gd name="connsiteY39" fmla="*/ 740833 h 766233"/>
                  <a:gd name="connsiteX40" fmla="*/ 512233 w 1003303"/>
                  <a:gd name="connsiteY40" fmla="*/ 736600 h 766233"/>
                  <a:gd name="connsiteX41" fmla="*/ 546100 w 1003303"/>
                  <a:gd name="connsiteY41" fmla="*/ 728133 h 766233"/>
                  <a:gd name="connsiteX42" fmla="*/ 558800 w 1003303"/>
                  <a:gd name="connsiteY42" fmla="*/ 706966 h 766233"/>
                  <a:gd name="connsiteX43" fmla="*/ 563033 w 1003303"/>
                  <a:gd name="connsiteY43" fmla="*/ 690033 h 766233"/>
                  <a:gd name="connsiteX44" fmla="*/ 579967 w 1003303"/>
                  <a:gd name="connsiteY44" fmla="*/ 647700 h 766233"/>
                  <a:gd name="connsiteX45" fmla="*/ 575733 w 1003303"/>
                  <a:gd name="connsiteY45" fmla="*/ 609600 h 766233"/>
                  <a:gd name="connsiteX46" fmla="*/ 571500 w 1003303"/>
                  <a:gd name="connsiteY46" fmla="*/ 596900 h 766233"/>
                  <a:gd name="connsiteX47" fmla="*/ 622300 w 1003303"/>
                  <a:gd name="connsiteY47" fmla="*/ 622300 h 766233"/>
                  <a:gd name="connsiteX48" fmla="*/ 639233 w 1003303"/>
                  <a:gd name="connsiteY48" fmla="*/ 626533 h 766233"/>
                  <a:gd name="connsiteX49" fmla="*/ 664633 w 1003303"/>
                  <a:gd name="connsiteY49" fmla="*/ 635000 h 766233"/>
                  <a:gd name="connsiteX50" fmla="*/ 791633 w 1003303"/>
                  <a:gd name="connsiteY50" fmla="*/ 630766 h 766233"/>
                  <a:gd name="connsiteX51" fmla="*/ 804333 w 1003303"/>
                  <a:gd name="connsiteY51" fmla="*/ 626533 h 766233"/>
                  <a:gd name="connsiteX52" fmla="*/ 846667 w 1003303"/>
                  <a:gd name="connsiteY52" fmla="*/ 622300 h 766233"/>
                  <a:gd name="connsiteX53" fmla="*/ 872067 w 1003303"/>
                  <a:gd name="connsiteY53" fmla="*/ 618066 h 766233"/>
                  <a:gd name="connsiteX54" fmla="*/ 905933 w 1003303"/>
                  <a:gd name="connsiteY54" fmla="*/ 605366 h 766233"/>
                  <a:gd name="connsiteX55" fmla="*/ 927100 w 1003303"/>
                  <a:gd name="connsiteY55" fmla="*/ 601133 h 766233"/>
                  <a:gd name="connsiteX56" fmla="*/ 965200 w 1003303"/>
                  <a:gd name="connsiteY56" fmla="*/ 575733 h 766233"/>
                  <a:gd name="connsiteX57" fmla="*/ 969433 w 1003303"/>
                  <a:gd name="connsiteY57" fmla="*/ 563033 h 766233"/>
                  <a:gd name="connsiteX58" fmla="*/ 986367 w 1003303"/>
                  <a:gd name="connsiteY58" fmla="*/ 537633 h 766233"/>
                  <a:gd name="connsiteX59" fmla="*/ 990600 w 1003303"/>
                  <a:gd name="connsiteY59" fmla="*/ 520700 h 766233"/>
                  <a:gd name="connsiteX60" fmla="*/ 1003300 w 1003303"/>
                  <a:gd name="connsiteY60" fmla="*/ 499533 h 766233"/>
                  <a:gd name="connsiteX61" fmla="*/ 986367 w 1003303"/>
                  <a:gd name="connsiteY61" fmla="*/ 444500 h 766233"/>
                  <a:gd name="connsiteX62" fmla="*/ 969433 w 1003303"/>
                  <a:gd name="connsiteY62" fmla="*/ 440266 h 766233"/>
                  <a:gd name="connsiteX63" fmla="*/ 956733 w 1003303"/>
                  <a:gd name="connsiteY63" fmla="*/ 436033 h 766233"/>
                  <a:gd name="connsiteX64" fmla="*/ 939800 w 1003303"/>
                  <a:gd name="connsiteY64" fmla="*/ 427566 h 766233"/>
                  <a:gd name="connsiteX65" fmla="*/ 918633 w 1003303"/>
                  <a:gd name="connsiteY65" fmla="*/ 419100 h 766233"/>
                  <a:gd name="connsiteX66" fmla="*/ 884767 w 1003303"/>
                  <a:gd name="connsiteY66" fmla="*/ 397933 h 766233"/>
                  <a:gd name="connsiteX67" fmla="*/ 897467 w 1003303"/>
                  <a:gd name="connsiteY67" fmla="*/ 376766 h 766233"/>
                  <a:gd name="connsiteX68" fmla="*/ 918633 w 1003303"/>
                  <a:gd name="connsiteY68" fmla="*/ 351366 h 766233"/>
                  <a:gd name="connsiteX69" fmla="*/ 905933 w 1003303"/>
                  <a:gd name="connsiteY69" fmla="*/ 300566 h 766233"/>
                  <a:gd name="connsiteX70" fmla="*/ 889000 w 1003303"/>
                  <a:gd name="connsiteY70" fmla="*/ 262466 h 766233"/>
                  <a:gd name="connsiteX71" fmla="*/ 872067 w 1003303"/>
                  <a:gd name="connsiteY71" fmla="*/ 249766 h 766233"/>
                  <a:gd name="connsiteX72" fmla="*/ 855133 w 1003303"/>
                  <a:gd name="connsiteY72" fmla="*/ 241300 h 766233"/>
                  <a:gd name="connsiteX73" fmla="*/ 812800 w 1003303"/>
                  <a:gd name="connsiteY73" fmla="*/ 215900 h 766233"/>
                  <a:gd name="connsiteX74" fmla="*/ 821267 w 1003303"/>
                  <a:gd name="connsiteY74" fmla="*/ 182033 h 766233"/>
                  <a:gd name="connsiteX75" fmla="*/ 825500 w 1003303"/>
                  <a:gd name="connsiteY75" fmla="*/ 169333 h 766233"/>
                  <a:gd name="connsiteX76" fmla="*/ 829733 w 1003303"/>
                  <a:gd name="connsiteY76" fmla="*/ 148166 h 766233"/>
                  <a:gd name="connsiteX77" fmla="*/ 825500 w 1003303"/>
                  <a:gd name="connsiteY77" fmla="*/ 110066 h 766233"/>
                  <a:gd name="connsiteX78" fmla="*/ 821267 w 1003303"/>
                  <a:gd name="connsiteY78" fmla="*/ 97366 h 766233"/>
                  <a:gd name="connsiteX79" fmla="*/ 808567 w 1003303"/>
                  <a:gd name="connsiteY79" fmla="*/ 84666 h 766233"/>
                  <a:gd name="connsiteX80" fmla="*/ 778933 w 1003303"/>
                  <a:gd name="connsiteY80" fmla="*/ 63500 h 766233"/>
                  <a:gd name="connsiteX81" fmla="*/ 740833 w 1003303"/>
                  <a:gd name="connsiteY81" fmla="*/ 33866 h 766233"/>
                  <a:gd name="connsiteX82" fmla="*/ 728133 w 1003303"/>
                  <a:gd name="connsiteY82" fmla="*/ 21166 h 766233"/>
                  <a:gd name="connsiteX83" fmla="*/ 706967 w 1003303"/>
                  <a:gd name="connsiteY83" fmla="*/ 12700 h 766233"/>
                  <a:gd name="connsiteX84" fmla="*/ 677333 w 1003303"/>
                  <a:gd name="connsiteY84" fmla="*/ 4233 h 766233"/>
                  <a:gd name="connsiteX85" fmla="*/ 664633 w 1003303"/>
                  <a:gd name="connsiteY85" fmla="*/ 0 h 766233"/>
                  <a:gd name="connsiteX86" fmla="*/ 550333 w 1003303"/>
                  <a:gd name="connsiteY86" fmla="*/ 12700 h 766233"/>
                  <a:gd name="connsiteX87" fmla="*/ 524933 w 1003303"/>
                  <a:gd name="connsiteY87" fmla="*/ 21166 h 766233"/>
                  <a:gd name="connsiteX88" fmla="*/ 512233 w 1003303"/>
                  <a:gd name="connsiteY88" fmla="*/ 25400 h 766233"/>
                  <a:gd name="connsiteX89" fmla="*/ 495300 w 1003303"/>
                  <a:gd name="connsiteY89" fmla="*/ 29633 h 766233"/>
                  <a:gd name="connsiteX90" fmla="*/ 482600 w 1003303"/>
                  <a:gd name="connsiteY90" fmla="*/ 33866 h 766233"/>
                  <a:gd name="connsiteX91" fmla="*/ 461433 w 1003303"/>
                  <a:gd name="connsiteY91" fmla="*/ 38100 h 766233"/>
                  <a:gd name="connsiteX92" fmla="*/ 431800 w 1003303"/>
                  <a:gd name="connsiteY92" fmla="*/ 50800 h 766233"/>
                  <a:gd name="connsiteX93" fmla="*/ 406400 w 1003303"/>
                  <a:gd name="connsiteY93" fmla="*/ 71966 h 766233"/>
                  <a:gd name="connsiteX94" fmla="*/ 381000 w 1003303"/>
                  <a:gd name="connsiteY94" fmla="*/ 131233 h 766233"/>
                  <a:gd name="connsiteX95" fmla="*/ 364067 w 1003303"/>
                  <a:gd name="connsiteY95" fmla="*/ 165100 h 766233"/>
                  <a:gd name="connsiteX96" fmla="*/ 364067 w 1003303"/>
                  <a:gd name="connsiteY96" fmla="*/ 156633 h 766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03303" h="766233">
                    <a:moveTo>
                      <a:pt x="364067" y="156633"/>
                    </a:moveTo>
                    <a:cubicBezTo>
                      <a:pt x="362656" y="163689"/>
                      <a:pt x="363403" y="171553"/>
                      <a:pt x="359833" y="177800"/>
                    </a:cubicBezTo>
                    <a:cubicBezTo>
                      <a:pt x="357309" y="182217"/>
                      <a:pt x="351684" y="188541"/>
                      <a:pt x="347133" y="186266"/>
                    </a:cubicBezTo>
                    <a:cubicBezTo>
                      <a:pt x="339774" y="182586"/>
                      <a:pt x="338666" y="172155"/>
                      <a:pt x="334433" y="165100"/>
                    </a:cubicBezTo>
                    <a:cubicBezTo>
                      <a:pt x="328294" y="140541"/>
                      <a:pt x="335324" y="148421"/>
                      <a:pt x="304800" y="139700"/>
                    </a:cubicBezTo>
                    <a:cubicBezTo>
                      <a:pt x="293611" y="136503"/>
                      <a:pt x="270933" y="131233"/>
                      <a:pt x="270933" y="131233"/>
                    </a:cubicBezTo>
                    <a:cubicBezTo>
                      <a:pt x="234244" y="132644"/>
                      <a:pt x="197441" y="132239"/>
                      <a:pt x="160867" y="135466"/>
                    </a:cubicBezTo>
                    <a:cubicBezTo>
                      <a:pt x="149276" y="136489"/>
                      <a:pt x="127000" y="143933"/>
                      <a:pt x="127000" y="143933"/>
                    </a:cubicBezTo>
                    <a:cubicBezTo>
                      <a:pt x="119944" y="148166"/>
                      <a:pt x="113473" y="153577"/>
                      <a:pt x="105833" y="156633"/>
                    </a:cubicBezTo>
                    <a:cubicBezTo>
                      <a:pt x="99153" y="159305"/>
                      <a:pt x="91647" y="159121"/>
                      <a:pt x="84667" y="160866"/>
                    </a:cubicBezTo>
                    <a:cubicBezTo>
                      <a:pt x="80338" y="161948"/>
                      <a:pt x="76200" y="163689"/>
                      <a:pt x="71967" y="165100"/>
                    </a:cubicBezTo>
                    <a:cubicBezTo>
                      <a:pt x="66322" y="169333"/>
                      <a:pt x="60904" y="173886"/>
                      <a:pt x="55033" y="177800"/>
                    </a:cubicBezTo>
                    <a:cubicBezTo>
                      <a:pt x="48187" y="182364"/>
                      <a:pt x="40844" y="186139"/>
                      <a:pt x="33867" y="190500"/>
                    </a:cubicBezTo>
                    <a:cubicBezTo>
                      <a:pt x="29553" y="193196"/>
                      <a:pt x="25400" y="196144"/>
                      <a:pt x="21167" y="198966"/>
                    </a:cubicBezTo>
                    <a:cubicBezTo>
                      <a:pt x="1005" y="229207"/>
                      <a:pt x="6701" y="214494"/>
                      <a:pt x="0" y="241300"/>
                    </a:cubicBezTo>
                    <a:cubicBezTo>
                      <a:pt x="2822" y="255411"/>
                      <a:pt x="2382" y="270593"/>
                      <a:pt x="8467" y="283633"/>
                    </a:cubicBezTo>
                    <a:cubicBezTo>
                      <a:pt x="12687" y="292675"/>
                      <a:pt x="22124" y="298229"/>
                      <a:pt x="29633" y="304800"/>
                    </a:cubicBezTo>
                    <a:cubicBezTo>
                      <a:pt x="43434" y="316876"/>
                      <a:pt x="57024" y="318537"/>
                      <a:pt x="76200" y="321733"/>
                    </a:cubicBezTo>
                    <a:lnTo>
                      <a:pt x="101600" y="325966"/>
                    </a:lnTo>
                    <a:cubicBezTo>
                      <a:pt x="86966" y="330845"/>
                      <a:pt x="64495" y="337671"/>
                      <a:pt x="55033" y="347133"/>
                    </a:cubicBezTo>
                    <a:cubicBezTo>
                      <a:pt x="34502" y="367664"/>
                      <a:pt x="44742" y="359638"/>
                      <a:pt x="25400" y="372533"/>
                    </a:cubicBezTo>
                    <a:cubicBezTo>
                      <a:pt x="18515" y="384007"/>
                      <a:pt x="8467" y="396098"/>
                      <a:pt x="8467" y="410633"/>
                    </a:cubicBezTo>
                    <a:cubicBezTo>
                      <a:pt x="8467" y="445590"/>
                      <a:pt x="10394" y="437193"/>
                      <a:pt x="21167" y="461433"/>
                    </a:cubicBezTo>
                    <a:cubicBezTo>
                      <a:pt x="24253" y="468377"/>
                      <a:pt x="24521" y="476977"/>
                      <a:pt x="29633" y="482600"/>
                    </a:cubicBezTo>
                    <a:cubicBezTo>
                      <a:pt x="39421" y="493367"/>
                      <a:pt x="69278" y="512151"/>
                      <a:pt x="84667" y="520700"/>
                    </a:cubicBezTo>
                    <a:cubicBezTo>
                      <a:pt x="90183" y="523765"/>
                      <a:pt x="95512" y="527506"/>
                      <a:pt x="101600" y="529166"/>
                    </a:cubicBezTo>
                    <a:cubicBezTo>
                      <a:pt x="111226" y="531791"/>
                      <a:pt x="121449" y="531443"/>
                      <a:pt x="131233" y="533400"/>
                    </a:cubicBezTo>
                    <a:cubicBezTo>
                      <a:pt x="206068" y="548367"/>
                      <a:pt x="124291" y="536764"/>
                      <a:pt x="198967" y="546100"/>
                    </a:cubicBezTo>
                    <a:cubicBezTo>
                      <a:pt x="193322" y="554567"/>
                      <a:pt x="185812" y="562052"/>
                      <a:pt x="182033" y="571500"/>
                    </a:cubicBezTo>
                    <a:cubicBezTo>
                      <a:pt x="171406" y="598068"/>
                      <a:pt x="175410" y="585294"/>
                      <a:pt x="169333" y="609600"/>
                    </a:cubicBezTo>
                    <a:cubicBezTo>
                      <a:pt x="172155" y="630767"/>
                      <a:pt x="173167" y="652255"/>
                      <a:pt x="177800" y="673100"/>
                    </a:cubicBezTo>
                    <a:cubicBezTo>
                      <a:pt x="178904" y="678067"/>
                      <a:pt x="183743" y="681382"/>
                      <a:pt x="186267" y="685800"/>
                    </a:cubicBezTo>
                    <a:cubicBezTo>
                      <a:pt x="189398" y="691279"/>
                      <a:pt x="192247" y="696933"/>
                      <a:pt x="194733" y="702733"/>
                    </a:cubicBezTo>
                    <a:cubicBezTo>
                      <a:pt x="196491" y="706835"/>
                      <a:pt x="196179" y="711948"/>
                      <a:pt x="198967" y="715433"/>
                    </a:cubicBezTo>
                    <a:cubicBezTo>
                      <a:pt x="202145" y="719406"/>
                      <a:pt x="207527" y="720943"/>
                      <a:pt x="211667" y="723900"/>
                    </a:cubicBezTo>
                    <a:cubicBezTo>
                      <a:pt x="247688" y="749630"/>
                      <a:pt x="209732" y="725177"/>
                      <a:pt x="245533" y="745066"/>
                    </a:cubicBezTo>
                    <a:cubicBezTo>
                      <a:pt x="252726" y="749062"/>
                      <a:pt x="258846" y="755312"/>
                      <a:pt x="266700" y="757766"/>
                    </a:cubicBezTo>
                    <a:cubicBezTo>
                      <a:pt x="281759" y="762472"/>
                      <a:pt x="297745" y="763411"/>
                      <a:pt x="313267" y="766233"/>
                    </a:cubicBezTo>
                    <a:cubicBezTo>
                      <a:pt x="359834" y="764822"/>
                      <a:pt x="406622" y="766753"/>
                      <a:pt x="452967" y="762000"/>
                    </a:cubicBezTo>
                    <a:cubicBezTo>
                      <a:pt x="480211" y="759206"/>
                      <a:pt x="471945" y="748004"/>
                      <a:pt x="491067" y="740833"/>
                    </a:cubicBezTo>
                    <a:cubicBezTo>
                      <a:pt x="497804" y="738307"/>
                      <a:pt x="505222" y="738218"/>
                      <a:pt x="512233" y="736600"/>
                    </a:cubicBezTo>
                    <a:cubicBezTo>
                      <a:pt x="523571" y="733983"/>
                      <a:pt x="546100" y="728133"/>
                      <a:pt x="546100" y="728133"/>
                    </a:cubicBezTo>
                    <a:cubicBezTo>
                      <a:pt x="550333" y="721077"/>
                      <a:pt x="555458" y="714485"/>
                      <a:pt x="558800" y="706966"/>
                    </a:cubicBezTo>
                    <a:cubicBezTo>
                      <a:pt x="561163" y="701649"/>
                      <a:pt x="561361" y="695606"/>
                      <a:pt x="563033" y="690033"/>
                    </a:cubicBezTo>
                    <a:cubicBezTo>
                      <a:pt x="570879" y="663878"/>
                      <a:pt x="569358" y="668916"/>
                      <a:pt x="579967" y="647700"/>
                    </a:cubicBezTo>
                    <a:cubicBezTo>
                      <a:pt x="578556" y="635000"/>
                      <a:pt x="577834" y="622204"/>
                      <a:pt x="575733" y="609600"/>
                    </a:cubicBezTo>
                    <a:cubicBezTo>
                      <a:pt x="574999" y="605198"/>
                      <a:pt x="567083" y="596269"/>
                      <a:pt x="571500" y="596900"/>
                    </a:cubicBezTo>
                    <a:cubicBezTo>
                      <a:pt x="611033" y="602547"/>
                      <a:pt x="594067" y="615242"/>
                      <a:pt x="622300" y="622300"/>
                    </a:cubicBezTo>
                    <a:cubicBezTo>
                      <a:pt x="627944" y="623711"/>
                      <a:pt x="633660" y="624861"/>
                      <a:pt x="639233" y="626533"/>
                    </a:cubicBezTo>
                    <a:cubicBezTo>
                      <a:pt x="647781" y="629098"/>
                      <a:pt x="664633" y="635000"/>
                      <a:pt x="664633" y="635000"/>
                    </a:cubicBezTo>
                    <a:cubicBezTo>
                      <a:pt x="706966" y="633589"/>
                      <a:pt x="749354" y="633328"/>
                      <a:pt x="791633" y="630766"/>
                    </a:cubicBezTo>
                    <a:cubicBezTo>
                      <a:pt x="796087" y="630496"/>
                      <a:pt x="799923" y="627211"/>
                      <a:pt x="804333" y="626533"/>
                    </a:cubicBezTo>
                    <a:cubicBezTo>
                      <a:pt x="818350" y="624377"/>
                      <a:pt x="832595" y="624059"/>
                      <a:pt x="846667" y="622300"/>
                    </a:cubicBezTo>
                    <a:cubicBezTo>
                      <a:pt x="855184" y="621235"/>
                      <a:pt x="863600" y="619477"/>
                      <a:pt x="872067" y="618066"/>
                    </a:cubicBezTo>
                    <a:cubicBezTo>
                      <a:pt x="878529" y="615481"/>
                      <a:pt x="897093" y="607576"/>
                      <a:pt x="905933" y="605366"/>
                    </a:cubicBezTo>
                    <a:cubicBezTo>
                      <a:pt x="912914" y="603621"/>
                      <a:pt x="920044" y="602544"/>
                      <a:pt x="927100" y="601133"/>
                    </a:cubicBezTo>
                    <a:cubicBezTo>
                      <a:pt x="933749" y="597143"/>
                      <a:pt x="959321" y="582788"/>
                      <a:pt x="965200" y="575733"/>
                    </a:cubicBezTo>
                    <a:cubicBezTo>
                      <a:pt x="968057" y="572305"/>
                      <a:pt x="967266" y="566934"/>
                      <a:pt x="969433" y="563033"/>
                    </a:cubicBezTo>
                    <a:cubicBezTo>
                      <a:pt x="974375" y="554138"/>
                      <a:pt x="980722" y="546100"/>
                      <a:pt x="986367" y="537633"/>
                    </a:cubicBezTo>
                    <a:cubicBezTo>
                      <a:pt x="987778" y="531989"/>
                      <a:pt x="988237" y="526017"/>
                      <a:pt x="990600" y="520700"/>
                    </a:cubicBezTo>
                    <a:cubicBezTo>
                      <a:pt x="993942" y="513181"/>
                      <a:pt x="1002753" y="507743"/>
                      <a:pt x="1003300" y="499533"/>
                    </a:cubicBezTo>
                    <a:cubicBezTo>
                      <a:pt x="1003443" y="497390"/>
                      <a:pt x="999418" y="453201"/>
                      <a:pt x="986367" y="444500"/>
                    </a:cubicBezTo>
                    <a:cubicBezTo>
                      <a:pt x="981526" y="441272"/>
                      <a:pt x="975028" y="441864"/>
                      <a:pt x="969433" y="440266"/>
                    </a:cubicBezTo>
                    <a:cubicBezTo>
                      <a:pt x="965142" y="439040"/>
                      <a:pt x="960834" y="437791"/>
                      <a:pt x="956733" y="436033"/>
                    </a:cubicBezTo>
                    <a:cubicBezTo>
                      <a:pt x="950933" y="433547"/>
                      <a:pt x="945567" y="430129"/>
                      <a:pt x="939800" y="427566"/>
                    </a:cubicBezTo>
                    <a:cubicBezTo>
                      <a:pt x="932856" y="424480"/>
                      <a:pt x="925430" y="422498"/>
                      <a:pt x="918633" y="419100"/>
                    </a:cubicBezTo>
                    <a:cubicBezTo>
                      <a:pt x="908423" y="413995"/>
                      <a:pt x="894840" y="404649"/>
                      <a:pt x="884767" y="397933"/>
                    </a:cubicBezTo>
                    <a:cubicBezTo>
                      <a:pt x="889000" y="390877"/>
                      <a:pt x="892049" y="382958"/>
                      <a:pt x="897467" y="376766"/>
                    </a:cubicBezTo>
                    <a:cubicBezTo>
                      <a:pt x="922307" y="348377"/>
                      <a:pt x="909426" y="378989"/>
                      <a:pt x="918633" y="351366"/>
                    </a:cubicBezTo>
                    <a:cubicBezTo>
                      <a:pt x="907555" y="284891"/>
                      <a:pt x="922706" y="367664"/>
                      <a:pt x="905933" y="300566"/>
                    </a:cubicBezTo>
                    <a:cubicBezTo>
                      <a:pt x="901739" y="283788"/>
                      <a:pt x="901816" y="277114"/>
                      <a:pt x="889000" y="262466"/>
                    </a:cubicBezTo>
                    <a:cubicBezTo>
                      <a:pt x="884354" y="257156"/>
                      <a:pt x="878050" y="253505"/>
                      <a:pt x="872067" y="249766"/>
                    </a:cubicBezTo>
                    <a:cubicBezTo>
                      <a:pt x="866715" y="246421"/>
                      <a:pt x="860612" y="244431"/>
                      <a:pt x="855133" y="241300"/>
                    </a:cubicBezTo>
                    <a:cubicBezTo>
                      <a:pt x="840845" y="233136"/>
                      <a:pt x="812800" y="215900"/>
                      <a:pt x="812800" y="215900"/>
                    </a:cubicBezTo>
                    <a:cubicBezTo>
                      <a:pt x="815622" y="204611"/>
                      <a:pt x="818205" y="193259"/>
                      <a:pt x="821267" y="182033"/>
                    </a:cubicBezTo>
                    <a:cubicBezTo>
                      <a:pt x="822441" y="177728"/>
                      <a:pt x="824418" y="173662"/>
                      <a:pt x="825500" y="169333"/>
                    </a:cubicBezTo>
                    <a:cubicBezTo>
                      <a:pt x="827245" y="162352"/>
                      <a:pt x="828322" y="155222"/>
                      <a:pt x="829733" y="148166"/>
                    </a:cubicBezTo>
                    <a:cubicBezTo>
                      <a:pt x="828322" y="135466"/>
                      <a:pt x="827601" y="122670"/>
                      <a:pt x="825500" y="110066"/>
                    </a:cubicBezTo>
                    <a:cubicBezTo>
                      <a:pt x="824766" y="105664"/>
                      <a:pt x="823742" y="101079"/>
                      <a:pt x="821267" y="97366"/>
                    </a:cubicBezTo>
                    <a:cubicBezTo>
                      <a:pt x="817946" y="92385"/>
                      <a:pt x="813113" y="88562"/>
                      <a:pt x="808567" y="84666"/>
                    </a:cubicBezTo>
                    <a:cubicBezTo>
                      <a:pt x="788525" y="67488"/>
                      <a:pt x="796810" y="76908"/>
                      <a:pt x="778933" y="63500"/>
                    </a:cubicBezTo>
                    <a:cubicBezTo>
                      <a:pt x="766062" y="53846"/>
                      <a:pt x="752210" y="45243"/>
                      <a:pt x="740833" y="33866"/>
                    </a:cubicBezTo>
                    <a:cubicBezTo>
                      <a:pt x="736600" y="29633"/>
                      <a:pt x="733210" y="24339"/>
                      <a:pt x="728133" y="21166"/>
                    </a:cubicBezTo>
                    <a:cubicBezTo>
                      <a:pt x="721689" y="17139"/>
                      <a:pt x="714082" y="15368"/>
                      <a:pt x="706967" y="12700"/>
                    </a:cubicBezTo>
                    <a:cubicBezTo>
                      <a:pt x="690717" y="6606"/>
                      <a:pt x="696029" y="9574"/>
                      <a:pt x="677333" y="4233"/>
                    </a:cubicBezTo>
                    <a:cubicBezTo>
                      <a:pt x="673042" y="3007"/>
                      <a:pt x="668866" y="1411"/>
                      <a:pt x="664633" y="0"/>
                    </a:cubicBezTo>
                    <a:cubicBezTo>
                      <a:pt x="631740" y="1935"/>
                      <a:pt x="584228" y="1403"/>
                      <a:pt x="550333" y="12700"/>
                    </a:cubicBezTo>
                    <a:lnTo>
                      <a:pt x="524933" y="21166"/>
                    </a:lnTo>
                    <a:cubicBezTo>
                      <a:pt x="520700" y="22577"/>
                      <a:pt x="516562" y="24318"/>
                      <a:pt x="512233" y="25400"/>
                    </a:cubicBezTo>
                    <a:cubicBezTo>
                      <a:pt x="506589" y="26811"/>
                      <a:pt x="500894" y="28035"/>
                      <a:pt x="495300" y="29633"/>
                    </a:cubicBezTo>
                    <a:cubicBezTo>
                      <a:pt x="491009" y="30859"/>
                      <a:pt x="486929" y="32784"/>
                      <a:pt x="482600" y="33866"/>
                    </a:cubicBezTo>
                    <a:cubicBezTo>
                      <a:pt x="475619" y="35611"/>
                      <a:pt x="468489" y="36689"/>
                      <a:pt x="461433" y="38100"/>
                    </a:cubicBezTo>
                    <a:cubicBezTo>
                      <a:pt x="429549" y="59354"/>
                      <a:pt x="470071" y="34398"/>
                      <a:pt x="431800" y="50800"/>
                    </a:cubicBezTo>
                    <a:cubicBezTo>
                      <a:pt x="421484" y="55221"/>
                      <a:pt x="414030" y="64336"/>
                      <a:pt x="406400" y="71966"/>
                    </a:cubicBezTo>
                    <a:cubicBezTo>
                      <a:pt x="393942" y="109337"/>
                      <a:pt x="401923" y="89387"/>
                      <a:pt x="381000" y="131233"/>
                    </a:cubicBezTo>
                    <a:cubicBezTo>
                      <a:pt x="380998" y="131236"/>
                      <a:pt x="364067" y="165096"/>
                      <a:pt x="364067" y="165100"/>
                    </a:cubicBezTo>
                    <a:lnTo>
                      <a:pt x="364067" y="156633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CCFBA58-A18A-AE2F-9A37-561F31CAA5C9}"/>
                  </a:ext>
                </a:extLst>
              </p:cNvPr>
              <p:cNvSpPr/>
              <p:nvPr/>
            </p:nvSpPr>
            <p:spPr>
              <a:xfrm>
                <a:off x="6587724" y="2858223"/>
                <a:ext cx="515809" cy="23675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6" name="Free-form: Shape 35">
                <a:extLst>
                  <a:ext uri="{FF2B5EF4-FFF2-40B4-BE49-F238E27FC236}">
                    <a16:creationId xmlns:a16="http://schemas.microsoft.com/office/drawing/2014/main" id="{60CEF4F6-7216-8497-FF2D-EEB2D2670B3F}"/>
                  </a:ext>
                </a:extLst>
              </p:cNvPr>
              <p:cNvSpPr/>
              <p:nvPr/>
            </p:nvSpPr>
            <p:spPr>
              <a:xfrm>
                <a:off x="7769128" y="977153"/>
                <a:ext cx="769754" cy="605118"/>
              </a:xfrm>
              <a:custGeom>
                <a:avLst/>
                <a:gdLst>
                  <a:gd name="connsiteX0" fmla="*/ 599425 w 769754"/>
                  <a:gd name="connsiteY0" fmla="*/ 206188 h 605118"/>
                  <a:gd name="connsiteX1" fmla="*/ 626319 w 769754"/>
                  <a:gd name="connsiteY1" fmla="*/ 165847 h 605118"/>
                  <a:gd name="connsiteX2" fmla="*/ 630801 w 769754"/>
                  <a:gd name="connsiteY2" fmla="*/ 143435 h 605118"/>
                  <a:gd name="connsiteX3" fmla="*/ 626319 w 769754"/>
                  <a:gd name="connsiteY3" fmla="*/ 112059 h 605118"/>
                  <a:gd name="connsiteX4" fmla="*/ 599425 w 769754"/>
                  <a:gd name="connsiteY4" fmla="*/ 80682 h 605118"/>
                  <a:gd name="connsiteX5" fmla="*/ 585978 w 769754"/>
                  <a:gd name="connsiteY5" fmla="*/ 67235 h 605118"/>
                  <a:gd name="connsiteX6" fmla="*/ 527707 w 769754"/>
                  <a:gd name="connsiteY6" fmla="*/ 44823 h 605118"/>
                  <a:gd name="connsiteX7" fmla="*/ 509778 w 769754"/>
                  <a:gd name="connsiteY7" fmla="*/ 35859 h 605118"/>
                  <a:gd name="connsiteX8" fmla="*/ 478401 w 769754"/>
                  <a:gd name="connsiteY8" fmla="*/ 26894 h 605118"/>
                  <a:gd name="connsiteX9" fmla="*/ 429096 w 769754"/>
                  <a:gd name="connsiteY9" fmla="*/ 13447 h 605118"/>
                  <a:gd name="connsiteX10" fmla="*/ 299107 w 769754"/>
                  <a:gd name="connsiteY10" fmla="*/ 4482 h 605118"/>
                  <a:gd name="connsiteX11" fmla="*/ 240837 w 769754"/>
                  <a:gd name="connsiteY11" fmla="*/ 0 h 605118"/>
                  <a:gd name="connsiteX12" fmla="*/ 137743 w 769754"/>
                  <a:gd name="connsiteY12" fmla="*/ 8965 h 605118"/>
                  <a:gd name="connsiteX13" fmla="*/ 92919 w 769754"/>
                  <a:gd name="connsiteY13" fmla="*/ 26894 h 605118"/>
                  <a:gd name="connsiteX14" fmla="*/ 79472 w 769754"/>
                  <a:gd name="connsiteY14" fmla="*/ 31376 h 605118"/>
                  <a:gd name="connsiteX15" fmla="*/ 39131 w 769754"/>
                  <a:gd name="connsiteY15" fmla="*/ 58271 h 605118"/>
                  <a:gd name="connsiteX16" fmla="*/ 7754 w 769754"/>
                  <a:gd name="connsiteY16" fmla="*/ 85165 h 605118"/>
                  <a:gd name="connsiteX17" fmla="*/ 7754 w 769754"/>
                  <a:gd name="connsiteY17" fmla="*/ 161365 h 605118"/>
                  <a:gd name="connsiteX18" fmla="*/ 21201 w 769754"/>
                  <a:gd name="connsiteY18" fmla="*/ 179294 h 605118"/>
                  <a:gd name="connsiteX19" fmla="*/ 70507 w 769754"/>
                  <a:gd name="connsiteY19" fmla="*/ 219635 h 605118"/>
                  <a:gd name="connsiteX20" fmla="*/ 83954 w 769754"/>
                  <a:gd name="connsiteY20" fmla="*/ 228600 h 605118"/>
                  <a:gd name="connsiteX21" fmla="*/ 119813 w 769754"/>
                  <a:gd name="connsiteY21" fmla="*/ 242047 h 605118"/>
                  <a:gd name="connsiteX22" fmla="*/ 133260 w 769754"/>
                  <a:gd name="connsiteY22" fmla="*/ 251012 h 605118"/>
                  <a:gd name="connsiteX23" fmla="*/ 164637 w 769754"/>
                  <a:gd name="connsiteY23" fmla="*/ 259976 h 605118"/>
                  <a:gd name="connsiteX24" fmla="*/ 236354 w 769754"/>
                  <a:gd name="connsiteY24" fmla="*/ 268941 h 605118"/>
                  <a:gd name="connsiteX25" fmla="*/ 263248 w 769754"/>
                  <a:gd name="connsiteY25" fmla="*/ 273423 h 605118"/>
                  <a:gd name="connsiteX26" fmla="*/ 245319 w 769754"/>
                  <a:gd name="connsiteY26" fmla="*/ 300318 h 605118"/>
                  <a:gd name="connsiteX27" fmla="*/ 276696 w 769754"/>
                  <a:gd name="connsiteY27" fmla="*/ 358588 h 605118"/>
                  <a:gd name="connsiteX28" fmla="*/ 245319 w 769754"/>
                  <a:gd name="connsiteY28" fmla="*/ 376518 h 605118"/>
                  <a:gd name="connsiteX29" fmla="*/ 227390 w 769754"/>
                  <a:gd name="connsiteY29" fmla="*/ 389965 h 605118"/>
                  <a:gd name="connsiteX30" fmla="*/ 209460 w 769754"/>
                  <a:gd name="connsiteY30" fmla="*/ 398929 h 605118"/>
                  <a:gd name="connsiteX31" fmla="*/ 178084 w 769754"/>
                  <a:gd name="connsiteY31" fmla="*/ 443753 h 605118"/>
                  <a:gd name="connsiteX32" fmla="*/ 164637 w 769754"/>
                  <a:gd name="connsiteY32" fmla="*/ 461682 h 605118"/>
                  <a:gd name="connsiteX33" fmla="*/ 164637 w 769754"/>
                  <a:gd name="connsiteY33" fmla="*/ 519953 h 605118"/>
                  <a:gd name="connsiteX34" fmla="*/ 173601 w 769754"/>
                  <a:gd name="connsiteY34" fmla="*/ 533400 h 605118"/>
                  <a:gd name="connsiteX35" fmla="*/ 191531 w 769754"/>
                  <a:gd name="connsiteY35" fmla="*/ 555812 h 605118"/>
                  <a:gd name="connsiteX36" fmla="*/ 227390 w 769754"/>
                  <a:gd name="connsiteY36" fmla="*/ 578223 h 605118"/>
                  <a:gd name="connsiteX37" fmla="*/ 263248 w 769754"/>
                  <a:gd name="connsiteY37" fmla="*/ 591671 h 605118"/>
                  <a:gd name="connsiteX38" fmla="*/ 285660 w 769754"/>
                  <a:gd name="connsiteY38" fmla="*/ 596153 h 605118"/>
                  <a:gd name="connsiteX39" fmla="*/ 326001 w 769754"/>
                  <a:gd name="connsiteY39" fmla="*/ 591671 h 605118"/>
                  <a:gd name="connsiteX40" fmla="*/ 357378 w 769754"/>
                  <a:gd name="connsiteY40" fmla="*/ 582706 h 605118"/>
                  <a:gd name="connsiteX41" fmla="*/ 415648 w 769754"/>
                  <a:gd name="connsiteY41" fmla="*/ 587188 h 605118"/>
                  <a:gd name="connsiteX42" fmla="*/ 429096 w 769754"/>
                  <a:gd name="connsiteY42" fmla="*/ 596153 h 605118"/>
                  <a:gd name="connsiteX43" fmla="*/ 451507 w 769754"/>
                  <a:gd name="connsiteY43" fmla="*/ 605118 h 605118"/>
                  <a:gd name="connsiteX44" fmla="*/ 496331 w 769754"/>
                  <a:gd name="connsiteY44" fmla="*/ 600635 h 605118"/>
                  <a:gd name="connsiteX45" fmla="*/ 523225 w 769754"/>
                  <a:gd name="connsiteY45" fmla="*/ 582706 h 605118"/>
                  <a:gd name="connsiteX46" fmla="*/ 536672 w 769754"/>
                  <a:gd name="connsiteY46" fmla="*/ 542365 h 605118"/>
                  <a:gd name="connsiteX47" fmla="*/ 550119 w 769754"/>
                  <a:gd name="connsiteY47" fmla="*/ 524435 h 605118"/>
                  <a:gd name="connsiteX48" fmla="*/ 554601 w 769754"/>
                  <a:gd name="connsiteY48" fmla="*/ 506506 h 605118"/>
                  <a:gd name="connsiteX49" fmla="*/ 550119 w 769754"/>
                  <a:gd name="connsiteY49" fmla="*/ 466165 h 605118"/>
                  <a:gd name="connsiteX50" fmla="*/ 568048 w 769754"/>
                  <a:gd name="connsiteY50" fmla="*/ 457200 h 605118"/>
                  <a:gd name="connsiteX51" fmla="*/ 648731 w 769754"/>
                  <a:gd name="connsiteY51" fmla="*/ 448235 h 605118"/>
                  <a:gd name="connsiteX52" fmla="*/ 680107 w 769754"/>
                  <a:gd name="connsiteY52" fmla="*/ 439271 h 605118"/>
                  <a:gd name="connsiteX53" fmla="*/ 733896 w 769754"/>
                  <a:gd name="connsiteY53" fmla="*/ 421341 h 605118"/>
                  <a:gd name="connsiteX54" fmla="*/ 751825 w 769754"/>
                  <a:gd name="connsiteY54" fmla="*/ 403412 h 605118"/>
                  <a:gd name="connsiteX55" fmla="*/ 760790 w 769754"/>
                  <a:gd name="connsiteY55" fmla="*/ 385482 h 605118"/>
                  <a:gd name="connsiteX56" fmla="*/ 769754 w 769754"/>
                  <a:gd name="connsiteY56" fmla="*/ 354106 h 605118"/>
                  <a:gd name="connsiteX57" fmla="*/ 756307 w 769754"/>
                  <a:gd name="connsiteY57" fmla="*/ 282388 h 605118"/>
                  <a:gd name="connsiteX58" fmla="*/ 742860 w 769754"/>
                  <a:gd name="connsiteY58" fmla="*/ 273423 h 605118"/>
                  <a:gd name="connsiteX59" fmla="*/ 738378 w 769754"/>
                  <a:gd name="connsiteY59" fmla="*/ 259976 h 605118"/>
                  <a:gd name="connsiteX60" fmla="*/ 680107 w 769754"/>
                  <a:gd name="connsiteY60" fmla="*/ 228600 h 605118"/>
                  <a:gd name="connsiteX61" fmla="*/ 648731 w 769754"/>
                  <a:gd name="connsiteY61" fmla="*/ 215153 h 605118"/>
                  <a:gd name="connsiteX62" fmla="*/ 599425 w 769754"/>
                  <a:gd name="connsiteY62" fmla="*/ 206188 h 605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769754" h="605118">
                    <a:moveTo>
                      <a:pt x="599425" y="206188"/>
                    </a:moveTo>
                    <a:cubicBezTo>
                      <a:pt x="595690" y="197970"/>
                      <a:pt x="620644" y="182872"/>
                      <a:pt x="626319" y="165847"/>
                    </a:cubicBezTo>
                    <a:cubicBezTo>
                      <a:pt x="628728" y="158619"/>
                      <a:pt x="629307" y="150906"/>
                      <a:pt x="630801" y="143435"/>
                    </a:cubicBezTo>
                    <a:cubicBezTo>
                      <a:pt x="629307" y="132976"/>
                      <a:pt x="629660" y="122082"/>
                      <a:pt x="626319" y="112059"/>
                    </a:cubicBezTo>
                    <a:cubicBezTo>
                      <a:pt x="617507" y="85622"/>
                      <a:pt x="615541" y="94112"/>
                      <a:pt x="599425" y="80682"/>
                    </a:cubicBezTo>
                    <a:cubicBezTo>
                      <a:pt x="594555" y="76624"/>
                      <a:pt x="591136" y="70919"/>
                      <a:pt x="585978" y="67235"/>
                    </a:cubicBezTo>
                    <a:cubicBezTo>
                      <a:pt x="571847" y="57142"/>
                      <a:pt x="539433" y="49333"/>
                      <a:pt x="527707" y="44823"/>
                    </a:cubicBezTo>
                    <a:cubicBezTo>
                      <a:pt x="521471" y="42424"/>
                      <a:pt x="516057" y="38142"/>
                      <a:pt x="509778" y="35859"/>
                    </a:cubicBezTo>
                    <a:cubicBezTo>
                      <a:pt x="499555" y="32142"/>
                      <a:pt x="488797" y="30093"/>
                      <a:pt x="478401" y="26894"/>
                    </a:cubicBezTo>
                    <a:cubicBezTo>
                      <a:pt x="455619" y="19884"/>
                      <a:pt x="451631" y="16264"/>
                      <a:pt x="429096" y="13447"/>
                    </a:cubicBezTo>
                    <a:cubicBezTo>
                      <a:pt x="387066" y="8194"/>
                      <a:pt x="340609" y="7160"/>
                      <a:pt x="299107" y="4482"/>
                    </a:cubicBezTo>
                    <a:cubicBezTo>
                      <a:pt x="279667" y="3228"/>
                      <a:pt x="260260" y="1494"/>
                      <a:pt x="240837" y="0"/>
                    </a:cubicBezTo>
                    <a:cubicBezTo>
                      <a:pt x="206472" y="2988"/>
                      <a:pt x="171914" y="4252"/>
                      <a:pt x="137743" y="8965"/>
                    </a:cubicBezTo>
                    <a:cubicBezTo>
                      <a:pt x="117676" y="11733"/>
                      <a:pt x="109990" y="19578"/>
                      <a:pt x="92919" y="26894"/>
                    </a:cubicBezTo>
                    <a:cubicBezTo>
                      <a:pt x="88576" y="28755"/>
                      <a:pt x="83698" y="29263"/>
                      <a:pt x="79472" y="31376"/>
                    </a:cubicBezTo>
                    <a:cubicBezTo>
                      <a:pt x="70932" y="35646"/>
                      <a:pt x="46641" y="50761"/>
                      <a:pt x="39131" y="58271"/>
                    </a:cubicBezTo>
                    <a:cubicBezTo>
                      <a:pt x="8091" y="89312"/>
                      <a:pt x="62670" y="52216"/>
                      <a:pt x="7754" y="85165"/>
                    </a:cubicBezTo>
                    <a:cubicBezTo>
                      <a:pt x="-1984" y="114381"/>
                      <a:pt x="-3169" y="112213"/>
                      <a:pt x="7754" y="161365"/>
                    </a:cubicBezTo>
                    <a:cubicBezTo>
                      <a:pt x="9375" y="168658"/>
                      <a:pt x="16238" y="173711"/>
                      <a:pt x="21201" y="179294"/>
                    </a:cubicBezTo>
                    <a:cubicBezTo>
                      <a:pt x="43043" y="203866"/>
                      <a:pt x="43173" y="201412"/>
                      <a:pt x="70507" y="219635"/>
                    </a:cubicBezTo>
                    <a:cubicBezTo>
                      <a:pt x="74989" y="222623"/>
                      <a:pt x="78952" y="226599"/>
                      <a:pt x="83954" y="228600"/>
                    </a:cubicBezTo>
                    <a:cubicBezTo>
                      <a:pt x="110753" y="239320"/>
                      <a:pt x="98733" y="235021"/>
                      <a:pt x="119813" y="242047"/>
                    </a:cubicBezTo>
                    <a:cubicBezTo>
                      <a:pt x="124295" y="245035"/>
                      <a:pt x="128442" y="248603"/>
                      <a:pt x="133260" y="251012"/>
                    </a:cubicBezTo>
                    <a:cubicBezTo>
                      <a:pt x="140425" y="254594"/>
                      <a:pt x="157935" y="258061"/>
                      <a:pt x="164637" y="259976"/>
                    </a:cubicBezTo>
                    <a:cubicBezTo>
                      <a:pt x="203853" y="271181"/>
                      <a:pt x="143323" y="261785"/>
                      <a:pt x="236354" y="268941"/>
                    </a:cubicBezTo>
                    <a:lnTo>
                      <a:pt x="263248" y="273423"/>
                    </a:lnTo>
                    <a:cubicBezTo>
                      <a:pt x="266208" y="283783"/>
                      <a:pt x="245319" y="300318"/>
                      <a:pt x="245319" y="300318"/>
                    </a:cubicBezTo>
                    <a:cubicBezTo>
                      <a:pt x="265602" y="351027"/>
                      <a:pt x="251869" y="333763"/>
                      <a:pt x="276696" y="358588"/>
                    </a:cubicBezTo>
                    <a:cubicBezTo>
                      <a:pt x="267866" y="385073"/>
                      <a:pt x="279706" y="362763"/>
                      <a:pt x="245319" y="376518"/>
                    </a:cubicBezTo>
                    <a:cubicBezTo>
                      <a:pt x="238383" y="379293"/>
                      <a:pt x="233725" y="386006"/>
                      <a:pt x="227390" y="389965"/>
                    </a:cubicBezTo>
                    <a:cubicBezTo>
                      <a:pt x="221724" y="393506"/>
                      <a:pt x="215437" y="395941"/>
                      <a:pt x="209460" y="398929"/>
                    </a:cubicBezTo>
                    <a:cubicBezTo>
                      <a:pt x="178061" y="440797"/>
                      <a:pt x="216725" y="388551"/>
                      <a:pt x="178084" y="443753"/>
                    </a:cubicBezTo>
                    <a:cubicBezTo>
                      <a:pt x="173800" y="449873"/>
                      <a:pt x="169119" y="455706"/>
                      <a:pt x="164637" y="461682"/>
                    </a:cubicBezTo>
                    <a:cubicBezTo>
                      <a:pt x="160366" y="487305"/>
                      <a:pt x="156603" y="493172"/>
                      <a:pt x="164637" y="519953"/>
                    </a:cubicBezTo>
                    <a:cubicBezTo>
                      <a:pt x="166185" y="525113"/>
                      <a:pt x="170369" y="529090"/>
                      <a:pt x="173601" y="533400"/>
                    </a:cubicBezTo>
                    <a:cubicBezTo>
                      <a:pt x="179341" y="541054"/>
                      <a:pt x="184766" y="549047"/>
                      <a:pt x="191531" y="555812"/>
                    </a:cubicBezTo>
                    <a:cubicBezTo>
                      <a:pt x="201584" y="565865"/>
                      <a:pt x="214605" y="572541"/>
                      <a:pt x="227390" y="578223"/>
                    </a:cubicBezTo>
                    <a:cubicBezTo>
                      <a:pt x="232674" y="580571"/>
                      <a:pt x="254802" y="589559"/>
                      <a:pt x="263248" y="591671"/>
                    </a:cubicBezTo>
                    <a:cubicBezTo>
                      <a:pt x="270639" y="593519"/>
                      <a:pt x="278189" y="594659"/>
                      <a:pt x="285660" y="596153"/>
                    </a:cubicBezTo>
                    <a:cubicBezTo>
                      <a:pt x="299107" y="594659"/>
                      <a:pt x="312629" y="593728"/>
                      <a:pt x="326001" y="591671"/>
                    </a:cubicBezTo>
                    <a:cubicBezTo>
                      <a:pt x="336449" y="590064"/>
                      <a:pt x="347340" y="586052"/>
                      <a:pt x="357378" y="582706"/>
                    </a:cubicBezTo>
                    <a:cubicBezTo>
                      <a:pt x="376801" y="584200"/>
                      <a:pt x="396501" y="583598"/>
                      <a:pt x="415648" y="587188"/>
                    </a:cubicBezTo>
                    <a:cubicBezTo>
                      <a:pt x="420943" y="588181"/>
                      <a:pt x="424277" y="593744"/>
                      <a:pt x="429096" y="596153"/>
                    </a:cubicBezTo>
                    <a:cubicBezTo>
                      <a:pt x="436292" y="599751"/>
                      <a:pt x="444037" y="602130"/>
                      <a:pt x="451507" y="605118"/>
                    </a:cubicBezTo>
                    <a:cubicBezTo>
                      <a:pt x="466448" y="603624"/>
                      <a:pt x="481999" y="605114"/>
                      <a:pt x="496331" y="600635"/>
                    </a:cubicBezTo>
                    <a:cubicBezTo>
                      <a:pt x="506615" y="597421"/>
                      <a:pt x="523225" y="582706"/>
                      <a:pt x="523225" y="582706"/>
                    </a:cubicBezTo>
                    <a:cubicBezTo>
                      <a:pt x="526918" y="567933"/>
                      <a:pt x="528998" y="556178"/>
                      <a:pt x="536672" y="542365"/>
                    </a:cubicBezTo>
                    <a:cubicBezTo>
                      <a:pt x="540300" y="535834"/>
                      <a:pt x="545637" y="530412"/>
                      <a:pt x="550119" y="524435"/>
                    </a:cubicBezTo>
                    <a:cubicBezTo>
                      <a:pt x="551613" y="518459"/>
                      <a:pt x="554601" y="512666"/>
                      <a:pt x="554601" y="506506"/>
                    </a:cubicBezTo>
                    <a:cubicBezTo>
                      <a:pt x="554601" y="492976"/>
                      <a:pt x="546559" y="479218"/>
                      <a:pt x="550119" y="466165"/>
                    </a:cubicBezTo>
                    <a:cubicBezTo>
                      <a:pt x="551877" y="459719"/>
                      <a:pt x="561474" y="458395"/>
                      <a:pt x="568048" y="457200"/>
                    </a:cubicBezTo>
                    <a:cubicBezTo>
                      <a:pt x="594671" y="452359"/>
                      <a:pt x="621837" y="451223"/>
                      <a:pt x="648731" y="448235"/>
                    </a:cubicBezTo>
                    <a:cubicBezTo>
                      <a:pt x="659190" y="445247"/>
                      <a:pt x="669735" y="442546"/>
                      <a:pt x="680107" y="439271"/>
                    </a:cubicBezTo>
                    <a:cubicBezTo>
                      <a:pt x="698129" y="433580"/>
                      <a:pt x="733896" y="421341"/>
                      <a:pt x="733896" y="421341"/>
                    </a:cubicBezTo>
                    <a:cubicBezTo>
                      <a:pt x="739872" y="415365"/>
                      <a:pt x="746754" y="410173"/>
                      <a:pt x="751825" y="403412"/>
                    </a:cubicBezTo>
                    <a:cubicBezTo>
                      <a:pt x="755834" y="398066"/>
                      <a:pt x="758158" y="391624"/>
                      <a:pt x="760790" y="385482"/>
                    </a:cubicBezTo>
                    <a:cubicBezTo>
                      <a:pt x="764648" y="376481"/>
                      <a:pt x="767480" y="363202"/>
                      <a:pt x="769754" y="354106"/>
                    </a:cubicBezTo>
                    <a:cubicBezTo>
                      <a:pt x="767837" y="329187"/>
                      <a:pt x="775255" y="301336"/>
                      <a:pt x="756307" y="282388"/>
                    </a:cubicBezTo>
                    <a:cubicBezTo>
                      <a:pt x="752498" y="278579"/>
                      <a:pt x="747342" y="276411"/>
                      <a:pt x="742860" y="273423"/>
                    </a:cubicBezTo>
                    <a:cubicBezTo>
                      <a:pt x="741366" y="268941"/>
                      <a:pt x="742035" y="262968"/>
                      <a:pt x="738378" y="259976"/>
                    </a:cubicBezTo>
                    <a:cubicBezTo>
                      <a:pt x="689841" y="220264"/>
                      <a:pt x="709993" y="241408"/>
                      <a:pt x="680107" y="228600"/>
                    </a:cubicBezTo>
                    <a:cubicBezTo>
                      <a:pt x="641336" y="211984"/>
                      <a:pt x="680267" y="225664"/>
                      <a:pt x="648731" y="215153"/>
                    </a:cubicBezTo>
                    <a:cubicBezTo>
                      <a:pt x="628411" y="199913"/>
                      <a:pt x="603160" y="214406"/>
                      <a:pt x="599425" y="206188"/>
                    </a:cubicBezTo>
                    <a:close/>
                  </a:path>
                </a:pathLst>
              </a:custGeom>
              <a:solidFill>
                <a:schemeClr val="bg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E55545A-8484-77F0-FCF3-C1F809842EC7}"/>
                  </a:ext>
                </a:extLst>
              </p:cNvPr>
              <p:cNvSpPr/>
              <p:nvPr/>
            </p:nvSpPr>
            <p:spPr>
              <a:xfrm>
                <a:off x="7748912" y="1236599"/>
                <a:ext cx="238641" cy="13948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48FEC4B7-0FCE-89F7-58E2-FD92F13EE422}"/>
                  </a:ext>
                </a:extLst>
              </p:cNvPr>
              <p:cNvSpPr/>
              <p:nvPr/>
            </p:nvSpPr>
            <p:spPr>
              <a:xfrm>
                <a:off x="7504901" y="723961"/>
                <a:ext cx="746162" cy="30200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dirty="0">
                    <a:solidFill>
                      <a:schemeClr val="accent2"/>
                    </a:solidFill>
                  </a:rPr>
                  <a:t>PRC1</a:t>
                </a:r>
                <a:endParaRPr lang="en-US" sz="1600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9" name="Free-form: Shape 38">
                <a:extLst>
                  <a:ext uri="{FF2B5EF4-FFF2-40B4-BE49-F238E27FC236}">
                    <a16:creationId xmlns:a16="http://schemas.microsoft.com/office/drawing/2014/main" id="{100BBDB5-23F9-C2D8-10EB-CAA972FF8544}"/>
                  </a:ext>
                </a:extLst>
              </p:cNvPr>
              <p:cNvSpPr/>
              <p:nvPr/>
            </p:nvSpPr>
            <p:spPr>
              <a:xfrm>
                <a:off x="7344229" y="2349996"/>
                <a:ext cx="898488" cy="652435"/>
              </a:xfrm>
              <a:custGeom>
                <a:avLst/>
                <a:gdLst>
                  <a:gd name="connsiteX0" fmla="*/ 109100 w 755474"/>
                  <a:gd name="connsiteY0" fmla="*/ 76200 h 605971"/>
                  <a:gd name="connsiteX1" fmla="*/ 94586 w 755474"/>
                  <a:gd name="connsiteY1" fmla="*/ 58057 h 605971"/>
                  <a:gd name="connsiteX2" fmla="*/ 87329 w 755474"/>
                  <a:gd name="connsiteY2" fmla="*/ 47171 h 605971"/>
                  <a:gd name="connsiteX3" fmla="*/ 76443 w 755474"/>
                  <a:gd name="connsiteY3" fmla="*/ 39914 h 605971"/>
                  <a:gd name="connsiteX4" fmla="*/ 54672 w 755474"/>
                  <a:gd name="connsiteY4" fmla="*/ 47171 h 605971"/>
                  <a:gd name="connsiteX5" fmla="*/ 47415 w 755474"/>
                  <a:gd name="connsiteY5" fmla="*/ 58057 h 605971"/>
                  <a:gd name="connsiteX6" fmla="*/ 40157 w 755474"/>
                  <a:gd name="connsiteY6" fmla="*/ 65314 h 605971"/>
                  <a:gd name="connsiteX7" fmla="*/ 32900 w 755474"/>
                  <a:gd name="connsiteY7" fmla="*/ 76200 h 605971"/>
                  <a:gd name="connsiteX8" fmla="*/ 22015 w 755474"/>
                  <a:gd name="connsiteY8" fmla="*/ 79828 h 605971"/>
                  <a:gd name="connsiteX9" fmla="*/ 14757 w 755474"/>
                  <a:gd name="connsiteY9" fmla="*/ 90714 h 605971"/>
                  <a:gd name="connsiteX10" fmla="*/ 11129 w 755474"/>
                  <a:gd name="connsiteY10" fmla="*/ 101600 h 605971"/>
                  <a:gd name="connsiteX11" fmla="*/ 3872 w 755474"/>
                  <a:gd name="connsiteY11" fmla="*/ 116114 h 605971"/>
                  <a:gd name="connsiteX12" fmla="*/ 243 w 755474"/>
                  <a:gd name="connsiteY12" fmla="*/ 141514 h 605971"/>
                  <a:gd name="connsiteX13" fmla="*/ 11129 w 755474"/>
                  <a:gd name="connsiteY13" fmla="*/ 166914 h 605971"/>
                  <a:gd name="connsiteX14" fmla="*/ 58300 w 755474"/>
                  <a:gd name="connsiteY14" fmla="*/ 210457 h 605971"/>
                  <a:gd name="connsiteX15" fmla="*/ 76443 w 755474"/>
                  <a:gd name="connsiteY15" fmla="*/ 217714 h 605971"/>
                  <a:gd name="connsiteX16" fmla="*/ 83700 w 755474"/>
                  <a:gd name="connsiteY16" fmla="*/ 228600 h 605971"/>
                  <a:gd name="connsiteX17" fmla="*/ 109100 w 755474"/>
                  <a:gd name="connsiteY17" fmla="*/ 235857 h 605971"/>
                  <a:gd name="connsiteX18" fmla="*/ 138129 w 755474"/>
                  <a:gd name="connsiteY18" fmla="*/ 250371 h 605971"/>
                  <a:gd name="connsiteX19" fmla="*/ 250615 w 755474"/>
                  <a:gd name="connsiteY19" fmla="*/ 257628 h 605971"/>
                  <a:gd name="connsiteX20" fmla="*/ 243357 w 755474"/>
                  <a:gd name="connsiteY20" fmla="*/ 264885 h 605971"/>
                  <a:gd name="connsiteX21" fmla="*/ 236100 w 755474"/>
                  <a:gd name="connsiteY21" fmla="*/ 297542 h 605971"/>
                  <a:gd name="connsiteX22" fmla="*/ 250615 w 755474"/>
                  <a:gd name="connsiteY22" fmla="*/ 337457 h 605971"/>
                  <a:gd name="connsiteX23" fmla="*/ 261500 w 755474"/>
                  <a:gd name="connsiteY23" fmla="*/ 348342 h 605971"/>
                  <a:gd name="connsiteX24" fmla="*/ 265129 w 755474"/>
                  <a:gd name="connsiteY24" fmla="*/ 359228 h 605971"/>
                  <a:gd name="connsiteX25" fmla="*/ 272386 w 755474"/>
                  <a:gd name="connsiteY25" fmla="*/ 370114 h 605971"/>
                  <a:gd name="connsiteX26" fmla="*/ 254243 w 755474"/>
                  <a:gd name="connsiteY26" fmla="*/ 373742 h 605971"/>
                  <a:gd name="connsiteX27" fmla="*/ 221586 w 755474"/>
                  <a:gd name="connsiteY27" fmla="*/ 381000 h 605971"/>
                  <a:gd name="connsiteX28" fmla="*/ 199815 w 755474"/>
                  <a:gd name="connsiteY28" fmla="*/ 399142 h 605971"/>
                  <a:gd name="connsiteX29" fmla="*/ 192557 w 755474"/>
                  <a:gd name="connsiteY29" fmla="*/ 410028 h 605971"/>
                  <a:gd name="connsiteX30" fmla="*/ 188929 w 755474"/>
                  <a:gd name="connsiteY30" fmla="*/ 420914 h 605971"/>
                  <a:gd name="connsiteX31" fmla="*/ 167157 w 755474"/>
                  <a:gd name="connsiteY31" fmla="*/ 446314 h 605971"/>
                  <a:gd name="connsiteX32" fmla="*/ 159900 w 755474"/>
                  <a:gd name="connsiteY32" fmla="*/ 457200 h 605971"/>
                  <a:gd name="connsiteX33" fmla="*/ 152643 w 755474"/>
                  <a:gd name="connsiteY33" fmla="*/ 486228 h 605971"/>
                  <a:gd name="connsiteX34" fmla="*/ 167157 w 755474"/>
                  <a:gd name="connsiteY34" fmla="*/ 529771 h 605971"/>
                  <a:gd name="connsiteX35" fmla="*/ 178043 w 755474"/>
                  <a:gd name="connsiteY35" fmla="*/ 533400 h 605971"/>
                  <a:gd name="connsiteX36" fmla="*/ 188929 w 755474"/>
                  <a:gd name="connsiteY36" fmla="*/ 544285 h 605971"/>
                  <a:gd name="connsiteX37" fmla="*/ 221586 w 755474"/>
                  <a:gd name="connsiteY37" fmla="*/ 566057 h 605971"/>
                  <a:gd name="connsiteX38" fmla="*/ 265129 w 755474"/>
                  <a:gd name="connsiteY38" fmla="*/ 591457 h 605971"/>
                  <a:gd name="connsiteX39" fmla="*/ 290529 w 755474"/>
                  <a:gd name="connsiteY39" fmla="*/ 598714 h 605971"/>
                  <a:gd name="connsiteX40" fmla="*/ 373986 w 755474"/>
                  <a:gd name="connsiteY40" fmla="*/ 605971 h 605971"/>
                  <a:gd name="connsiteX41" fmla="*/ 475586 w 755474"/>
                  <a:gd name="connsiteY41" fmla="*/ 602342 h 605971"/>
                  <a:gd name="connsiteX42" fmla="*/ 508243 w 755474"/>
                  <a:gd name="connsiteY42" fmla="*/ 595085 h 605971"/>
                  <a:gd name="connsiteX43" fmla="*/ 537272 w 755474"/>
                  <a:gd name="connsiteY43" fmla="*/ 580571 h 605971"/>
                  <a:gd name="connsiteX44" fmla="*/ 569929 w 755474"/>
                  <a:gd name="connsiteY44" fmla="*/ 540657 h 605971"/>
                  <a:gd name="connsiteX45" fmla="*/ 584443 w 755474"/>
                  <a:gd name="connsiteY45" fmla="*/ 518885 h 605971"/>
                  <a:gd name="connsiteX46" fmla="*/ 584443 w 755474"/>
                  <a:gd name="connsiteY46" fmla="*/ 449942 h 605971"/>
                  <a:gd name="connsiteX47" fmla="*/ 580815 w 755474"/>
                  <a:gd name="connsiteY47" fmla="*/ 439057 h 605971"/>
                  <a:gd name="connsiteX48" fmla="*/ 566300 w 755474"/>
                  <a:gd name="connsiteY48" fmla="*/ 431800 h 605971"/>
                  <a:gd name="connsiteX49" fmla="*/ 715072 w 755474"/>
                  <a:gd name="connsiteY49" fmla="*/ 420914 h 605971"/>
                  <a:gd name="connsiteX50" fmla="*/ 733215 w 755474"/>
                  <a:gd name="connsiteY50" fmla="*/ 410028 h 605971"/>
                  <a:gd name="connsiteX51" fmla="*/ 744100 w 755474"/>
                  <a:gd name="connsiteY51" fmla="*/ 391885 h 605971"/>
                  <a:gd name="connsiteX52" fmla="*/ 751357 w 755474"/>
                  <a:gd name="connsiteY52" fmla="*/ 381000 h 605971"/>
                  <a:gd name="connsiteX53" fmla="*/ 747729 w 755474"/>
                  <a:gd name="connsiteY53" fmla="*/ 275771 h 605971"/>
                  <a:gd name="connsiteX54" fmla="*/ 736843 w 755474"/>
                  <a:gd name="connsiteY54" fmla="*/ 261257 h 605971"/>
                  <a:gd name="connsiteX55" fmla="*/ 729586 w 755474"/>
                  <a:gd name="connsiteY55" fmla="*/ 250371 h 605971"/>
                  <a:gd name="connsiteX56" fmla="*/ 715072 w 755474"/>
                  <a:gd name="connsiteY56" fmla="*/ 243114 h 605971"/>
                  <a:gd name="connsiteX57" fmla="*/ 686043 w 755474"/>
                  <a:gd name="connsiteY57" fmla="*/ 221342 h 605971"/>
                  <a:gd name="connsiteX58" fmla="*/ 642500 w 755474"/>
                  <a:gd name="connsiteY58" fmla="*/ 210457 h 605971"/>
                  <a:gd name="connsiteX59" fmla="*/ 631615 w 755474"/>
                  <a:gd name="connsiteY59" fmla="*/ 203200 h 605971"/>
                  <a:gd name="connsiteX60" fmla="*/ 609843 w 755474"/>
                  <a:gd name="connsiteY60" fmla="*/ 195942 h 605971"/>
                  <a:gd name="connsiteX61" fmla="*/ 580815 w 755474"/>
                  <a:gd name="connsiteY61" fmla="*/ 177800 h 605971"/>
                  <a:gd name="connsiteX62" fmla="*/ 566300 w 755474"/>
                  <a:gd name="connsiteY62" fmla="*/ 174171 h 605971"/>
                  <a:gd name="connsiteX63" fmla="*/ 544529 w 755474"/>
                  <a:gd name="connsiteY63" fmla="*/ 166914 h 605971"/>
                  <a:gd name="connsiteX64" fmla="*/ 511872 w 755474"/>
                  <a:gd name="connsiteY64" fmla="*/ 163285 h 605971"/>
                  <a:gd name="connsiteX65" fmla="*/ 475586 w 755474"/>
                  <a:gd name="connsiteY65" fmla="*/ 166914 h 605971"/>
                  <a:gd name="connsiteX66" fmla="*/ 446557 w 755474"/>
                  <a:gd name="connsiteY66" fmla="*/ 174171 h 605971"/>
                  <a:gd name="connsiteX67" fmla="*/ 399386 w 755474"/>
                  <a:gd name="connsiteY67" fmla="*/ 185057 h 605971"/>
                  <a:gd name="connsiteX68" fmla="*/ 395757 w 755474"/>
                  <a:gd name="connsiteY68" fmla="*/ 163285 h 605971"/>
                  <a:gd name="connsiteX69" fmla="*/ 388500 w 755474"/>
                  <a:gd name="connsiteY69" fmla="*/ 101600 h 605971"/>
                  <a:gd name="connsiteX70" fmla="*/ 384872 w 755474"/>
                  <a:gd name="connsiteY70" fmla="*/ 87085 h 605971"/>
                  <a:gd name="connsiteX71" fmla="*/ 359472 w 755474"/>
                  <a:gd name="connsiteY71" fmla="*/ 65314 h 605971"/>
                  <a:gd name="connsiteX72" fmla="*/ 319557 w 755474"/>
                  <a:gd name="connsiteY72" fmla="*/ 36285 h 605971"/>
                  <a:gd name="connsiteX73" fmla="*/ 290529 w 755474"/>
                  <a:gd name="connsiteY73" fmla="*/ 21771 h 605971"/>
                  <a:gd name="connsiteX74" fmla="*/ 279643 w 755474"/>
                  <a:gd name="connsiteY74" fmla="*/ 14514 h 605971"/>
                  <a:gd name="connsiteX75" fmla="*/ 214329 w 755474"/>
                  <a:gd name="connsiteY75" fmla="*/ 0 h 605971"/>
                  <a:gd name="connsiteX76" fmla="*/ 167157 w 755474"/>
                  <a:gd name="connsiteY76" fmla="*/ 3628 h 605971"/>
                  <a:gd name="connsiteX77" fmla="*/ 156272 w 755474"/>
                  <a:gd name="connsiteY77" fmla="*/ 14514 h 605971"/>
                  <a:gd name="connsiteX78" fmla="*/ 145386 w 755474"/>
                  <a:gd name="connsiteY78" fmla="*/ 18142 h 605971"/>
                  <a:gd name="connsiteX79" fmla="*/ 138129 w 755474"/>
                  <a:gd name="connsiteY79" fmla="*/ 25400 h 605971"/>
                  <a:gd name="connsiteX80" fmla="*/ 127243 w 755474"/>
                  <a:gd name="connsiteY80" fmla="*/ 29028 h 605971"/>
                  <a:gd name="connsiteX81" fmla="*/ 123615 w 755474"/>
                  <a:gd name="connsiteY81" fmla="*/ 43542 h 605971"/>
                  <a:gd name="connsiteX82" fmla="*/ 105472 w 755474"/>
                  <a:gd name="connsiteY82" fmla="*/ 61685 h 605971"/>
                  <a:gd name="connsiteX83" fmla="*/ 109100 w 755474"/>
                  <a:gd name="connsiteY83" fmla="*/ 76200 h 605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755474" h="605971">
                    <a:moveTo>
                      <a:pt x="109100" y="76200"/>
                    </a:moveTo>
                    <a:cubicBezTo>
                      <a:pt x="104262" y="70152"/>
                      <a:pt x="99233" y="64253"/>
                      <a:pt x="94586" y="58057"/>
                    </a:cubicBezTo>
                    <a:cubicBezTo>
                      <a:pt x="91969" y="54568"/>
                      <a:pt x="90413" y="50255"/>
                      <a:pt x="87329" y="47171"/>
                    </a:cubicBezTo>
                    <a:cubicBezTo>
                      <a:pt x="84245" y="44087"/>
                      <a:pt x="80072" y="42333"/>
                      <a:pt x="76443" y="39914"/>
                    </a:cubicBezTo>
                    <a:cubicBezTo>
                      <a:pt x="69186" y="42333"/>
                      <a:pt x="61159" y="43117"/>
                      <a:pt x="54672" y="47171"/>
                    </a:cubicBezTo>
                    <a:cubicBezTo>
                      <a:pt x="50974" y="49482"/>
                      <a:pt x="50139" y="54652"/>
                      <a:pt x="47415" y="58057"/>
                    </a:cubicBezTo>
                    <a:cubicBezTo>
                      <a:pt x="45278" y="60728"/>
                      <a:pt x="42294" y="62643"/>
                      <a:pt x="40157" y="65314"/>
                    </a:cubicBezTo>
                    <a:cubicBezTo>
                      <a:pt x="37433" y="68719"/>
                      <a:pt x="36305" y="73476"/>
                      <a:pt x="32900" y="76200"/>
                    </a:cubicBezTo>
                    <a:cubicBezTo>
                      <a:pt x="29914" y="78589"/>
                      <a:pt x="25643" y="78619"/>
                      <a:pt x="22015" y="79828"/>
                    </a:cubicBezTo>
                    <a:cubicBezTo>
                      <a:pt x="19596" y="83457"/>
                      <a:pt x="16707" y="86813"/>
                      <a:pt x="14757" y="90714"/>
                    </a:cubicBezTo>
                    <a:cubicBezTo>
                      <a:pt x="13046" y="94135"/>
                      <a:pt x="12636" y="98084"/>
                      <a:pt x="11129" y="101600"/>
                    </a:cubicBezTo>
                    <a:cubicBezTo>
                      <a:pt x="8998" y="106572"/>
                      <a:pt x="6291" y="111276"/>
                      <a:pt x="3872" y="116114"/>
                    </a:cubicBezTo>
                    <a:cubicBezTo>
                      <a:pt x="2662" y="124581"/>
                      <a:pt x="-967" y="133047"/>
                      <a:pt x="243" y="141514"/>
                    </a:cubicBezTo>
                    <a:cubicBezTo>
                      <a:pt x="1546" y="150633"/>
                      <a:pt x="5602" y="159545"/>
                      <a:pt x="11129" y="166914"/>
                    </a:cubicBezTo>
                    <a:cubicBezTo>
                      <a:pt x="15157" y="172284"/>
                      <a:pt x="44397" y="202733"/>
                      <a:pt x="58300" y="210457"/>
                    </a:cubicBezTo>
                    <a:cubicBezTo>
                      <a:pt x="63994" y="213620"/>
                      <a:pt x="70395" y="215295"/>
                      <a:pt x="76443" y="217714"/>
                    </a:cubicBezTo>
                    <a:cubicBezTo>
                      <a:pt x="78862" y="221343"/>
                      <a:pt x="80295" y="225876"/>
                      <a:pt x="83700" y="228600"/>
                    </a:cubicBezTo>
                    <a:cubicBezTo>
                      <a:pt x="86064" y="230491"/>
                      <a:pt x="108155" y="235621"/>
                      <a:pt x="109100" y="235857"/>
                    </a:cubicBezTo>
                    <a:cubicBezTo>
                      <a:pt x="120057" y="243161"/>
                      <a:pt x="123926" y="246820"/>
                      <a:pt x="138129" y="250371"/>
                    </a:cubicBezTo>
                    <a:cubicBezTo>
                      <a:pt x="164441" y="256949"/>
                      <a:pt x="249592" y="257585"/>
                      <a:pt x="250615" y="257628"/>
                    </a:cubicBezTo>
                    <a:cubicBezTo>
                      <a:pt x="248196" y="260047"/>
                      <a:pt x="244887" y="261825"/>
                      <a:pt x="243357" y="264885"/>
                    </a:cubicBezTo>
                    <a:cubicBezTo>
                      <a:pt x="241652" y="268296"/>
                      <a:pt x="236481" y="295640"/>
                      <a:pt x="236100" y="297542"/>
                    </a:cubicBezTo>
                    <a:cubicBezTo>
                      <a:pt x="239637" y="309923"/>
                      <a:pt x="242617" y="326260"/>
                      <a:pt x="250615" y="337457"/>
                    </a:cubicBezTo>
                    <a:cubicBezTo>
                      <a:pt x="253597" y="341632"/>
                      <a:pt x="257872" y="344714"/>
                      <a:pt x="261500" y="348342"/>
                    </a:cubicBezTo>
                    <a:cubicBezTo>
                      <a:pt x="262710" y="351971"/>
                      <a:pt x="263418" y="355807"/>
                      <a:pt x="265129" y="359228"/>
                    </a:cubicBezTo>
                    <a:cubicBezTo>
                      <a:pt x="267079" y="363129"/>
                      <a:pt x="275003" y="366625"/>
                      <a:pt x="272386" y="370114"/>
                    </a:cubicBezTo>
                    <a:cubicBezTo>
                      <a:pt x="268685" y="375048"/>
                      <a:pt x="260264" y="372404"/>
                      <a:pt x="254243" y="373742"/>
                    </a:cubicBezTo>
                    <a:cubicBezTo>
                      <a:pt x="208060" y="384005"/>
                      <a:pt x="276385" y="370039"/>
                      <a:pt x="221586" y="381000"/>
                    </a:cubicBezTo>
                    <a:cubicBezTo>
                      <a:pt x="203905" y="407520"/>
                      <a:pt x="227437" y="376124"/>
                      <a:pt x="199815" y="399142"/>
                    </a:cubicBezTo>
                    <a:cubicBezTo>
                      <a:pt x="196465" y="401934"/>
                      <a:pt x="194976" y="406399"/>
                      <a:pt x="192557" y="410028"/>
                    </a:cubicBezTo>
                    <a:cubicBezTo>
                      <a:pt x="191348" y="413657"/>
                      <a:pt x="190827" y="417593"/>
                      <a:pt x="188929" y="420914"/>
                    </a:cubicBezTo>
                    <a:cubicBezTo>
                      <a:pt x="179048" y="438207"/>
                      <a:pt x="178854" y="432277"/>
                      <a:pt x="167157" y="446314"/>
                    </a:cubicBezTo>
                    <a:cubicBezTo>
                      <a:pt x="164365" y="449664"/>
                      <a:pt x="162319" y="453571"/>
                      <a:pt x="159900" y="457200"/>
                    </a:cubicBezTo>
                    <a:cubicBezTo>
                      <a:pt x="157037" y="465789"/>
                      <a:pt x="152643" y="477473"/>
                      <a:pt x="152643" y="486228"/>
                    </a:cubicBezTo>
                    <a:cubicBezTo>
                      <a:pt x="152643" y="504114"/>
                      <a:pt x="153137" y="518087"/>
                      <a:pt x="167157" y="529771"/>
                    </a:cubicBezTo>
                    <a:cubicBezTo>
                      <a:pt x="170095" y="532220"/>
                      <a:pt x="174414" y="532190"/>
                      <a:pt x="178043" y="533400"/>
                    </a:cubicBezTo>
                    <a:cubicBezTo>
                      <a:pt x="181672" y="537028"/>
                      <a:pt x="185033" y="540946"/>
                      <a:pt x="188929" y="544285"/>
                    </a:cubicBezTo>
                    <a:cubicBezTo>
                      <a:pt x="201428" y="554998"/>
                      <a:pt x="207187" y="557196"/>
                      <a:pt x="221586" y="566057"/>
                    </a:cubicBezTo>
                    <a:cubicBezTo>
                      <a:pt x="228237" y="570150"/>
                      <a:pt x="253191" y="587116"/>
                      <a:pt x="265129" y="591457"/>
                    </a:cubicBezTo>
                    <a:cubicBezTo>
                      <a:pt x="273404" y="594466"/>
                      <a:pt x="281919" y="596869"/>
                      <a:pt x="290529" y="598714"/>
                    </a:cubicBezTo>
                    <a:cubicBezTo>
                      <a:pt x="314133" y="603772"/>
                      <a:pt x="354984" y="604783"/>
                      <a:pt x="373986" y="605971"/>
                    </a:cubicBezTo>
                    <a:cubicBezTo>
                      <a:pt x="407853" y="604761"/>
                      <a:pt x="441809" y="605081"/>
                      <a:pt x="475586" y="602342"/>
                    </a:cubicBezTo>
                    <a:cubicBezTo>
                      <a:pt x="486701" y="601441"/>
                      <a:pt x="497727" y="598796"/>
                      <a:pt x="508243" y="595085"/>
                    </a:cubicBezTo>
                    <a:cubicBezTo>
                      <a:pt x="518445" y="591484"/>
                      <a:pt x="537272" y="580571"/>
                      <a:pt x="537272" y="580571"/>
                    </a:cubicBezTo>
                    <a:cubicBezTo>
                      <a:pt x="551184" y="564340"/>
                      <a:pt x="558749" y="556629"/>
                      <a:pt x="569929" y="540657"/>
                    </a:cubicBezTo>
                    <a:cubicBezTo>
                      <a:pt x="574931" y="533512"/>
                      <a:pt x="584443" y="518885"/>
                      <a:pt x="584443" y="518885"/>
                    </a:cubicBezTo>
                    <a:cubicBezTo>
                      <a:pt x="590800" y="487105"/>
                      <a:pt x="590169" y="498609"/>
                      <a:pt x="584443" y="449942"/>
                    </a:cubicBezTo>
                    <a:cubicBezTo>
                      <a:pt x="583996" y="446144"/>
                      <a:pt x="583519" y="441761"/>
                      <a:pt x="580815" y="439057"/>
                    </a:cubicBezTo>
                    <a:cubicBezTo>
                      <a:pt x="576990" y="435232"/>
                      <a:pt x="571138" y="434219"/>
                      <a:pt x="566300" y="431800"/>
                    </a:cubicBezTo>
                    <a:lnTo>
                      <a:pt x="715072" y="420914"/>
                    </a:lnTo>
                    <a:cubicBezTo>
                      <a:pt x="723181" y="420177"/>
                      <a:pt x="728639" y="416435"/>
                      <a:pt x="733215" y="410028"/>
                    </a:cubicBezTo>
                    <a:cubicBezTo>
                      <a:pt x="737314" y="404289"/>
                      <a:pt x="740362" y="397866"/>
                      <a:pt x="744100" y="391885"/>
                    </a:cubicBezTo>
                    <a:cubicBezTo>
                      <a:pt x="746411" y="388187"/>
                      <a:pt x="748938" y="384628"/>
                      <a:pt x="751357" y="381000"/>
                    </a:cubicBezTo>
                    <a:cubicBezTo>
                      <a:pt x="755780" y="336780"/>
                      <a:pt x="759121" y="328176"/>
                      <a:pt x="747729" y="275771"/>
                    </a:cubicBezTo>
                    <a:cubicBezTo>
                      <a:pt x="746444" y="269861"/>
                      <a:pt x="740358" y="266178"/>
                      <a:pt x="736843" y="261257"/>
                    </a:cubicBezTo>
                    <a:cubicBezTo>
                      <a:pt x="734308" y="257708"/>
                      <a:pt x="732936" y="253163"/>
                      <a:pt x="729586" y="250371"/>
                    </a:cubicBezTo>
                    <a:cubicBezTo>
                      <a:pt x="725431" y="246908"/>
                      <a:pt x="719573" y="246114"/>
                      <a:pt x="715072" y="243114"/>
                    </a:cubicBezTo>
                    <a:cubicBezTo>
                      <a:pt x="705008" y="236405"/>
                      <a:pt x="697673" y="224665"/>
                      <a:pt x="686043" y="221342"/>
                    </a:cubicBezTo>
                    <a:cubicBezTo>
                      <a:pt x="654713" y="212391"/>
                      <a:pt x="669278" y="215812"/>
                      <a:pt x="642500" y="210457"/>
                    </a:cubicBezTo>
                    <a:cubicBezTo>
                      <a:pt x="638872" y="208038"/>
                      <a:pt x="635600" y="204971"/>
                      <a:pt x="631615" y="203200"/>
                    </a:cubicBezTo>
                    <a:cubicBezTo>
                      <a:pt x="624624" y="200093"/>
                      <a:pt x="609843" y="195942"/>
                      <a:pt x="609843" y="195942"/>
                    </a:cubicBezTo>
                    <a:cubicBezTo>
                      <a:pt x="598427" y="187380"/>
                      <a:pt x="594097" y="182781"/>
                      <a:pt x="580815" y="177800"/>
                    </a:cubicBezTo>
                    <a:cubicBezTo>
                      <a:pt x="576145" y="176049"/>
                      <a:pt x="571077" y="175604"/>
                      <a:pt x="566300" y="174171"/>
                    </a:cubicBezTo>
                    <a:cubicBezTo>
                      <a:pt x="558973" y="171973"/>
                      <a:pt x="552030" y="168414"/>
                      <a:pt x="544529" y="166914"/>
                    </a:cubicBezTo>
                    <a:cubicBezTo>
                      <a:pt x="533789" y="164766"/>
                      <a:pt x="522758" y="164495"/>
                      <a:pt x="511872" y="163285"/>
                    </a:cubicBezTo>
                    <a:cubicBezTo>
                      <a:pt x="499777" y="164495"/>
                      <a:pt x="487576" y="164916"/>
                      <a:pt x="475586" y="166914"/>
                    </a:cubicBezTo>
                    <a:cubicBezTo>
                      <a:pt x="465748" y="168554"/>
                      <a:pt x="446557" y="174171"/>
                      <a:pt x="446557" y="174171"/>
                    </a:cubicBezTo>
                    <a:cubicBezTo>
                      <a:pt x="432766" y="183365"/>
                      <a:pt x="419918" y="194390"/>
                      <a:pt x="399386" y="185057"/>
                    </a:cubicBezTo>
                    <a:cubicBezTo>
                      <a:pt x="392688" y="182012"/>
                      <a:pt x="396967" y="170542"/>
                      <a:pt x="395757" y="163285"/>
                    </a:cubicBezTo>
                    <a:cubicBezTo>
                      <a:pt x="389953" y="82011"/>
                      <a:pt x="397927" y="134596"/>
                      <a:pt x="388500" y="101600"/>
                    </a:cubicBezTo>
                    <a:cubicBezTo>
                      <a:pt x="387130" y="96805"/>
                      <a:pt x="387346" y="91415"/>
                      <a:pt x="384872" y="87085"/>
                    </a:cubicBezTo>
                    <a:cubicBezTo>
                      <a:pt x="380552" y="79526"/>
                      <a:pt x="365312" y="70320"/>
                      <a:pt x="359472" y="65314"/>
                    </a:cubicBezTo>
                    <a:cubicBezTo>
                      <a:pt x="338191" y="47073"/>
                      <a:pt x="358111" y="55562"/>
                      <a:pt x="319557" y="36285"/>
                    </a:cubicBezTo>
                    <a:cubicBezTo>
                      <a:pt x="309881" y="31447"/>
                      <a:pt x="299530" y="27772"/>
                      <a:pt x="290529" y="21771"/>
                    </a:cubicBezTo>
                    <a:cubicBezTo>
                      <a:pt x="286900" y="19352"/>
                      <a:pt x="283628" y="16285"/>
                      <a:pt x="279643" y="14514"/>
                    </a:cubicBezTo>
                    <a:cubicBezTo>
                      <a:pt x="259035" y="5355"/>
                      <a:pt x="236341" y="3144"/>
                      <a:pt x="214329" y="0"/>
                    </a:cubicBezTo>
                    <a:cubicBezTo>
                      <a:pt x="198605" y="1209"/>
                      <a:pt x="182457" y="-197"/>
                      <a:pt x="167157" y="3628"/>
                    </a:cubicBezTo>
                    <a:cubicBezTo>
                      <a:pt x="162179" y="4873"/>
                      <a:pt x="160542" y="11668"/>
                      <a:pt x="156272" y="14514"/>
                    </a:cubicBezTo>
                    <a:cubicBezTo>
                      <a:pt x="153090" y="16636"/>
                      <a:pt x="149015" y="16933"/>
                      <a:pt x="145386" y="18142"/>
                    </a:cubicBezTo>
                    <a:cubicBezTo>
                      <a:pt x="142967" y="20561"/>
                      <a:pt x="141063" y="23640"/>
                      <a:pt x="138129" y="25400"/>
                    </a:cubicBezTo>
                    <a:cubicBezTo>
                      <a:pt x="134849" y="27368"/>
                      <a:pt x="129632" y="26041"/>
                      <a:pt x="127243" y="29028"/>
                    </a:cubicBezTo>
                    <a:cubicBezTo>
                      <a:pt x="124128" y="32922"/>
                      <a:pt x="126381" y="39393"/>
                      <a:pt x="123615" y="43542"/>
                    </a:cubicBezTo>
                    <a:cubicBezTo>
                      <a:pt x="118871" y="50658"/>
                      <a:pt x="109297" y="54035"/>
                      <a:pt x="105472" y="61685"/>
                    </a:cubicBezTo>
                    <a:lnTo>
                      <a:pt x="109100" y="7620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9E8D746-B8E7-2246-E9A4-193C2FB675FA}"/>
                  </a:ext>
                </a:extLst>
              </p:cNvPr>
              <p:cNvSpPr/>
              <p:nvPr/>
            </p:nvSpPr>
            <p:spPr>
              <a:xfrm>
                <a:off x="7344229" y="2637366"/>
                <a:ext cx="268514" cy="10946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A809DC2-64F9-BB88-2095-7532864A48F9}"/>
                </a:ext>
              </a:extLst>
            </p:cNvPr>
            <p:cNvSpPr/>
            <p:nvPr/>
          </p:nvSpPr>
          <p:spPr>
            <a:xfrm rot="18813229">
              <a:off x="6977779" y="2579653"/>
              <a:ext cx="432275" cy="1972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DCEEB22-0CC0-056C-F9EB-EA7A1F92C0B1}"/>
                </a:ext>
              </a:extLst>
            </p:cNvPr>
            <p:cNvSpPr/>
            <p:nvPr/>
          </p:nvSpPr>
          <p:spPr>
            <a:xfrm rot="18813229">
              <a:off x="7943317" y="2500216"/>
              <a:ext cx="432275" cy="1972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00414A0-68D5-D96F-21D1-52D54EE4DF75}"/>
                </a:ext>
              </a:extLst>
            </p:cNvPr>
            <p:cNvSpPr/>
            <p:nvPr/>
          </p:nvSpPr>
          <p:spPr>
            <a:xfrm rot="20334247">
              <a:off x="7100175" y="2532239"/>
              <a:ext cx="907714" cy="4873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10847DC-CF52-68E7-F1BC-B342BD8CCFAC}"/>
                </a:ext>
              </a:extLst>
            </p:cNvPr>
            <p:cNvSpPr/>
            <p:nvPr/>
          </p:nvSpPr>
          <p:spPr>
            <a:xfrm>
              <a:off x="8367668" y="2670065"/>
              <a:ext cx="1573385" cy="4171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6D1F0F8E-B1F1-E7E1-2FF9-A6A5C5AD97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53" t="13621" r="3118" b="18370"/>
            <a:stretch/>
          </p:blipFill>
          <p:spPr>
            <a:xfrm>
              <a:off x="6546527" y="2690394"/>
              <a:ext cx="3458397" cy="444834"/>
            </a:xfrm>
            <a:prstGeom prst="rect">
              <a:avLst/>
            </a:prstGeom>
          </p:spPr>
        </p:pic>
      </p:grpSp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C3170491-D203-8DF9-25DB-2B2E5A184213}"/>
              </a:ext>
            </a:extLst>
          </p:cNvPr>
          <p:cNvSpPr/>
          <p:nvPr/>
        </p:nvSpPr>
        <p:spPr>
          <a:xfrm>
            <a:off x="5893334" y="1166782"/>
            <a:ext cx="1023023" cy="1263040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096B741-7A33-F347-030C-0315E8E197CE}"/>
              </a:ext>
            </a:extLst>
          </p:cNvPr>
          <p:cNvSpPr txBox="1"/>
          <p:nvPr/>
        </p:nvSpPr>
        <p:spPr>
          <a:xfrm>
            <a:off x="4219756" y="2338272"/>
            <a:ext cx="813813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400" dirty="0"/>
              <a:t>Cytosine</a:t>
            </a:r>
            <a:endParaRPr lang="en-US" sz="1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1E97407-EFF5-67BB-A4C2-9CD6DD6030C6}"/>
              </a:ext>
            </a:extLst>
          </p:cNvPr>
          <p:cNvSpPr txBox="1"/>
          <p:nvPr/>
        </p:nvSpPr>
        <p:spPr>
          <a:xfrm>
            <a:off x="6153870" y="3986608"/>
            <a:ext cx="514885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accent6">
                    <a:lumMod val="75000"/>
                  </a:schemeClr>
                </a:solidFill>
              </a:rPr>
              <a:t>5mC</a:t>
            </a:r>
            <a:endParaRPr lang="en-US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49" name="Picture 2">
            <a:extLst>
              <a:ext uri="{FF2B5EF4-FFF2-40B4-BE49-F238E27FC236}">
                <a16:creationId xmlns:a16="http://schemas.microsoft.com/office/drawing/2014/main" id="{27722ED1-4250-B1B0-D198-E3C1E8F5B3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9879"/>
          <a:stretch/>
        </p:blipFill>
        <p:spPr bwMode="auto">
          <a:xfrm>
            <a:off x="4082230" y="2849451"/>
            <a:ext cx="4997299" cy="1207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11FD6157-FF31-388D-7910-67C47F3A6B0A}"/>
              </a:ext>
            </a:extLst>
          </p:cNvPr>
          <p:cNvSpPr txBox="1"/>
          <p:nvPr/>
        </p:nvSpPr>
        <p:spPr>
          <a:xfrm>
            <a:off x="8129841" y="3955756"/>
            <a:ext cx="609462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5hmC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68402A5-878E-6829-2795-E7BCBEBD7A61}"/>
              </a:ext>
            </a:extLst>
          </p:cNvPr>
          <p:cNvCxnSpPr/>
          <p:nvPr/>
        </p:nvCxnSpPr>
        <p:spPr>
          <a:xfrm flipV="1">
            <a:off x="7213159" y="3028085"/>
            <a:ext cx="409575" cy="5715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Multiplication Sign 55">
            <a:extLst>
              <a:ext uri="{FF2B5EF4-FFF2-40B4-BE49-F238E27FC236}">
                <a16:creationId xmlns:a16="http://schemas.microsoft.com/office/drawing/2014/main" id="{D4C2EF1C-79D7-0710-8A71-E7C378ABD430}"/>
              </a:ext>
            </a:extLst>
          </p:cNvPr>
          <p:cNvSpPr/>
          <p:nvPr/>
        </p:nvSpPr>
        <p:spPr>
          <a:xfrm>
            <a:off x="7865181" y="2747115"/>
            <a:ext cx="1023023" cy="1250733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66E6AAE-06A7-6873-81E3-003598C93F43}"/>
              </a:ext>
            </a:extLst>
          </p:cNvPr>
          <p:cNvSpPr txBox="1"/>
          <p:nvPr/>
        </p:nvSpPr>
        <p:spPr>
          <a:xfrm>
            <a:off x="4217241" y="3986608"/>
            <a:ext cx="813813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400" dirty="0"/>
              <a:t>Cytosine</a:t>
            </a:r>
            <a:endParaRPr lang="en-US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EA22773-FC65-D979-B5E1-20A0E1D3D57E}"/>
              </a:ext>
            </a:extLst>
          </p:cNvPr>
          <p:cNvSpPr txBox="1"/>
          <p:nvPr/>
        </p:nvSpPr>
        <p:spPr>
          <a:xfrm>
            <a:off x="548008" y="5029782"/>
            <a:ext cx="1546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</a:rPr>
              <a:t>EZH2 KO (EKO)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A4A1CBAE-9DD2-94BD-E821-7CD26F8E52C5}"/>
              </a:ext>
            </a:extLst>
          </p:cNvPr>
          <p:cNvCxnSpPr/>
          <p:nvPr/>
        </p:nvCxnSpPr>
        <p:spPr>
          <a:xfrm flipV="1">
            <a:off x="5156917" y="4689081"/>
            <a:ext cx="409575" cy="5715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Multiplication Sign 60">
            <a:extLst>
              <a:ext uri="{FF2B5EF4-FFF2-40B4-BE49-F238E27FC236}">
                <a16:creationId xmlns:a16="http://schemas.microsoft.com/office/drawing/2014/main" id="{5AFE5D2A-B86E-DD5F-71F6-BD06F925A433}"/>
              </a:ext>
            </a:extLst>
          </p:cNvPr>
          <p:cNvSpPr/>
          <p:nvPr/>
        </p:nvSpPr>
        <p:spPr>
          <a:xfrm>
            <a:off x="6063767" y="5554751"/>
            <a:ext cx="1023023" cy="1250733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460C2F2-4B10-0F35-6817-0A3B8E449B96}"/>
              </a:ext>
            </a:extLst>
          </p:cNvPr>
          <p:cNvSpPr txBox="1"/>
          <p:nvPr/>
        </p:nvSpPr>
        <p:spPr>
          <a:xfrm>
            <a:off x="9232371" y="5090532"/>
            <a:ext cx="1925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</a:rPr>
              <a:t>Lack of H3K27me3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9307A955-1467-ECB8-B2ED-E7A114F5C04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rcRect l="27179" t="25000" r="50328" b="42272"/>
          <a:stretch/>
        </p:blipFill>
        <p:spPr>
          <a:xfrm>
            <a:off x="2784628" y="3223680"/>
            <a:ext cx="875039" cy="891288"/>
          </a:xfrm>
          <a:prstGeom prst="rect">
            <a:avLst/>
          </a:prstGeom>
        </p:spPr>
      </p:pic>
      <p:pic>
        <p:nvPicPr>
          <p:cNvPr id="25600" name="Picture 25599">
            <a:extLst>
              <a:ext uri="{FF2B5EF4-FFF2-40B4-BE49-F238E27FC236}">
                <a16:creationId xmlns:a16="http://schemas.microsoft.com/office/drawing/2014/main" id="{278BA32D-084F-2039-DB22-3A89EC20A8F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rcRect l="50571" t="25246" r="26936" b="42026"/>
          <a:stretch/>
        </p:blipFill>
        <p:spPr>
          <a:xfrm>
            <a:off x="2825905" y="1620417"/>
            <a:ext cx="875039" cy="891288"/>
          </a:xfrm>
          <a:prstGeom prst="rect">
            <a:avLst/>
          </a:prstGeom>
        </p:spPr>
      </p:pic>
      <p:pic>
        <p:nvPicPr>
          <p:cNvPr id="25602" name="Picture 25601">
            <a:extLst>
              <a:ext uri="{FF2B5EF4-FFF2-40B4-BE49-F238E27FC236}">
                <a16:creationId xmlns:a16="http://schemas.microsoft.com/office/drawing/2014/main" id="{F528E8AE-A54D-B36C-DC50-45C7B9A3459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rcRect l="73531" t="23974" r="3976" b="43298"/>
          <a:stretch/>
        </p:blipFill>
        <p:spPr>
          <a:xfrm>
            <a:off x="2831133" y="4880943"/>
            <a:ext cx="875039" cy="891288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997D469-69D5-C17F-5F32-226AA02A302E}"/>
              </a:ext>
            </a:extLst>
          </p:cNvPr>
          <p:cNvCxnSpPr/>
          <p:nvPr/>
        </p:nvCxnSpPr>
        <p:spPr>
          <a:xfrm flipV="1">
            <a:off x="5156917" y="1374546"/>
            <a:ext cx="409575" cy="5715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686CF64-2DF9-20DE-7D4C-B38366588BDC}"/>
              </a:ext>
            </a:extLst>
          </p:cNvPr>
          <p:cNvSpPr txBox="1"/>
          <p:nvPr/>
        </p:nvSpPr>
        <p:spPr>
          <a:xfrm>
            <a:off x="438851" y="-491721"/>
            <a:ext cx="12192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+mj-lt"/>
              </a:rPr>
              <a:t>Mouse embryonic stem cell lines lacking different epigenetic players</a:t>
            </a:r>
            <a:endParaRPr lang="en-US" sz="24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EA81BE-DC0E-6C3B-75B1-A36563ED8838}"/>
              </a:ext>
            </a:extLst>
          </p:cNvPr>
          <p:cNvSpPr txBox="1"/>
          <p:nvPr/>
        </p:nvSpPr>
        <p:spPr>
          <a:xfrm>
            <a:off x="920069" y="6435250"/>
            <a:ext cx="10916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mESCs</a:t>
            </a:r>
            <a:r>
              <a:rPr lang="en-GB" dirty="0"/>
              <a:t> (J1) can tolerate the loss of the different epigenetic players (and were cultured under FBS-based conditions)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2C84B8-F437-8402-D08B-B47769FDED52}"/>
              </a:ext>
            </a:extLst>
          </p:cNvPr>
          <p:cNvSpPr txBox="1"/>
          <p:nvPr/>
        </p:nvSpPr>
        <p:spPr>
          <a:xfrm>
            <a:off x="812462" y="769447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WT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905445-6807-3E4B-3CA6-C43524E603F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/>
          <a:srcRect l="4914" t="24553" r="72593" b="42719"/>
          <a:stretch/>
        </p:blipFill>
        <p:spPr>
          <a:xfrm>
            <a:off x="2846528" y="483259"/>
            <a:ext cx="875039" cy="891287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D8B25A10-3556-9DB7-DEFE-BF10A12CF7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9879"/>
          <a:stretch/>
        </p:blipFill>
        <p:spPr bwMode="auto">
          <a:xfrm>
            <a:off x="4271258" y="8071"/>
            <a:ext cx="4468045" cy="1080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8208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53" grpId="0"/>
      <p:bldP spid="21" grpId="0"/>
      <p:bldP spid="22" grpId="0"/>
      <p:bldP spid="46" grpId="0" animBg="1"/>
      <p:bldP spid="48" grpId="0" animBg="1"/>
      <p:bldP spid="50" grpId="0"/>
      <p:bldP spid="56" grpId="0" animBg="1"/>
      <p:bldP spid="58" grpId="0" animBg="1"/>
      <p:bldP spid="59" grpId="0"/>
      <p:bldP spid="61" grpId="0" animBg="1"/>
      <p:bldP spid="62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AAB3BC-D312-52FA-01EF-66AF638B8F49}"/>
              </a:ext>
            </a:extLst>
          </p:cNvPr>
          <p:cNvSpPr txBox="1"/>
          <p:nvPr/>
        </p:nvSpPr>
        <p:spPr>
          <a:xfrm>
            <a:off x="3431657" y="688188"/>
            <a:ext cx="24220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DNA Methyltransferase </a:t>
            </a:r>
          </a:p>
          <a:p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Triple KO (DTKO)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2A63E9-4A25-9001-0190-DC33E3295145}"/>
              </a:ext>
            </a:extLst>
          </p:cNvPr>
          <p:cNvSpPr txBox="1"/>
          <p:nvPr/>
        </p:nvSpPr>
        <p:spPr>
          <a:xfrm>
            <a:off x="5895093" y="716881"/>
            <a:ext cx="2092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TET Triple KO (TTKO)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DBD7FC-B909-2D8A-28A2-167C6E99145F}"/>
              </a:ext>
            </a:extLst>
          </p:cNvPr>
          <p:cNvSpPr txBox="1"/>
          <p:nvPr/>
        </p:nvSpPr>
        <p:spPr>
          <a:xfrm>
            <a:off x="8158456" y="751666"/>
            <a:ext cx="1581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</a:rPr>
              <a:t>EZHO KO (EKO)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9342A3-2248-795D-541C-D6A7ECC19BCB}"/>
              </a:ext>
            </a:extLst>
          </p:cNvPr>
          <p:cNvSpPr txBox="1"/>
          <p:nvPr/>
        </p:nvSpPr>
        <p:spPr>
          <a:xfrm>
            <a:off x="2593011" y="706210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WT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1F8439-83C5-52B7-DC6A-09F57DD2EF1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rcRect l="1669" t="31769" r="77127" b="47259"/>
          <a:stretch/>
        </p:blipFill>
        <p:spPr>
          <a:xfrm>
            <a:off x="1354810" y="4605732"/>
            <a:ext cx="2430742" cy="16828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CA567ED-4E69-3D40-1348-81F7BB31212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rcRect l="26506" t="35095" r="40722" b="48367"/>
          <a:stretch/>
        </p:blipFill>
        <p:spPr>
          <a:xfrm>
            <a:off x="4389804" y="4861445"/>
            <a:ext cx="3756931" cy="13270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B321A94-AA31-A6AB-222A-AF886963205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rcRect l="60551" t="31784" r="23135" b="45690"/>
          <a:stretch/>
        </p:blipFill>
        <p:spPr>
          <a:xfrm>
            <a:off x="8613354" y="4298857"/>
            <a:ext cx="1870167" cy="180747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34272F6-E64E-0036-A141-F1194DDEA347}"/>
              </a:ext>
            </a:extLst>
          </p:cNvPr>
          <p:cNvSpPr txBox="1"/>
          <p:nvPr/>
        </p:nvSpPr>
        <p:spPr>
          <a:xfrm>
            <a:off x="2056470" y="3874631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RNA-</a:t>
            </a:r>
            <a:r>
              <a:rPr lang="en-GB" dirty="0" err="1"/>
              <a:t>seq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D282FC-54A4-894E-1DC2-68B44B03C2DE}"/>
              </a:ext>
            </a:extLst>
          </p:cNvPr>
          <p:cNvSpPr txBox="1"/>
          <p:nvPr/>
        </p:nvSpPr>
        <p:spPr>
          <a:xfrm>
            <a:off x="5659993" y="3914367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Cut&amp;Run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E1421C-6EA3-8E72-8F88-D6BE830C6AD1}"/>
              </a:ext>
            </a:extLst>
          </p:cNvPr>
          <p:cNvSpPr txBox="1"/>
          <p:nvPr/>
        </p:nvSpPr>
        <p:spPr>
          <a:xfrm>
            <a:off x="8899722" y="3924606"/>
            <a:ext cx="1813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Oxford Nanopore</a:t>
            </a:r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EF2BCEB-BFB5-C0A9-BD3B-B364CE156918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69" t="13621" r="36328" b="26593"/>
          <a:stretch/>
        </p:blipFill>
        <p:spPr>
          <a:xfrm>
            <a:off x="5587702" y="4337519"/>
            <a:ext cx="1123970" cy="41050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5BD441C-70B7-70BB-EB05-4D88550F0A8D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9" t="13995" r="67618" b="26219"/>
          <a:stretch/>
        </p:blipFill>
        <p:spPr>
          <a:xfrm>
            <a:off x="5587702" y="4734847"/>
            <a:ext cx="1123970" cy="41050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63FE858-F585-F625-E834-94BE57440AA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7702" y="5066699"/>
            <a:ext cx="1087715" cy="479331"/>
          </a:xfrm>
          <a:prstGeom prst="rect">
            <a:avLst/>
          </a:prstGeom>
        </p:spPr>
      </p:pic>
      <p:pic>
        <p:nvPicPr>
          <p:cNvPr id="36" name="Picture 2">
            <a:extLst>
              <a:ext uri="{FF2B5EF4-FFF2-40B4-BE49-F238E27FC236}">
                <a16:creationId xmlns:a16="http://schemas.microsoft.com/office/drawing/2014/main" id="{EFF390ED-680C-4EF3-D86E-94B8DF1E6B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5142" r="41495" b="20985"/>
          <a:stretch/>
        </p:blipFill>
        <p:spPr bwMode="auto">
          <a:xfrm>
            <a:off x="10760885" y="4313280"/>
            <a:ext cx="783529" cy="799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2">
            <a:extLst>
              <a:ext uri="{FF2B5EF4-FFF2-40B4-BE49-F238E27FC236}">
                <a16:creationId xmlns:a16="http://schemas.microsoft.com/office/drawing/2014/main" id="{B2FA5B6F-61C5-70A3-583E-E9CFD0F13D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5933" t="95" r="2375" b="20889"/>
          <a:stretch/>
        </p:blipFill>
        <p:spPr bwMode="auto">
          <a:xfrm>
            <a:off x="10769664" y="5239048"/>
            <a:ext cx="727449" cy="799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D93FA1A3-B4FE-8076-209B-60DA6427305A}"/>
              </a:ext>
            </a:extLst>
          </p:cNvPr>
          <p:cNvSpPr txBox="1"/>
          <p:nvPr/>
        </p:nvSpPr>
        <p:spPr>
          <a:xfrm>
            <a:off x="10145166" y="4636584"/>
            <a:ext cx="514885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accent6">
                    <a:lumMod val="75000"/>
                  </a:schemeClr>
                </a:solidFill>
              </a:rPr>
              <a:t>5mC</a:t>
            </a:r>
            <a:endParaRPr lang="en-US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69A75B0-D7D6-3792-7FC3-AF91B382BB3A}"/>
              </a:ext>
            </a:extLst>
          </p:cNvPr>
          <p:cNvSpPr txBox="1"/>
          <p:nvPr/>
        </p:nvSpPr>
        <p:spPr>
          <a:xfrm>
            <a:off x="10145166" y="5447142"/>
            <a:ext cx="609462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5hmC</a:t>
            </a:r>
            <a:endParaRPr lang="en-US" sz="1400" dirty="0">
              <a:solidFill>
                <a:srgbClr val="00B050"/>
              </a:solidFill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8B02FA6-7998-D078-271F-18479C24902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/>
          <a:srcRect l="4914" t="24553" r="72593" b="42719"/>
          <a:stretch/>
        </p:blipFill>
        <p:spPr>
          <a:xfrm>
            <a:off x="2268993" y="1519185"/>
            <a:ext cx="1150096" cy="117145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EBD390C-D0C5-DE33-0FD9-9D6DB7A5EF4C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/>
          <a:srcRect l="27179" t="25000" r="50328" b="42272"/>
          <a:stretch/>
        </p:blipFill>
        <p:spPr>
          <a:xfrm>
            <a:off x="6361846" y="1519185"/>
            <a:ext cx="1150096" cy="1171452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44CE131-8CF2-EC8A-343B-9F568B26070A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/>
          <a:srcRect l="50571" t="25246" r="26936" b="42026"/>
          <a:stretch/>
        </p:blipFill>
        <p:spPr>
          <a:xfrm>
            <a:off x="4279498" y="1546998"/>
            <a:ext cx="1150096" cy="1171452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4C0A0E25-5D90-3AFB-7842-935A91BC544E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/>
          <a:srcRect l="73531" t="23974" r="3976" b="43298"/>
          <a:stretch/>
        </p:blipFill>
        <p:spPr>
          <a:xfrm>
            <a:off x="8372351" y="1519185"/>
            <a:ext cx="1150096" cy="1171452"/>
          </a:xfrm>
          <a:prstGeom prst="rect">
            <a:avLst/>
          </a:prstGeom>
        </p:spPr>
      </p:pic>
      <p:sp>
        <p:nvSpPr>
          <p:cNvPr id="45" name="Left Bracket 44">
            <a:extLst>
              <a:ext uri="{FF2B5EF4-FFF2-40B4-BE49-F238E27FC236}">
                <a16:creationId xmlns:a16="http://schemas.microsoft.com/office/drawing/2014/main" id="{570CBD5A-098F-0B17-8F86-208819A5E386}"/>
              </a:ext>
            </a:extLst>
          </p:cNvPr>
          <p:cNvSpPr/>
          <p:nvPr/>
        </p:nvSpPr>
        <p:spPr>
          <a:xfrm rot="16200000">
            <a:off x="6100260" y="-1499808"/>
            <a:ext cx="294202" cy="8472319"/>
          </a:xfrm>
          <a:prstGeom prst="lef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6BA60CD-7684-FA9B-714F-DFFE6E98237A}"/>
              </a:ext>
            </a:extLst>
          </p:cNvPr>
          <p:cNvCxnSpPr>
            <a:cxnSpLocks/>
          </p:cNvCxnSpPr>
          <p:nvPr/>
        </p:nvCxnSpPr>
        <p:spPr>
          <a:xfrm flipH="1">
            <a:off x="2814902" y="2895891"/>
            <a:ext cx="3209680" cy="79582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CF9C5FB-345D-180E-CEC0-0F9B2A7DECB7}"/>
              </a:ext>
            </a:extLst>
          </p:cNvPr>
          <p:cNvCxnSpPr>
            <a:cxnSpLocks/>
          </p:cNvCxnSpPr>
          <p:nvPr/>
        </p:nvCxnSpPr>
        <p:spPr>
          <a:xfrm>
            <a:off x="6024582" y="2883453"/>
            <a:ext cx="0" cy="80826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B7DF003-5E2F-5B31-8D59-9FFC58824402}"/>
              </a:ext>
            </a:extLst>
          </p:cNvPr>
          <p:cNvCxnSpPr>
            <a:cxnSpLocks/>
          </p:cNvCxnSpPr>
          <p:nvPr/>
        </p:nvCxnSpPr>
        <p:spPr>
          <a:xfrm>
            <a:off x="6024582" y="2888372"/>
            <a:ext cx="3210858" cy="71628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1F05B69-6FFB-65A0-2800-4AF9424DAAB6}"/>
              </a:ext>
            </a:extLst>
          </p:cNvPr>
          <p:cNvSpPr txBox="1"/>
          <p:nvPr/>
        </p:nvSpPr>
        <p:spPr>
          <a:xfrm>
            <a:off x="698738" y="79421"/>
            <a:ext cx="12192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+mj-lt"/>
              </a:rPr>
              <a:t>Experimental design (</a:t>
            </a:r>
            <a:r>
              <a:rPr lang="en-GB" sz="2400" dirty="0" err="1">
                <a:latin typeface="+mj-lt"/>
              </a:rPr>
              <a:t>mESCs</a:t>
            </a:r>
            <a:r>
              <a:rPr lang="en-GB" sz="2400" dirty="0">
                <a:latin typeface="+mj-lt"/>
              </a:rPr>
              <a:t>)</a:t>
            </a:r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39574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BDD620F-04E1-18BE-9AA2-91276DD157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4509" y="1604583"/>
            <a:ext cx="6957663" cy="477053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59D1ED5-C27F-B78C-79F2-FCBF6A8AC083}"/>
              </a:ext>
            </a:extLst>
          </p:cNvPr>
          <p:cNvSpPr txBox="1"/>
          <p:nvPr/>
        </p:nvSpPr>
        <p:spPr>
          <a:xfrm>
            <a:off x="1516538" y="157364"/>
            <a:ext cx="94678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i="0" dirty="0">
                <a:solidFill>
                  <a:srgbClr val="373A3C"/>
                </a:solidFill>
                <a:effectLst/>
                <a:latin typeface="+mj-lt"/>
              </a:rPr>
              <a:t> Spike-Scaling Impact on Thresholds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6C71A4-4FCF-5212-3F12-1602D4459D2D}"/>
              </a:ext>
            </a:extLst>
          </p:cNvPr>
          <p:cNvSpPr txBox="1"/>
          <p:nvPr/>
        </p:nvSpPr>
        <p:spPr>
          <a:xfrm>
            <a:off x="86937" y="768471"/>
            <a:ext cx="12327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i="0" dirty="0">
                <a:solidFill>
                  <a:srgbClr val="373A3C"/>
                </a:solidFill>
                <a:effectLst/>
              </a:rPr>
              <a:t>The CUT&amp;RUN data was normalized using spike-in calibration, which produces signal values substantially lower than raw data </a:t>
            </a:r>
          </a:p>
          <a:p>
            <a:pPr algn="ctr"/>
            <a:r>
              <a:rPr lang="en-US" b="0" i="0" dirty="0">
                <a:solidFill>
                  <a:srgbClr val="373A3C"/>
                </a:solidFill>
                <a:effectLst/>
              </a:rPr>
              <a:t>Binarization thresholds had to be recalibrated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340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2BA915E-F5F7-378A-FC66-7276228098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8377" y="1164628"/>
            <a:ext cx="5815053" cy="56933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4D9FA8-9E0E-F228-8C49-D2F0E1CD0D54}"/>
              </a:ext>
            </a:extLst>
          </p:cNvPr>
          <p:cNvSpPr txBox="1"/>
          <p:nvPr/>
        </p:nvSpPr>
        <p:spPr>
          <a:xfrm>
            <a:off x="1516538" y="157364"/>
            <a:ext cx="94678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i="0" dirty="0">
                <a:solidFill>
                  <a:srgbClr val="373A3C"/>
                </a:solidFill>
                <a:effectLst/>
                <a:latin typeface="+mj-lt"/>
              </a:rPr>
              <a:t>Parameter Sweep Results (chr2)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600CCB-6626-1B59-514F-C492B89A99D5}"/>
              </a:ext>
            </a:extLst>
          </p:cNvPr>
          <p:cNvSpPr txBox="1"/>
          <p:nvPr/>
        </p:nvSpPr>
        <p:spPr>
          <a:xfrm>
            <a:off x="86937" y="630218"/>
            <a:ext cx="123270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i="0" dirty="0">
                <a:solidFill>
                  <a:srgbClr val="373A3C"/>
                </a:solidFill>
                <a:effectLst/>
              </a:rPr>
              <a:t>Eight configurations were tested on chr2. </a:t>
            </a:r>
          </a:p>
          <a:p>
            <a:pPr algn="ctr"/>
            <a:r>
              <a:rPr lang="en-US" sz="1400" b="0" i="0" dirty="0">
                <a:solidFill>
                  <a:srgbClr val="373A3C"/>
                </a:solidFill>
                <a:effectLst/>
              </a:rPr>
              <a:t>The key metric was the maximum WT H3K27me3 emission probability across states — indicating whether </a:t>
            </a:r>
            <a:r>
              <a:rPr lang="en-US" sz="1400" b="0" i="0" dirty="0" err="1">
                <a:solidFill>
                  <a:srgbClr val="373A3C"/>
                </a:solidFill>
                <a:effectLst/>
              </a:rPr>
              <a:t>ChromHMM</a:t>
            </a:r>
            <a:r>
              <a:rPr lang="en-US" sz="1400" b="0" i="0" dirty="0">
                <a:solidFill>
                  <a:srgbClr val="373A3C"/>
                </a:solidFill>
                <a:effectLst/>
              </a:rPr>
              <a:t> learned a proper WT </a:t>
            </a:r>
            <a:r>
              <a:rPr lang="en-US" sz="1400" b="0" i="0" dirty="0" err="1">
                <a:solidFill>
                  <a:srgbClr val="373A3C"/>
                </a:solidFill>
                <a:effectLst/>
              </a:rPr>
              <a:t>Polycomb</a:t>
            </a:r>
            <a:r>
              <a:rPr lang="en-US" sz="1400" b="0" i="0" dirty="0">
                <a:solidFill>
                  <a:srgbClr val="373A3C"/>
                </a:solidFill>
                <a:effectLst/>
              </a:rPr>
              <a:t> state</a:t>
            </a:r>
          </a:p>
          <a:p>
            <a:pPr algn="ctr"/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614111-B3FE-6C4A-4944-EA7C59010EE1}"/>
              </a:ext>
            </a:extLst>
          </p:cNvPr>
          <p:cNvSpPr txBox="1"/>
          <p:nvPr/>
        </p:nvSpPr>
        <p:spPr>
          <a:xfrm>
            <a:off x="9404417" y="4011314"/>
            <a:ext cx="28985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dirty="0">
                <a:solidFill>
                  <a:srgbClr val="373A3C"/>
                </a:solidFill>
                <a:effectLst/>
              </a:rPr>
              <a:t>Config F is the clear winner: H3K27me3=10 captures enough WT bins for </a:t>
            </a:r>
            <a:r>
              <a:rPr lang="en-US" sz="1200" b="0" i="0" dirty="0" err="1">
                <a:solidFill>
                  <a:srgbClr val="373A3C"/>
                </a:solidFill>
                <a:effectLst/>
              </a:rPr>
              <a:t>ChromHMM</a:t>
            </a:r>
            <a:r>
              <a:rPr lang="en-US" sz="1200" b="0" i="0" dirty="0">
                <a:solidFill>
                  <a:srgbClr val="373A3C"/>
                </a:solidFill>
                <a:effectLst/>
              </a:rPr>
              <a:t> to learn a proper WT </a:t>
            </a:r>
            <a:r>
              <a:rPr lang="en-US" sz="1200" b="0" i="0" dirty="0" err="1">
                <a:solidFill>
                  <a:srgbClr val="373A3C"/>
                </a:solidFill>
                <a:effectLst/>
              </a:rPr>
              <a:t>Polycomb</a:t>
            </a:r>
            <a:r>
              <a:rPr lang="en-US" sz="1200" b="0" i="0" dirty="0">
                <a:solidFill>
                  <a:srgbClr val="373A3C"/>
                </a:solidFill>
                <a:effectLst/>
              </a:rPr>
              <a:t> state with emission=1.0, and morphological closing radius=12 maintains clean H3K27me3/H3K9me3 separation.</a:t>
            </a:r>
            <a:endParaRPr lang="en-US" sz="1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B3E516-1D04-9969-83CC-1A2264508AF6}"/>
              </a:ext>
            </a:extLst>
          </p:cNvPr>
          <p:cNvSpPr/>
          <p:nvPr/>
        </p:nvSpPr>
        <p:spPr>
          <a:xfrm>
            <a:off x="3312543" y="4960189"/>
            <a:ext cx="5980887" cy="405441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68F64E-8F4C-F511-6CFB-12CFFF4F0972}"/>
              </a:ext>
            </a:extLst>
          </p:cNvPr>
          <p:cNvSpPr txBox="1"/>
          <p:nvPr/>
        </p:nvSpPr>
        <p:spPr>
          <a:xfrm>
            <a:off x="11293454" y="157364"/>
            <a:ext cx="8114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Boris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71919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CD2D8E-B13F-7AE7-5727-32441B1ED5F8}"/>
              </a:ext>
            </a:extLst>
          </p:cNvPr>
          <p:cNvSpPr txBox="1"/>
          <p:nvPr/>
        </p:nvSpPr>
        <p:spPr>
          <a:xfrm>
            <a:off x="1516538" y="157364"/>
            <a:ext cx="94678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i="0" dirty="0">
                <a:solidFill>
                  <a:srgbClr val="373A3C"/>
                </a:solidFill>
                <a:effectLst/>
                <a:latin typeface="+mj-lt"/>
              </a:rPr>
              <a:t> Segmentation Statistics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E46D9F-ABED-CB27-EFD8-0E30E773ABFB}"/>
              </a:ext>
            </a:extLst>
          </p:cNvPr>
          <p:cNvSpPr txBox="1"/>
          <p:nvPr/>
        </p:nvSpPr>
        <p:spPr>
          <a:xfrm>
            <a:off x="86937" y="768471"/>
            <a:ext cx="12327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i="0" dirty="0">
                <a:solidFill>
                  <a:srgbClr val="373A3C"/>
                </a:solidFill>
                <a:effectLst/>
              </a:rPr>
              <a:t>The CUT&amp;RUN data was normalized using spike-in calibration, which produces signal values substantially lower than raw data </a:t>
            </a:r>
          </a:p>
          <a:p>
            <a:pPr algn="ctr"/>
            <a:r>
              <a:rPr lang="en-US" b="0" i="0" dirty="0">
                <a:solidFill>
                  <a:srgbClr val="373A3C"/>
                </a:solidFill>
                <a:effectLst/>
              </a:rPr>
              <a:t>Binarization thresholds had to be recalibrated</a:t>
            </a:r>
            <a:endParaRPr lang="en-US" dirty="0"/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FBED6E1E-7299-5BBE-E6DD-AF49960989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008" y="1923919"/>
            <a:ext cx="9182896" cy="30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0588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graph&#10;&#10;AI-generated content may be incorrect.">
            <a:extLst>
              <a:ext uri="{FF2B5EF4-FFF2-40B4-BE49-F238E27FC236}">
                <a16:creationId xmlns:a16="http://schemas.microsoft.com/office/drawing/2014/main" id="{09BEAA5D-DF55-0A32-D2D9-99467D2541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07"/>
          <a:stretch/>
        </p:blipFill>
        <p:spPr>
          <a:xfrm>
            <a:off x="0" y="785149"/>
            <a:ext cx="8849758" cy="57418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BC33883-6A59-B249-8B3F-3C1BE7D7EE3B}"/>
              </a:ext>
            </a:extLst>
          </p:cNvPr>
          <p:cNvSpPr txBox="1"/>
          <p:nvPr/>
        </p:nvSpPr>
        <p:spPr>
          <a:xfrm>
            <a:off x="4472414" y="107841"/>
            <a:ext cx="32471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latin typeface="+mj-lt"/>
              </a:rPr>
              <a:t>Emission Heatmap</a:t>
            </a:r>
            <a:endParaRPr lang="en-US" sz="3200" dirty="0">
              <a:latin typeface="+mj-lt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9546FEA-6C49-C509-80E8-3594CD7529DC}"/>
              </a:ext>
            </a:extLst>
          </p:cNvPr>
          <p:cNvGrpSpPr/>
          <p:nvPr/>
        </p:nvGrpSpPr>
        <p:grpSpPr>
          <a:xfrm>
            <a:off x="8699500" y="400229"/>
            <a:ext cx="3794559" cy="6288933"/>
            <a:chOff x="-4248813" y="628043"/>
            <a:chExt cx="3794559" cy="6288933"/>
          </a:xfrm>
          <a:solidFill>
            <a:schemeClr val="bg1"/>
          </a:solidFill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B25CABB-6E5C-CC9A-69BB-9AF007DBE53D}"/>
                </a:ext>
              </a:extLst>
            </p:cNvPr>
            <p:cNvGrpSpPr/>
            <p:nvPr/>
          </p:nvGrpSpPr>
          <p:grpSpPr>
            <a:xfrm>
              <a:off x="-4248813" y="628043"/>
              <a:ext cx="3284417" cy="6288933"/>
              <a:chOff x="1093799" y="707922"/>
              <a:chExt cx="2858769" cy="5473910"/>
            </a:xfrm>
            <a:grpFill/>
          </p:grpSpPr>
          <p:pic>
            <p:nvPicPr>
              <p:cNvPr id="36" name="Picture 35" descr="A screen shot of a chart&#10;&#10;AI-generated content may be incorrect.">
                <a:extLst>
                  <a:ext uri="{FF2B5EF4-FFF2-40B4-BE49-F238E27FC236}">
                    <a16:creationId xmlns:a16="http://schemas.microsoft.com/office/drawing/2014/main" id="{53F14844-0D98-D931-7833-DABDEA7A98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827" t="4286" r="65870" b="-559"/>
              <a:stretch/>
            </p:blipFill>
            <p:spPr>
              <a:xfrm>
                <a:off x="1093799" y="707922"/>
                <a:ext cx="941477" cy="5473910"/>
              </a:xfrm>
              <a:prstGeom prst="rect">
                <a:avLst/>
              </a:prstGeom>
              <a:grpFill/>
            </p:spPr>
          </p:pic>
          <p:pic>
            <p:nvPicPr>
              <p:cNvPr id="37" name="Picture 36" descr="A screen shot of a chart&#10;&#10;AI-generated content may be incorrect.">
                <a:extLst>
                  <a:ext uri="{FF2B5EF4-FFF2-40B4-BE49-F238E27FC236}">
                    <a16:creationId xmlns:a16="http://schemas.microsoft.com/office/drawing/2014/main" id="{C9532257-45F8-D87E-9858-60F3C31B26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9371" t="6361" r="32" b="259"/>
              <a:stretch/>
            </p:blipFill>
            <p:spPr>
              <a:xfrm>
                <a:off x="2035277" y="774290"/>
                <a:ext cx="1917291" cy="5407542"/>
              </a:xfrm>
              <a:prstGeom prst="rect">
                <a:avLst/>
              </a:prstGeom>
              <a:grpFill/>
            </p:spPr>
          </p:pic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4A2C554-BDAA-2870-5178-3C59C9F9593D}"/>
                </a:ext>
              </a:extLst>
            </p:cNvPr>
            <p:cNvSpPr txBox="1"/>
            <p:nvPr/>
          </p:nvSpPr>
          <p:spPr>
            <a:xfrm>
              <a:off x="-3248632" y="729692"/>
              <a:ext cx="2727932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(TTKO </a:t>
              </a:r>
              <a:r>
                <a:rPr lang="en-GB" sz="1200" dirty="0"/>
                <a:t>strong, WT weak)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94BA13C-9FC3-F0DD-6CD1-6BBA5BB10057}"/>
                </a:ext>
              </a:extLst>
            </p:cNvPr>
            <p:cNvSpPr txBox="1"/>
            <p:nvPr/>
          </p:nvSpPr>
          <p:spPr>
            <a:xfrm>
              <a:off x="-3215003" y="1199592"/>
              <a:ext cx="2727932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(TTKO </a:t>
              </a:r>
              <a:r>
                <a:rPr lang="en-GB" sz="1200" dirty="0"/>
                <a:t>strong, </a:t>
              </a:r>
              <a:r>
                <a:rPr lang="en-GB" sz="1200" dirty="0" err="1"/>
                <a:t>WTweak</a:t>
              </a:r>
              <a:r>
                <a:rPr lang="en-GB" sz="1200" dirty="0"/>
                <a:t>) </a:t>
              </a:r>
              <a:r>
                <a:rPr lang="en-US" sz="1200" b="1" dirty="0"/>
                <a:t>H3K9me3 (DTKO</a:t>
              </a:r>
              <a:r>
                <a:rPr lang="en-US" sz="1200" dirty="0"/>
                <a:t>, strong)</a:t>
              </a:r>
              <a:endParaRPr lang="en-GB" sz="12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AB9EB99-3EE6-2087-8D2C-FDC3737D8845}"/>
                </a:ext>
              </a:extLst>
            </p:cNvPr>
            <p:cNvSpPr txBox="1"/>
            <p:nvPr/>
          </p:nvSpPr>
          <p:spPr>
            <a:xfrm>
              <a:off x="-3248632" y="1788215"/>
              <a:ext cx="2727932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H3K9me3 (DTKO</a:t>
              </a:r>
              <a:r>
                <a:rPr lang="en-US" sz="1200" dirty="0"/>
                <a:t> strong)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75E0F8B-383D-1F5E-F5D9-8581560C98FD}"/>
                </a:ext>
              </a:extLst>
            </p:cNvPr>
            <p:cNvSpPr txBox="1"/>
            <p:nvPr/>
          </p:nvSpPr>
          <p:spPr>
            <a:xfrm>
              <a:off x="-3248632" y="2203882"/>
              <a:ext cx="2727932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(DTKO</a:t>
              </a:r>
              <a:r>
                <a:rPr lang="en-GB" sz="1200" dirty="0"/>
                <a:t> strong, TTKO weak) </a:t>
              </a:r>
              <a:r>
                <a:rPr lang="en-GB" sz="1200" b="1" dirty="0"/>
                <a:t>H3K9me3 (DTKO, </a:t>
              </a:r>
              <a:r>
                <a:rPr lang="en-GB" sz="1200" dirty="0"/>
                <a:t>strong)</a:t>
              </a:r>
              <a:endParaRPr lang="en-US" sz="12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2DC53E1-AF01-0809-D210-C8FB67137A54}"/>
                </a:ext>
              </a:extLst>
            </p:cNvPr>
            <p:cNvSpPr txBox="1"/>
            <p:nvPr/>
          </p:nvSpPr>
          <p:spPr>
            <a:xfrm>
              <a:off x="-3248632" y="2831751"/>
              <a:ext cx="2727932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(DTKO</a:t>
              </a:r>
              <a:r>
                <a:rPr lang="en-GB" sz="1200" dirty="0"/>
                <a:t> strong, TTKO weak)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0424439-DA14-8276-B17A-EBBE7C2D3F1D}"/>
                </a:ext>
              </a:extLst>
            </p:cNvPr>
            <p:cNvSpPr txBox="1"/>
            <p:nvPr/>
          </p:nvSpPr>
          <p:spPr>
            <a:xfrm>
              <a:off x="-3248632" y="3220782"/>
              <a:ext cx="2727932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(constitutive)</a:t>
              </a:r>
            </a:p>
            <a:p>
              <a:r>
                <a:rPr lang="en-GB" sz="1200" dirty="0"/>
                <a:t>H3K9me3 (DTKO, weak)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D827FBA-B184-EE4E-52A2-BD7D1BA4EEEA}"/>
                </a:ext>
              </a:extLst>
            </p:cNvPr>
            <p:cNvSpPr txBox="1"/>
            <p:nvPr/>
          </p:nvSpPr>
          <p:spPr>
            <a:xfrm>
              <a:off x="-3248632" y="3676064"/>
              <a:ext cx="2727932" cy="6463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(constitutive)</a:t>
              </a:r>
            </a:p>
            <a:p>
              <a:r>
                <a:rPr lang="en-GB" sz="1200" dirty="0"/>
                <a:t>H2AK119ub1 (DTKO, strong)</a:t>
              </a:r>
            </a:p>
            <a:p>
              <a:r>
                <a:rPr lang="en-GB" sz="1200" dirty="0"/>
                <a:t>H3K9me3 (DTKO, weak)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A357460-71AE-8D28-B4A1-0254808359DD}"/>
                </a:ext>
              </a:extLst>
            </p:cNvPr>
            <p:cNvSpPr txBox="1"/>
            <p:nvPr/>
          </p:nvSpPr>
          <p:spPr>
            <a:xfrm>
              <a:off x="-3252298" y="4309695"/>
              <a:ext cx="2727932" cy="6463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(constitutive)</a:t>
              </a:r>
            </a:p>
            <a:p>
              <a:r>
                <a:rPr lang="en-GB" sz="1200" b="1" dirty="0"/>
                <a:t>H2AK119ub1 </a:t>
              </a:r>
              <a:r>
                <a:rPr lang="en-GB" sz="1200" dirty="0"/>
                <a:t>(medium in WT,  TTKO &amp; EZKOc14) (strong in DTKO &amp; EKOc15)</a:t>
              </a:r>
              <a:endParaRPr lang="en-US" sz="12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0F371C1-195E-ED98-8E6D-51BA0B9E7951}"/>
                </a:ext>
              </a:extLst>
            </p:cNvPr>
            <p:cNvSpPr txBox="1"/>
            <p:nvPr/>
          </p:nvSpPr>
          <p:spPr>
            <a:xfrm>
              <a:off x="-3255964" y="4908792"/>
              <a:ext cx="2727932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(DTKO</a:t>
              </a:r>
              <a:r>
                <a:rPr lang="en-GB" sz="1200" dirty="0"/>
                <a:t> strong, TTKO weak)</a:t>
              </a:r>
            </a:p>
            <a:p>
              <a:r>
                <a:rPr lang="en-GB" sz="1200" b="1" dirty="0"/>
                <a:t>H2AK119ub1 (DTKO </a:t>
              </a:r>
              <a:r>
                <a:rPr lang="en-GB" sz="1200" dirty="0"/>
                <a:t>strong)</a:t>
              </a:r>
              <a:endParaRPr lang="en-US" sz="12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EE36962-FCF5-79B2-0D27-FC5179FA431A}"/>
                </a:ext>
              </a:extLst>
            </p:cNvPr>
            <p:cNvSpPr txBox="1"/>
            <p:nvPr/>
          </p:nvSpPr>
          <p:spPr>
            <a:xfrm>
              <a:off x="-3255964" y="5429431"/>
              <a:ext cx="2727932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H2AK119ub1 (DTKO</a:t>
              </a:r>
              <a:r>
                <a:rPr lang="en-GB" sz="1200" dirty="0"/>
                <a:t>, EKOc15 middle)</a:t>
              </a:r>
              <a:endParaRPr lang="en-US" sz="120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BC753E9-ACB7-4C72-1C56-F2DE79C81EBD}"/>
                </a:ext>
              </a:extLst>
            </p:cNvPr>
            <p:cNvSpPr txBox="1"/>
            <p:nvPr/>
          </p:nvSpPr>
          <p:spPr>
            <a:xfrm>
              <a:off x="-3217271" y="5945837"/>
              <a:ext cx="2727932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Background (all marks low)</a:t>
              </a:r>
              <a:endParaRPr lang="en-US" sz="1200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C2BE935-DE30-C18E-AA48-46AC66D03BDB}"/>
                </a:ext>
              </a:extLst>
            </p:cNvPr>
            <p:cNvSpPr txBox="1"/>
            <p:nvPr/>
          </p:nvSpPr>
          <p:spPr>
            <a:xfrm>
              <a:off x="-3182186" y="6400149"/>
              <a:ext cx="2727932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H3K9me3 (constitutive</a:t>
              </a:r>
              <a:r>
                <a:rPr lang="en-GB" sz="1200" dirty="0"/>
                <a:t>)</a:t>
              </a:r>
            </a:p>
            <a:p>
              <a:r>
                <a:rPr lang="en-GB" sz="1200" dirty="0"/>
                <a:t>H3K27me3 (weak)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C0EFAB55-1D9D-6A8E-5681-5478B33627DD}"/>
              </a:ext>
            </a:extLst>
          </p:cNvPr>
          <p:cNvSpPr txBox="1"/>
          <p:nvPr/>
        </p:nvSpPr>
        <p:spPr>
          <a:xfrm>
            <a:off x="98827" y="60980"/>
            <a:ext cx="34387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Worrying states…? </a:t>
            </a:r>
          </a:p>
          <a:p>
            <a:r>
              <a:rPr lang="en-GB" sz="1200" dirty="0"/>
              <a:t>E9 – overlap of H3K9me3 with H3K27me in WT…</a:t>
            </a:r>
          </a:p>
          <a:p>
            <a:r>
              <a:rPr lang="en-GB" sz="1200" dirty="0"/>
              <a:t>E4 – overlap of H3K9me3 with H3K27me3 in DTKO…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20175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a number of different colored squares&#10;&#10;AI-generated content may be incorrect.">
            <a:extLst>
              <a:ext uri="{FF2B5EF4-FFF2-40B4-BE49-F238E27FC236}">
                <a16:creationId xmlns:a16="http://schemas.microsoft.com/office/drawing/2014/main" id="{09EDCA1D-ECFF-CF41-9040-77E0CFFC03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48" t="10170"/>
          <a:stretch/>
        </p:blipFill>
        <p:spPr>
          <a:xfrm>
            <a:off x="0" y="-43394"/>
            <a:ext cx="12123102" cy="60658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E424AB5-FB5F-5238-0EF2-4162DC728491}"/>
              </a:ext>
            </a:extLst>
          </p:cNvPr>
          <p:cNvSpPr txBox="1"/>
          <p:nvPr/>
        </p:nvSpPr>
        <p:spPr>
          <a:xfrm>
            <a:off x="2601490" y="5825763"/>
            <a:ext cx="1031051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b="1" dirty="0"/>
              <a:t>H3K27me3</a:t>
            </a:r>
          </a:p>
          <a:p>
            <a:r>
              <a:rPr lang="en-GB" sz="1050" b="1" dirty="0"/>
              <a:t>(constitutive)</a:t>
            </a:r>
          </a:p>
          <a:p>
            <a:r>
              <a:rPr lang="en-GB" sz="1050" dirty="0"/>
              <a:t>H3K9me3</a:t>
            </a:r>
          </a:p>
          <a:p>
            <a:r>
              <a:rPr lang="en-GB" sz="1050" dirty="0"/>
              <a:t>(DTKO, weak)</a:t>
            </a:r>
          </a:p>
          <a:p>
            <a:r>
              <a:rPr lang="en-GB" sz="1050" dirty="0"/>
              <a:t>H2AK119ub1</a:t>
            </a:r>
          </a:p>
          <a:p>
            <a:r>
              <a:rPr lang="en-GB" sz="1050" dirty="0"/>
              <a:t>(DTKO, strong)</a:t>
            </a:r>
            <a:endParaRPr lang="en-US" sz="10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348D26-1BC6-5FFF-BA50-F6D085B339A1}"/>
              </a:ext>
            </a:extLst>
          </p:cNvPr>
          <p:cNvSpPr txBox="1"/>
          <p:nvPr/>
        </p:nvSpPr>
        <p:spPr>
          <a:xfrm>
            <a:off x="1646560" y="5829416"/>
            <a:ext cx="1000595" cy="900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b="1" dirty="0"/>
              <a:t>H3K27me3</a:t>
            </a:r>
          </a:p>
          <a:p>
            <a:r>
              <a:rPr lang="en-GB" sz="1050" b="1" dirty="0"/>
              <a:t>(constitutive)</a:t>
            </a:r>
          </a:p>
          <a:p>
            <a:r>
              <a:rPr lang="en-GB" sz="1050" dirty="0"/>
              <a:t>H3K9me3 </a:t>
            </a:r>
          </a:p>
          <a:p>
            <a:r>
              <a:rPr lang="en-GB" sz="1050" dirty="0"/>
              <a:t>(DTKO, weak)</a:t>
            </a:r>
          </a:p>
          <a:p>
            <a:endParaRPr lang="en-US" sz="10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49F476-9325-408D-8D63-9ABA737B9534}"/>
              </a:ext>
            </a:extLst>
          </p:cNvPr>
          <p:cNvSpPr txBox="1"/>
          <p:nvPr/>
        </p:nvSpPr>
        <p:spPr>
          <a:xfrm>
            <a:off x="297249" y="5825763"/>
            <a:ext cx="152235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b="1" dirty="0"/>
              <a:t>H3K27me3</a:t>
            </a:r>
          </a:p>
          <a:p>
            <a:r>
              <a:rPr lang="en-GB" sz="1050" b="1" dirty="0"/>
              <a:t>(constitutive)</a:t>
            </a:r>
          </a:p>
          <a:p>
            <a:r>
              <a:rPr lang="en-GB" sz="1050" b="1" dirty="0"/>
              <a:t>H2AK119ub1</a:t>
            </a:r>
          </a:p>
          <a:p>
            <a:r>
              <a:rPr lang="en-GB" sz="1050" dirty="0"/>
              <a:t>(medium in WT,  TTKO &amp; EZKOc14) (strong in DTKO &amp; EKOc15)</a:t>
            </a:r>
            <a:endParaRPr lang="en-US" sz="10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32AFA7-21A6-1BD8-9D17-B06F6877E96A}"/>
              </a:ext>
            </a:extLst>
          </p:cNvPr>
          <p:cNvSpPr txBox="1"/>
          <p:nvPr/>
        </p:nvSpPr>
        <p:spPr>
          <a:xfrm rot="16200000">
            <a:off x="10735171" y="6077674"/>
            <a:ext cx="105990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50" dirty="0"/>
              <a:t>Background</a:t>
            </a:r>
          </a:p>
          <a:p>
            <a:pPr algn="ctr"/>
            <a:r>
              <a:rPr lang="en-GB" sz="1050" dirty="0"/>
              <a:t> (all marks low)</a:t>
            </a:r>
            <a:endParaRPr lang="en-US" sz="10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ECABAE-0131-11A5-0222-715063B9E3A3}"/>
              </a:ext>
            </a:extLst>
          </p:cNvPr>
          <p:cNvSpPr txBox="1"/>
          <p:nvPr/>
        </p:nvSpPr>
        <p:spPr>
          <a:xfrm>
            <a:off x="4360695" y="5825763"/>
            <a:ext cx="1043876" cy="900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b="1" dirty="0"/>
              <a:t>H3K27me3</a:t>
            </a:r>
          </a:p>
          <a:p>
            <a:r>
              <a:rPr lang="en-GB" sz="1050" b="1" dirty="0"/>
              <a:t>(DTKO</a:t>
            </a:r>
            <a:r>
              <a:rPr lang="en-GB" sz="1050" dirty="0"/>
              <a:t>, strong</a:t>
            </a:r>
          </a:p>
          <a:p>
            <a:r>
              <a:rPr lang="en-GB" sz="1050" dirty="0"/>
              <a:t>TTKO, weak)</a:t>
            </a:r>
          </a:p>
          <a:p>
            <a:r>
              <a:rPr lang="en-GB" sz="1050" b="1" dirty="0"/>
              <a:t>H2AK119ub1</a:t>
            </a:r>
          </a:p>
          <a:p>
            <a:r>
              <a:rPr lang="en-GB" sz="1050" b="1" dirty="0"/>
              <a:t>(DTKO, </a:t>
            </a:r>
            <a:r>
              <a:rPr lang="en-GB" sz="1050" dirty="0"/>
              <a:t>strong)</a:t>
            </a:r>
            <a:endParaRPr lang="en-US" sz="10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C85271-5178-6C76-4889-04DDF6D25507}"/>
              </a:ext>
            </a:extLst>
          </p:cNvPr>
          <p:cNvSpPr txBox="1"/>
          <p:nvPr/>
        </p:nvSpPr>
        <p:spPr>
          <a:xfrm>
            <a:off x="7109266" y="5823068"/>
            <a:ext cx="974947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b="1" dirty="0"/>
              <a:t>H3K27me3</a:t>
            </a:r>
          </a:p>
          <a:p>
            <a:r>
              <a:rPr lang="en-GB" sz="1050" b="1" dirty="0"/>
              <a:t>(TTKO</a:t>
            </a:r>
            <a:r>
              <a:rPr lang="en-GB" sz="1050" dirty="0"/>
              <a:t>, strong</a:t>
            </a:r>
          </a:p>
          <a:p>
            <a:r>
              <a:rPr lang="en-GB" sz="1050" dirty="0"/>
              <a:t>WT, weak)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4AEF21-C37C-479A-2884-63622F0424ED}"/>
              </a:ext>
            </a:extLst>
          </p:cNvPr>
          <p:cNvSpPr txBox="1"/>
          <p:nvPr/>
        </p:nvSpPr>
        <p:spPr>
          <a:xfrm>
            <a:off x="9895894" y="5782435"/>
            <a:ext cx="1101584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b="1" dirty="0"/>
              <a:t>H2AK119ub1</a:t>
            </a:r>
          </a:p>
          <a:p>
            <a:r>
              <a:rPr lang="en-GB" sz="1050" b="1" dirty="0"/>
              <a:t>(DTKO</a:t>
            </a:r>
            <a:r>
              <a:rPr lang="en-GB" sz="1050" dirty="0"/>
              <a:t>, EKOc15</a:t>
            </a:r>
          </a:p>
          <a:p>
            <a:r>
              <a:rPr lang="en-GB" sz="1050" dirty="0"/>
              <a:t>middle)</a:t>
            </a:r>
            <a:endParaRPr lang="en-US" sz="105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E37032-D261-8C5E-B90C-7B63A2F3A146}"/>
              </a:ext>
            </a:extLst>
          </p:cNvPr>
          <p:cNvSpPr txBox="1"/>
          <p:nvPr/>
        </p:nvSpPr>
        <p:spPr>
          <a:xfrm>
            <a:off x="3531537" y="5806926"/>
            <a:ext cx="100059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b="1" dirty="0"/>
              <a:t>H3K9me3</a:t>
            </a:r>
          </a:p>
          <a:p>
            <a:r>
              <a:rPr lang="en-GB" sz="1050" b="1" dirty="0"/>
              <a:t>(constitutive</a:t>
            </a:r>
            <a:r>
              <a:rPr lang="en-GB" sz="1050" dirty="0"/>
              <a:t>)</a:t>
            </a:r>
          </a:p>
          <a:p>
            <a:r>
              <a:rPr lang="en-GB" sz="1050" dirty="0"/>
              <a:t>H3K27me3</a:t>
            </a:r>
          </a:p>
          <a:p>
            <a:r>
              <a:rPr lang="en-GB" sz="1050" dirty="0"/>
              <a:t>(weak)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D63531-7CCA-7A6F-DD58-F8EEA42D67D7}"/>
              </a:ext>
            </a:extLst>
          </p:cNvPr>
          <p:cNvSpPr txBox="1"/>
          <p:nvPr/>
        </p:nvSpPr>
        <p:spPr>
          <a:xfrm>
            <a:off x="5283635" y="5825763"/>
            <a:ext cx="1043876" cy="900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b="1" dirty="0"/>
              <a:t>H3K27me3</a:t>
            </a:r>
          </a:p>
          <a:p>
            <a:r>
              <a:rPr lang="en-GB" sz="1050" b="1" dirty="0"/>
              <a:t>(DTKO</a:t>
            </a:r>
            <a:r>
              <a:rPr lang="en-GB" sz="1050" dirty="0"/>
              <a:t>, strong</a:t>
            </a:r>
          </a:p>
          <a:p>
            <a:r>
              <a:rPr lang="en-GB" sz="1050" dirty="0"/>
              <a:t>TTKO, weak)</a:t>
            </a:r>
          </a:p>
          <a:p>
            <a:r>
              <a:rPr lang="en-GB" sz="1050" b="1" dirty="0"/>
              <a:t>H3K9me3</a:t>
            </a:r>
          </a:p>
          <a:p>
            <a:r>
              <a:rPr lang="en-GB" sz="1050" b="1" dirty="0"/>
              <a:t>(DTKO, </a:t>
            </a:r>
            <a:r>
              <a:rPr lang="en-GB" sz="1050" dirty="0"/>
              <a:t>strong)</a:t>
            </a:r>
            <a:endParaRPr lang="en-US" sz="10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127763-E6D1-93C5-3DF6-8516697FEE1C}"/>
              </a:ext>
            </a:extLst>
          </p:cNvPr>
          <p:cNvSpPr txBox="1"/>
          <p:nvPr/>
        </p:nvSpPr>
        <p:spPr>
          <a:xfrm>
            <a:off x="6186454" y="5825763"/>
            <a:ext cx="1002197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b="1" dirty="0"/>
              <a:t>H3K27me3</a:t>
            </a:r>
          </a:p>
          <a:p>
            <a:r>
              <a:rPr lang="en-GB" sz="1050" b="1" dirty="0"/>
              <a:t>(DTKO</a:t>
            </a:r>
            <a:r>
              <a:rPr lang="en-GB" sz="1050" dirty="0"/>
              <a:t>, strong</a:t>
            </a:r>
          </a:p>
          <a:p>
            <a:r>
              <a:rPr lang="en-GB" sz="1050" dirty="0"/>
              <a:t>TTKO, weak)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99AE09-5E81-D3E9-9DBF-400E7FD939E6}"/>
              </a:ext>
            </a:extLst>
          </p:cNvPr>
          <p:cNvSpPr txBox="1"/>
          <p:nvPr/>
        </p:nvSpPr>
        <p:spPr>
          <a:xfrm>
            <a:off x="8931499" y="5806926"/>
            <a:ext cx="104227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/>
              <a:t>H3K9me3</a:t>
            </a:r>
          </a:p>
          <a:p>
            <a:r>
              <a:rPr lang="en-US" sz="1050" b="1" dirty="0"/>
              <a:t>(DTKO</a:t>
            </a:r>
            <a:r>
              <a:rPr lang="en-US" sz="1050" dirty="0"/>
              <a:t>, strong)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62D87B-1E9B-6E4A-CF7F-FA54A6F89F6A}"/>
              </a:ext>
            </a:extLst>
          </p:cNvPr>
          <p:cNvSpPr txBox="1"/>
          <p:nvPr/>
        </p:nvSpPr>
        <p:spPr>
          <a:xfrm>
            <a:off x="8032206" y="5843159"/>
            <a:ext cx="1042273" cy="900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b="1" dirty="0"/>
              <a:t>H3K27me3</a:t>
            </a:r>
          </a:p>
          <a:p>
            <a:r>
              <a:rPr lang="en-GB" sz="1050" b="1" dirty="0"/>
              <a:t>(TTKO</a:t>
            </a:r>
            <a:r>
              <a:rPr lang="en-GB" sz="1050" dirty="0"/>
              <a:t>, strong</a:t>
            </a:r>
          </a:p>
          <a:p>
            <a:r>
              <a:rPr lang="en-GB" sz="1050" dirty="0"/>
              <a:t>WT, weak)</a:t>
            </a:r>
          </a:p>
          <a:p>
            <a:r>
              <a:rPr lang="en-US" sz="1050" b="1" dirty="0"/>
              <a:t>H3K9me3</a:t>
            </a:r>
          </a:p>
          <a:p>
            <a:r>
              <a:rPr lang="en-US" sz="1050" b="1" dirty="0"/>
              <a:t>(DTKO</a:t>
            </a:r>
            <a:r>
              <a:rPr lang="en-US" sz="1050" dirty="0"/>
              <a:t>, strong)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FE75993-BA1E-7A7C-0791-3966C87B0E97}"/>
              </a:ext>
            </a:extLst>
          </p:cNvPr>
          <p:cNvGrpSpPr/>
          <p:nvPr/>
        </p:nvGrpSpPr>
        <p:grpSpPr>
          <a:xfrm>
            <a:off x="-4985412" y="628043"/>
            <a:ext cx="4531158" cy="6382356"/>
            <a:chOff x="-4985412" y="628043"/>
            <a:chExt cx="4531158" cy="6382356"/>
          </a:xfrm>
          <a:solidFill>
            <a:schemeClr val="bg1"/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52FC89C-B70E-80E0-B8BF-4DE07229F6FF}"/>
                </a:ext>
              </a:extLst>
            </p:cNvPr>
            <p:cNvGrpSpPr/>
            <p:nvPr/>
          </p:nvGrpSpPr>
          <p:grpSpPr>
            <a:xfrm>
              <a:off x="-4985412" y="628043"/>
              <a:ext cx="4021017" cy="6382356"/>
              <a:chOff x="452660" y="707922"/>
              <a:chExt cx="3499908" cy="5555226"/>
            </a:xfrm>
            <a:grpFill/>
          </p:grpSpPr>
          <p:pic>
            <p:nvPicPr>
              <p:cNvPr id="8" name="Picture 7" descr="A screen shot of a chart&#10;&#10;AI-generated content may be incorrect.">
                <a:extLst>
                  <a:ext uri="{FF2B5EF4-FFF2-40B4-BE49-F238E27FC236}">
                    <a16:creationId xmlns:a16="http://schemas.microsoft.com/office/drawing/2014/main" id="{E44CCCA6-1098-DC33-095B-130D6D0B3C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286" r="65870" b="-1989"/>
              <a:stretch/>
            </p:blipFill>
            <p:spPr>
              <a:xfrm>
                <a:off x="452660" y="707922"/>
                <a:ext cx="1582617" cy="5555226"/>
              </a:xfrm>
              <a:prstGeom prst="rect">
                <a:avLst/>
              </a:prstGeom>
              <a:grpFill/>
            </p:spPr>
          </p:pic>
          <p:pic>
            <p:nvPicPr>
              <p:cNvPr id="9" name="Picture 8" descr="A screen shot of a chart&#10;&#10;AI-generated content may be incorrect.">
                <a:extLst>
                  <a:ext uri="{FF2B5EF4-FFF2-40B4-BE49-F238E27FC236}">
                    <a16:creationId xmlns:a16="http://schemas.microsoft.com/office/drawing/2014/main" id="{FB9D44FE-AD70-9855-E768-2DE9AE41DB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9371" t="6361" r="32" b="259"/>
              <a:stretch/>
            </p:blipFill>
            <p:spPr>
              <a:xfrm>
                <a:off x="2035277" y="774290"/>
                <a:ext cx="1917291" cy="5407542"/>
              </a:xfrm>
              <a:prstGeom prst="rect">
                <a:avLst/>
              </a:prstGeom>
              <a:grpFill/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DE085D5-B75A-46D9-6932-5A7F7FC6DC3E}"/>
                </a:ext>
              </a:extLst>
            </p:cNvPr>
            <p:cNvSpPr txBox="1"/>
            <p:nvPr/>
          </p:nvSpPr>
          <p:spPr>
            <a:xfrm>
              <a:off x="-3248632" y="729692"/>
              <a:ext cx="2727932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(TTKO </a:t>
              </a:r>
              <a:r>
                <a:rPr lang="en-GB" sz="1200" dirty="0"/>
                <a:t>strong, WT weak)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AF69961-3E16-23D2-B62D-AFD110C8D617}"/>
                </a:ext>
              </a:extLst>
            </p:cNvPr>
            <p:cNvSpPr txBox="1"/>
            <p:nvPr/>
          </p:nvSpPr>
          <p:spPr>
            <a:xfrm>
              <a:off x="-3215003" y="1199592"/>
              <a:ext cx="2727932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(TTKO </a:t>
              </a:r>
              <a:r>
                <a:rPr lang="en-GB" sz="1200" dirty="0"/>
                <a:t>strong, </a:t>
              </a:r>
              <a:r>
                <a:rPr lang="en-GB" sz="1200" dirty="0" err="1"/>
                <a:t>WTweak</a:t>
              </a:r>
              <a:r>
                <a:rPr lang="en-GB" sz="1200" dirty="0"/>
                <a:t>) </a:t>
              </a:r>
              <a:r>
                <a:rPr lang="en-US" sz="1200" b="1" dirty="0"/>
                <a:t>H3K9me3 (DTKO</a:t>
              </a:r>
              <a:r>
                <a:rPr lang="en-US" sz="1200" dirty="0"/>
                <a:t>, strong)</a:t>
              </a:r>
              <a:endParaRPr lang="en-GB" sz="12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B9D96D0-4702-7305-6589-7281A3E95E20}"/>
                </a:ext>
              </a:extLst>
            </p:cNvPr>
            <p:cNvSpPr txBox="1"/>
            <p:nvPr/>
          </p:nvSpPr>
          <p:spPr>
            <a:xfrm>
              <a:off x="-3248632" y="1788215"/>
              <a:ext cx="2727932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H3K9me3 (DTKO</a:t>
              </a:r>
              <a:r>
                <a:rPr lang="en-US" sz="1200" dirty="0"/>
                <a:t> strong)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3433F23-3B44-8491-489C-698132061A63}"/>
                </a:ext>
              </a:extLst>
            </p:cNvPr>
            <p:cNvSpPr txBox="1"/>
            <p:nvPr/>
          </p:nvSpPr>
          <p:spPr>
            <a:xfrm>
              <a:off x="-3248632" y="2203882"/>
              <a:ext cx="2727932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(DTKO</a:t>
              </a:r>
              <a:r>
                <a:rPr lang="en-GB" sz="1200" dirty="0"/>
                <a:t> strong, TTKO weak) </a:t>
              </a:r>
              <a:r>
                <a:rPr lang="en-GB" sz="1200" b="1" dirty="0"/>
                <a:t>H3K9me3 (DTKO, </a:t>
              </a:r>
              <a:r>
                <a:rPr lang="en-GB" sz="1200" dirty="0"/>
                <a:t>strong)</a:t>
              </a:r>
              <a:endParaRPr lang="en-US" sz="12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A122D8C-C3BB-E03D-86CD-A51666BAB2C3}"/>
                </a:ext>
              </a:extLst>
            </p:cNvPr>
            <p:cNvSpPr txBox="1"/>
            <p:nvPr/>
          </p:nvSpPr>
          <p:spPr>
            <a:xfrm>
              <a:off x="-3248632" y="2831751"/>
              <a:ext cx="2727932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(DTKO</a:t>
              </a:r>
              <a:r>
                <a:rPr lang="en-GB" sz="1200" dirty="0"/>
                <a:t> strong, TTKO weak)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3E03FDA-9F22-8DBF-E2CD-361C0877F1B2}"/>
                </a:ext>
              </a:extLst>
            </p:cNvPr>
            <p:cNvSpPr txBox="1"/>
            <p:nvPr/>
          </p:nvSpPr>
          <p:spPr>
            <a:xfrm>
              <a:off x="-3248632" y="3220782"/>
              <a:ext cx="2727932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(constitutive)</a:t>
              </a:r>
            </a:p>
            <a:p>
              <a:r>
                <a:rPr lang="en-GB" sz="1200" dirty="0"/>
                <a:t>H3K9me3 (DTKO, weak)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08B350E-46BD-328C-4419-7A6561539E8B}"/>
                </a:ext>
              </a:extLst>
            </p:cNvPr>
            <p:cNvSpPr txBox="1"/>
            <p:nvPr/>
          </p:nvSpPr>
          <p:spPr>
            <a:xfrm>
              <a:off x="-3248632" y="3676064"/>
              <a:ext cx="2727932" cy="6463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(constitutive)</a:t>
              </a:r>
            </a:p>
            <a:p>
              <a:r>
                <a:rPr lang="en-GB" sz="1200" dirty="0"/>
                <a:t>H2AK119ub1 (DTKO, strong)</a:t>
              </a:r>
            </a:p>
            <a:p>
              <a:r>
                <a:rPr lang="en-GB" sz="1200" dirty="0"/>
                <a:t>H3K9me3 (DTKO, weak)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E4A106E-6E54-A4C8-F81A-9528E6EC75A7}"/>
                </a:ext>
              </a:extLst>
            </p:cNvPr>
            <p:cNvSpPr txBox="1"/>
            <p:nvPr/>
          </p:nvSpPr>
          <p:spPr>
            <a:xfrm>
              <a:off x="-3252298" y="4309695"/>
              <a:ext cx="2727932" cy="6463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(constitutive)</a:t>
              </a:r>
            </a:p>
            <a:p>
              <a:r>
                <a:rPr lang="en-GB" sz="1200" b="1" dirty="0"/>
                <a:t>H2AK119ub1 </a:t>
              </a:r>
              <a:r>
                <a:rPr lang="en-GB" sz="1200" dirty="0"/>
                <a:t>(medium in WT,  TTKO &amp; EZKOc14) (strong in DTKO &amp; EKOc15)</a:t>
              </a:r>
              <a:endParaRPr lang="en-US" sz="1200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4AB030C-CD44-9C16-4C43-29A30A2D5451}"/>
                </a:ext>
              </a:extLst>
            </p:cNvPr>
            <p:cNvSpPr txBox="1"/>
            <p:nvPr/>
          </p:nvSpPr>
          <p:spPr>
            <a:xfrm>
              <a:off x="-3255964" y="4908792"/>
              <a:ext cx="2727932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(DTKO</a:t>
              </a:r>
              <a:r>
                <a:rPr lang="en-GB" sz="1200" dirty="0"/>
                <a:t> strong, TTKO weak)</a:t>
              </a:r>
            </a:p>
            <a:p>
              <a:r>
                <a:rPr lang="en-GB" sz="1200" b="1" dirty="0"/>
                <a:t>H2AK119ub1 (DTKO </a:t>
              </a:r>
              <a:r>
                <a:rPr lang="en-GB" sz="1200" dirty="0"/>
                <a:t>strong)</a:t>
              </a:r>
              <a:endParaRPr lang="en-US" sz="1200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FA01FA8-7DE8-36A8-755E-16CFD19A27DC}"/>
                </a:ext>
              </a:extLst>
            </p:cNvPr>
            <p:cNvSpPr txBox="1"/>
            <p:nvPr/>
          </p:nvSpPr>
          <p:spPr>
            <a:xfrm>
              <a:off x="-3255964" y="5429431"/>
              <a:ext cx="2727932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H2AK119ub1 (DTKO</a:t>
              </a:r>
              <a:r>
                <a:rPr lang="en-GB" sz="1200" dirty="0"/>
                <a:t>, EKOc15 middle)</a:t>
              </a:r>
              <a:endParaRPr lang="en-US" sz="1200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237E768-96B3-E002-E136-E88CA6A08FB5}"/>
                </a:ext>
              </a:extLst>
            </p:cNvPr>
            <p:cNvSpPr txBox="1"/>
            <p:nvPr/>
          </p:nvSpPr>
          <p:spPr>
            <a:xfrm>
              <a:off x="-3217271" y="5945837"/>
              <a:ext cx="2727932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Background (all marks low)</a:t>
              </a:r>
              <a:endParaRPr lang="en-US" sz="120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CEDD684-4800-0EE4-E437-BF23CD91690E}"/>
                </a:ext>
              </a:extLst>
            </p:cNvPr>
            <p:cNvSpPr txBox="1"/>
            <p:nvPr/>
          </p:nvSpPr>
          <p:spPr>
            <a:xfrm>
              <a:off x="-3182186" y="6400149"/>
              <a:ext cx="2727932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H3K9me3 (constitutive</a:t>
              </a:r>
              <a:r>
                <a:rPr lang="en-GB" sz="1200" dirty="0"/>
                <a:t>)</a:t>
              </a:r>
            </a:p>
            <a:p>
              <a:r>
                <a:rPr lang="en-GB" sz="1200" dirty="0"/>
                <a:t>H3K27me3 (weak)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605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E6DA4059-D4DC-B960-F5E9-B34253DAC7A4}"/>
              </a:ext>
            </a:extLst>
          </p:cNvPr>
          <p:cNvGrpSpPr/>
          <p:nvPr/>
        </p:nvGrpSpPr>
        <p:grpSpPr>
          <a:xfrm>
            <a:off x="1495686" y="592682"/>
            <a:ext cx="6413733" cy="5443071"/>
            <a:chOff x="1495686" y="592682"/>
            <a:chExt cx="6413733" cy="5443071"/>
          </a:xfrm>
        </p:grpSpPr>
        <p:pic>
          <p:nvPicPr>
            <p:cNvPr id="5" name="Picture 4" descr="A graph with colored dots and numbers&#10;&#10;AI-generated content may be incorrect.">
              <a:extLst>
                <a:ext uri="{FF2B5EF4-FFF2-40B4-BE49-F238E27FC236}">
                  <a16:creationId xmlns:a16="http://schemas.microsoft.com/office/drawing/2014/main" id="{2846C845-5BDF-D754-0221-AB2ABE645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5686" y="854292"/>
              <a:ext cx="6139245" cy="518146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53AF1A1-9662-386B-E831-680F2D4B93F0}"/>
                </a:ext>
              </a:extLst>
            </p:cNvPr>
            <p:cNvSpPr txBox="1"/>
            <p:nvPr/>
          </p:nvSpPr>
          <p:spPr>
            <a:xfrm>
              <a:off x="6270829" y="3839864"/>
              <a:ext cx="1638590" cy="861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>
                  <a:solidFill>
                    <a:srgbClr val="C00000"/>
                  </a:solidFill>
                </a:rPr>
                <a:t>H3K27me3 </a:t>
              </a:r>
            </a:p>
            <a:p>
              <a:r>
                <a:rPr lang="en-GB" sz="1600" dirty="0">
                  <a:solidFill>
                    <a:srgbClr val="C00000"/>
                  </a:solidFill>
                </a:rPr>
                <a:t>(&amp; H2AK119ub1)</a:t>
              </a:r>
            </a:p>
            <a:p>
              <a:r>
                <a:rPr lang="en-GB" sz="1600" dirty="0">
                  <a:solidFill>
                    <a:srgbClr val="C00000"/>
                  </a:solidFill>
                </a:rPr>
                <a:t>constitutive</a:t>
              </a:r>
              <a:endParaRPr lang="en-US" sz="1600" dirty="0">
                <a:solidFill>
                  <a:srgbClr val="C00000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EE0E79F-03AF-743E-FF42-A8B749A951D6}"/>
                </a:ext>
              </a:extLst>
            </p:cNvPr>
            <p:cNvSpPr txBox="1"/>
            <p:nvPr/>
          </p:nvSpPr>
          <p:spPr>
            <a:xfrm>
              <a:off x="2938585" y="592682"/>
              <a:ext cx="16129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rgbClr val="224814"/>
                  </a:solidFill>
                </a:rPr>
                <a:t>H3K9me3 constitutive</a:t>
              </a:r>
              <a:endParaRPr lang="en-US" sz="1600" dirty="0">
                <a:solidFill>
                  <a:srgbClr val="224814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50D17CF-BE13-7FE9-3707-2F058F9E8744}"/>
                </a:ext>
              </a:extLst>
            </p:cNvPr>
            <p:cNvSpPr txBox="1"/>
            <p:nvPr/>
          </p:nvSpPr>
          <p:spPr>
            <a:xfrm>
              <a:off x="3745075" y="4868836"/>
              <a:ext cx="16129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rgbClr val="00B0F0"/>
                  </a:solidFill>
                </a:rPr>
                <a:t>H3K27me3 in TTKO</a:t>
              </a:r>
              <a:endParaRPr lang="en-US" sz="1600" dirty="0">
                <a:solidFill>
                  <a:srgbClr val="00B0F0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5EF5713-3CBB-AE7D-8FB8-39305F9C24B7}"/>
                </a:ext>
              </a:extLst>
            </p:cNvPr>
            <p:cNvSpPr txBox="1"/>
            <p:nvPr/>
          </p:nvSpPr>
          <p:spPr>
            <a:xfrm>
              <a:off x="1960524" y="3631997"/>
              <a:ext cx="161298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rgbClr val="00B050"/>
                  </a:solidFill>
                </a:rPr>
                <a:t>H3K27me3 (+H3K9me3/</a:t>
              </a:r>
            </a:p>
            <a:p>
              <a:r>
                <a:rPr lang="en-GB" sz="1600" dirty="0">
                  <a:solidFill>
                    <a:srgbClr val="00B050"/>
                  </a:solidFill>
                </a:rPr>
                <a:t>H2AK119ub1) in DTKO strong, TTKO weak</a:t>
              </a:r>
              <a:endParaRPr lang="en-US" sz="1600" dirty="0">
                <a:solidFill>
                  <a:srgbClr val="00B050"/>
                </a:solidFill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40DA135-F6A0-002E-D62D-FC3FD05788ED}"/>
              </a:ext>
            </a:extLst>
          </p:cNvPr>
          <p:cNvSpPr txBox="1"/>
          <p:nvPr/>
        </p:nvSpPr>
        <p:spPr>
          <a:xfrm>
            <a:off x="1743115" y="-8143"/>
            <a:ext cx="87393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+mj-lt"/>
              </a:rPr>
              <a:t>H3K27me3 and H3K9me3 emission probabilities in WT cells</a:t>
            </a:r>
            <a:endParaRPr lang="en-US" sz="2800" dirty="0">
              <a:latin typeface="+mj-lt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9F0E8DC-0F01-C56E-ED4F-EAFF4F51685B}"/>
              </a:ext>
            </a:extLst>
          </p:cNvPr>
          <p:cNvGrpSpPr/>
          <p:nvPr/>
        </p:nvGrpSpPr>
        <p:grpSpPr>
          <a:xfrm>
            <a:off x="8419560" y="475644"/>
            <a:ext cx="3772440" cy="6382356"/>
            <a:chOff x="-4226694" y="628043"/>
            <a:chExt cx="3772440" cy="6382356"/>
          </a:xfrm>
          <a:solidFill>
            <a:schemeClr val="bg1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114A3BE-245A-DBD1-DF72-D0114F552658}"/>
                </a:ext>
              </a:extLst>
            </p:cNvPr>
            <p:cNvGrpSpPr/>
            <p:nvPr/>
          </p:nvGrpSpPr>
          <p:grpSpPr>
            <a:xfrm>
              <a:off x="-4226694" y="628043"/>
              <a:ext cx="3262299" cy="6382356"/>
              <a:chOff x="1113051" y="707922"/>
              <a:chExt cx="2839517" cy="5555226"/>
            </a:xfrm>
            <a:grpFill/>
          </p:grpSpPr>
          <p:pic>
            <p:nvPicPr>
              <p:cNvPr id="22" name="Picture 21" descr="A screen shot of a chart&#10;&#10;AI-generated content may be incorrect.">
                <a:extLst>
                  <a:ext uri="{FF2B5EF4-FFF2-40B4-BE49-F238E27FC236}">
                    <a16:creationId xmlns:a16="http://schemas.microsoft.com/office/drawing/2014/main" id="{7473D780-81BF-D2CA-BD5B-2B442E0990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4242" t="4286" r="65870" b="-1989"/>
              <a:stretch/>
            </p:blipFill>
            <p:spPr>
              <a:xfrm>
                <a:off x="1113051" y="707922"/>
                <a:ext cx="922225" cy="5555226"/>
              </a:xfrm>
              <a:prstGeom prst="rect">
                <a:avLst/>
              </a:prstGeom>
              <a:grpFill/>
            </p:spPr>
          </p:pic>
          <p:pic>
            <p:nvPicPr>
              <p:cNvPr id="23" name="Picture 22" descr="A screen shot of a chart&#10;&#10;AI-generated content may be incorrect.">
                <a:extLst>
                  <a:ext uri="{FF2B5EF4-FFF2-40B4-BE49-F238E27FC236}">
                    <a16:creationId xmlns:a16="http://schemas.microsoft.com/office/drawing/2014/main" id="{379C2519-6895-6AA0-DA06-6E20EAE71F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9371" t="6361" r="32" b="259"/>
              <a:stretch/>
            </p:blipFill>
            <p:spPr>
              <a:xfrm>
                <a:off x="2035277" y="774290"/>
                <a:ext cx="1917291" cy="5407542"/>
              </a:xfrm>
              <a:prstGeom prst="rect">
                <a:avLst/>
              </a:prstGeom>
              <a:grpFill/>
            </p:spPr>
          </p:pic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A5F79C2-9220-C8E7-F867-15D174E7A829}"/>
                </a:ext>
              </a:extLst>
            </p:cNvPr>
            <p:cNvSpPr txBox="1"/>
            <p:nvPr/>
          </p:nvSpPr>
          <p:spPr>
            <a:xfrm>
              <a:off x="-3248632" y="729692"/>
              <a:ext cx="2727932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(TTKO </a:t>
              </a:r>
              <a:r>
                <a:rPr lang="en-GB" sz="1200" dirty="0"/>
                <a:t>strong, WT weak)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94ADA7C-24BB-052A-5C63-B255DC539883}"/>
                </a:ext>
              </a:extLst>
            </p:cNvPr>
            <p:cNvSpPr txBox="1"/>
            <p:nvPr/>
          </p:nvSpPr>
          <p:spPr>
            <a:xfrm>
              <a:off x="-3215003" y="1199592"/>
              <a:ext cx="2727932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(TTKO </a:t>
              </a:r>
              <a:r>
                <a:rPr lang="en-GB" sz="1200" dirty="0"/>
                <a:t>strong, </a:t>
              </a:r>
              <a:r>
                <a:rPr lang="en-GB" sz="1200" dirty="0" err="1"/>
                <a:t>WTweak</a:t>
              </a:r>
              <a:r>
                <a:rPr lang="en-GB" sz="1200" dirty="0"/>
                <a:t>) </a:t>
              </a:r>
              <a:r>
                <a:rPr lang="en-US" sz="1200" b="1" dirty="0"/>
                <a:t>H3K9me3 (DTKO</a:t>
              </a:r>
              <a:r>
                <a:rPr lang="en-US" sz="1200" dirty="0"/>
                <a:t>, strong)</a:t>
              </a:r>
              <a:endParaRPr lang="en-GB" sz="12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E30DEA1-ADEA-0064-0F52-C9BF16F0710F}"/>
                </a:ext>
              </a:extLst>
            </p:cNvPr>
            <p:cNvSpPr txBox="1"/>
            <p:nvPr/>
          </p:nvSpPr>
          <p:spPr>
            <a:xfrm>
              <a:off x="-3248632" y="1788215"/>
              <a:ext cx="2727932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H3K9me3 (DTKO</a:t>
              </a:r>
              <a:r>
                <a:rPr lang="en-US" sz="1200" dirty="0"/>
                <a:t> strong)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DD126D0-6F21-8FC1-DE37-828BCD692B4F}"/>
                </a:ext>
              </a:extLst>
            </p:cNvPr>
            <p:cNvSpPr txBox="1"/>
            <p:nvPr/>
          </p:nvSpPr>
          <p:spPr>
            <a:xfrm>
              <a:off x="-3248632" y="2203882"/>
              <a:ext cx="2727932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(DTKO</a:t>
              </a:r>
              <a:r>
                <a:rPr lang="en-GB" sz="1200" dirty="0"/>
                <a:t> strong, TTKO weak) </a:t>
              </a:r>
              <a:r>
                <a:rPr lang="en-GB" sz="1200" b="1" dirty="0"/>
                <a:t>H3K9me3 (DTKO, </a:t>
              </a:r>
              <a:r>
                <a:rPr lang="en-GB" sz="1200" dirty="0"/>
                <a:t>strong)</a:t>
              </a:r>
              <a:endParaRPr lang="en-US" sz="12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CD935F6-A44C-0D51-ADD9-A3E90CECFCF3}"/>
                </a:ext>
              </a:extLst>
            </p:cNvPr>
            <p:cNvSpPr txBox="1"/>
            <p:nvPr/>
          </p:nvSpPr>
          <p:spPr>
            <a:xfrm>
              <a:off x="-3248632" y="2831751"/>
              <a:ext cx="2727932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(DTKO</a:t>
              </a:r>
              <a:r>
                <a:rPr lang="en-GB" sz="1200" dirty="0"/>
                <a:t> strong, TTKO weak)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2CFCCE8-59DF-F567-18A0-7B2701A5DB2F}"/>
                </a:ext>
              </a:extLst>
            </p:cNvPr>
            <p:cNvSpPr txBox="1"/>
            <p:nvPr/>
          </p:nvSpPr>
          <p:spPr>
            <a:xfrm>
              <a:off x="-3248632" y="3220782"/>
              <a:ext cx="2727932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(constitutive)</a:t>
              </a:r>
            </a:p>
            <a:p>
              <a:r>
                <a:rPr lang="en-GB" sz="1200" dirty="0"/>
                <a:t>H3K9me3 (DTKO, weak)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1C4E46B-35DF-91FD-11EA-80910A7B6A16}"/>
                </a:ext>
              </a:extLst>
            </p:cNvPr>
            <p:cNvSpPr txBox="1"/>
            <p:nvPr/>
          </p:nvSpPr>
          <p:spPr>
            <a:xfrm>
              <a:off x="-3248632" y="3676064"/>
              <a:ext cx="2727932" cy="6463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(constitutive)</a:t>
              </a:r>
            </a:p>
            <a:p>
              <a:r>
                <a:rPr lang="en-GB" sz="1200" dirty="0"/>
                <a:t>H2AK119ub1 (DTKO, strong)</a:t>
              </a:r>
            </a:p>
            <a:p>
              <a:r>
                <a:rPr lang="en-GB" sz="1200" dirty="0"/>
                <a:t>H3K9me3 (DTKO, weak)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EE6DC0A-AF66-8338-894E-B0F837674300}"/>
                </a:ext>
              </a:extLst>
            </p:cNvPr>
            <p:cNvSpPr txBox="1"/>
            <p:nvPr/>
          </p:nvSpPr>
          <p:spPr>
            <a:xfrm>
              <a:off x="-3252298" y="4309695"/>
              <a:ext cx="2727932" cy="6463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(constitutive)</a:t>
              </a:r>
            </a:p>
            <a:p>
              <a:r>
                <a:rPr lang="en-GB" sz="1200" b="1" dirty="0"/>
                <a:t>H2AK119ub1 </a:t>
              </a:r>
              <a:r>
                <a:rPr lang="en-GB" sz="1200" dirty="0"/>
                <a:t>(medium in WT,  TTKO &amp; EZKOc14) (strong in DTKO &amp; EKOc15)</a:t>
              </a:r>
              <a:endParaRPr lang="en-US" sz="12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9667D80-9DD8-51A7-9DFB-17D2EB6116E3}"/>
                </a:ext>
              </a:extLst>
            </p:cNvPr>
            <p:cNvSpPr txBox="1"/>
            <p:nvPr/>
          </p:nvSpPr>
          <p:spPr>
            <a:xfrm>
              <a:off x="-3255964" y="4908792"/>
              <a:ext cx="2727932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(DTKO</a:t>
              </a:r>
              <a:r>
                <a:rPr lang="en-GB" sz="1200" dirty="0"/>
                <a:t> strong, TTKO weak)</a:t>
              </a:r>
            </a:p>
            <a:p>
              <a:r>
                <a:rPr lang="en-GB" sz="1200" b="1" dirty="0"/>
                <a:t>H2AK119ub1 (DTKO </a:t>
              </a:r>
              <a:r>
                <a:rPr lang="en-GB" sz="1200" dirty="0"/>
                <a:t>strong)</a:t>
              </a:r>
              <a:endParaRPr lang="en-US" sz="12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A658A07-49CE-C967-2426-C86A651F443C}"/>
                </a:ext>
              </a:extLst>
            </p:cNvPr>
            <p:cNvSpPr txBox="1"/>
            <p:nvPr/>
          </p:nvSpPr>
          <p:spPr>
            <a:xfrm>
              <a:off x="-3255964" y="5429431"/>
              <a:ext cx="2727932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H2AK119ub1 (DTKO</a:t>
              </a:r>
              <a:r>
                <a:rPr lang="en-GB" sz="1200" dirty="0"/>
                <a:t>, EKOc15 middle)</a:t>
              </a:r>
              <a:endParaRPr lang="en-US" sz="12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E3278E2-5157-B80E-4FAE-22DCD6E52E54}"/>
                </a:ext>
              </a:extLst>
            </p:cNvPr>
            <p:cNvSpPr txBox="1"/>
            <p:nvPr/>
          </p:nvSpPr>
          <p:spPr>
            <a:xfrm>
              <a:off x="-3217271" y="5945837"/>
              <a:ext cx="2727932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Background (all marks low)</a:t>
              </a:r>
              <a:endParaRPr lang="en-US" sz="12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BE287E3-81F5-501D-3F4E-BC86659BDDCC}"/>
                </a:ext>
              </a:extLst>
            </p:cNvPr>
            <p:cNvSpPr txBox="1"/>
            <p:nvPr/>
          </p:nvSpPr>
          <p:spPr>
            <a:xfrm>
              <a:off x="-3182186" y="6400149"/>
              <a:ext cx="2727932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H3K9me3 (constitutive</a:t>
              </a:r>
              <a:r>
                <a:rPr lang="en-GB" sz="1200" dirty="0"/>
                <a:t>)</a:t>
              </a:r>
            </a:p>
            <a:p>
              <a:r>
                <a:rPr lang="en-GB" sz="1200" dirty="0"/>
                <a:t>H3K27me3 (weak)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AD8AA345-F6AB-4A64-9C21-E31DFB91A0D3}"/>
              </a:ext>
            </a:extLst>
          </p:cNvPr>
          <p:cNvSpPr txBox="1"/>
          <p:nvPr/>
        </p:nvSpPr>
        <p:spPr>
          <a:xfrm>
            <a:off x="218449" y="6261578"/>
            <a:ext cx="74645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With the optimized thresholds, these marks show the expected mutual exclusivity in WT cells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163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40DA135-F6A0-002E-D62D-FC3FD05788ED}"/>
              </a:ext>
            </a:extLst>
          </p:cNvPr>
          <p:cNvSpPr txBox="1"/>
          <p:nvPr/>
        </p:nvSpPr>
        <p:spPr>
          <a:xfrm>
            <a:off x="2386581" y="71386"/>
            <a:ext cx="7964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+mj-lt"/>
              </a:rPr>
              <a:t>H3K27me3 and H3K9me3 emission probabilities in WT vs DTKO</a:t>
            </a:r>
            <a:endParaRPr lang="en-US" sz="2400" dirty="0"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8AA345-F6AB-4A64-9C21-E31DFB91A0D3}"/>
              </a:ext>
            </a:extLst>
          </p:cNvPr>
          <p:cNvSpPr txBox="1"/>
          <p:nvPr/>
        </p:nvSpPr>
        <p:spPr>
          <a:xfrm>
            <a:off x="218449" y="6416535"/>
            <a:ext cx="11929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In the absence of 5mC, there is a shift of the chromatin states towards increased H3K9me3 and H3K27me3</a:t>
            </a:r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CFC588C-37A5-B130-E9F3-7250F562F427}"/>
              </a:ext>
            </a:extLst>
          </p:cNvPr>
          <p:cNvGrpSpPr/>
          <p:nvPr/>
        </p:nvGrpSpPr>
        <p:grpSpPr>
          <a:xfrm>
            <a:off x="12664182" y="773808"/>
            <a:ext cx="3772440" cy="6382356"/>
            <a:chOff x="-4226694" y="628043"/>
            <a:chExt cx="3772440" cy="6382356"/>
          </a:xfrm>
          <a:solidFill>
            <a:schemeClr val="bg1"/>
          </a:solidFill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49DF0DC0-860F-6113-7B55-37DDB46AC1DE}"/>
                </a:ext>
              </a:extLst>
            </p:cNvPr>
            <p:cNvGrpSpPr/>
            <p:nvPr/>
          </p:nvGrpSpPr>
          <p:grpSpPr>
            <a:xfrm>
              <a:off x="-4226694" y="628043"/>
              <a:ext cx="3262299" cy="6382356"/>
              <a:chOff x="1113051" y="707922"/>
              <a:chExt cx="2839517" cy="5555226"/>
            </a:xfrm>
            <a:grpFill/>
          </p:grpSpPr>
          <p:pic>
            <p:nvPicPr>
              <p:cNvPr id="41" name="Picture 40" descr="A screen shot of a chart&#10;&#10;AI-generated content may be incorrect.">
                <a:extLst>
                  <a:ext uri="{FF2B5EF4-FFF2-40B4-BE49-F238E27FC236}">
                    <a16:creationId xmlns:a16="http://schemas.microsoft.com/office/drawing/2014/main" id="{6BD4C650-34FC-EB83-F50D-BD44941795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4242" t="4286" r="65870" b="-1989"/>
              <a:stretch/>
            </p:blipFill>
            <p:spPr>
              <a:xfrm>
                <a:off x="1113051" y="707922"/>
                <a:ext cx="922225" cy="5555226"/>
              </a:xfrm>
              <a:prstGeom prst="rect">
                <a:avLst/>
              </a:prstGeom>
              <a:grpFill/>
            </p:spPr>
          </p:pic>
          <p:pic>
            <p:nvPicPr>
              <p:cNvPr id="42" name="Picture 41" descr="A screen shot of a chart&#10;&#10;AI-generated content may be incorrect.">
                <a:extLst>
                  <a:ext uri="{FF2B5EF4-FFF2-40B4-BE49-F238E27FC236}">
                    <a16:creationId xmlns:a16="http://schemas.microsoft.com/office/drawing/2014/main" id="{820DB1B2-8957-D5FE-7F74-8781F6F149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9371" t="6361" r="32" b="259"/>
              <a:stretch/>
            </p:blipFill>
            <p:spPr>
              <a:xfrm>
                <a:off x="2035277" y="774290"/>
                <a:ext cx="1917291" cy="5407542"/>
              </a:xfrm>
              <a:prstGeom prst="rect">
                <a:avLst/>
              </a:prstGeom>
              <a:grpFill/>
            </p:spPr>
          </p:pic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34AE311-6351-1C37-13A0-282D2F1296F4}"/>
                </a:ext>
              </a:extLst>
            </p:cNvPr>
            <p:cNvSpPr txBox="1"/>
            <p:nvPr/>
          </p:nvSpPr>
          <p:spPr>
            <a:xfrm>
              <a:off x="-3248632" y="729692"/>
              <a:ext cx="2727932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(TTKO </a:t>
              </a:r>
              <a:r>
                <a:rPr lang="en-GB" sz="1200" dirty="0"/>
                <a:t>strong, WT weak)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06ADB14-0B0C-DEFC-E84F-FA56C66F7F40}"/>
                </a:ext>
              </a:extLst>
            </p:cNvPr>
            <p:cNvSpPr txBox="1"/>
            <p:nvPr/>
          </p:nvSpPr>
          <p:spPr>
            <a:xfrm>
              <a:off x="-3215003" y="1199592"/>
              <a:ext cx="2727932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(TTKO </a:t>
              </a:r>
              <a:r>
                <a:rPr lang="en-GB" sz="1200" dirty="0"/>
                <a:t>strong, </a:t>
              </a:r>
              <a:r>
                <a:rPr lang="en-GB" sz="1200" dirty="0" err="1"/>
                <a:t>WTweak</a:t>
              </a:r>
              <a:r>
                <a:rPr lang="en-GB" sz="1200" dirty="0"/>
                <a:t>) </a:t>
              </a:r>
              <a:r>
                <a:rPr lang="en-US" sz="1200" b="1" dirty="0"/>
                <a:t>H3K9me3 (DTKO</a:t>
              </a:r>
              <a:r>
                <a:rPr lang="en-US" sz="1200" dirty="0"/>
                <a:t>, strong)</a:t>
              </a:r>
              <a:endParaRPr lang="en-GB" sz="12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9379257-17D9-EE70-4C9E-F8357AC0AB7A}"/>
                </a:ext>
              </a:extLst>
            </p:cNvPr>
            <p:cNvSpPr txBox="1"/>
            <p:nvPr/>
          </p:nvSpPr>
          <p:spPr>
            <a:xfrm>
              <a:off x="-3248632" y="1788215"/>
              <a:ext cx="2727932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H3K9me3 (DTKO</a:t>
              </a:r>
              <a:r>
                <a:rPr lang="en-US" sz="1200" dirty="0"/>
                <a:t> strong)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68F805F-4F9C-B7A7-85C2-11C5881EF4E5}"/>
                </a:ext>
              </a:extLst>
            </p:cNvPr>
            <p:cNvSpPr txBox="1"/>
            <p:nvPr/>
          </p:nvSpPr>
          <p:spPr>
            <a:xfrm>
              <a:off x="-3248632" y="2203882"/>
              <a:ext cx="2727932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(DTKO</a:t>
              </a:r>
              <a:r>
                <a:rPr lang="en-GB" sz="1200" dirty="0"/>
                <a:t> strong, TTKO weak) </a:t>
              </a:r>
              <a:r>
                <a:rPr lang="en-GB" sz="1200" b="1" dirty="0"/>
                <a:t>H3K9me3 (DTKO, </a:t>
              </a:r>
              <a:r>
                <a:rPr lang="en-GB" sz="1200" dirty="0"/>
                <a:t>strong)</a:t>
              </a:r>
              <a:endParaRPr lang="en-US" sz="12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DEB4F57-5CC3-51D6-C16D-0C206E02A8E6}"/>
                </a:ext>
              </a:extLst>
            </p:cNvPr>
            <p:cNvSpPr txBox="1"/>
            <p:nvPr/>
          </p:nvSpPr>
          <p:spPr>
            <a:xfrm>
              <a:off x="-3248632" y="2831751"/>
              <a:ext cx="2727932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(DTKO</a:t>
              </a:r>
              <a:r>
                <a:rPr lang="en-GB" sz="1200" dirty="0"/>
                <a:t> strong, TTKO weak)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001C7D7-4653-AB40-0854-AFED16F45F1F}"/>
                </a:ext>
              </a:extLst>
            </p:cNvPr>
            <p:cNvSpPr txBox="1"/>
            <p:nvPr/>
          </p:nvSpPr>
          <p:spPr>
            <a:xfrm>
              <a:off x="-3248632" y="3220782"/>
              <a:ext cx="2727932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(constitutive)</a:t>
              </a:r>
            </a:p>
            <a:p>
              <a:r>
                <a:rPr lang="en-GB" sz="1200" dirty="0"/>
                <a:t>H3K9me3 (DTKO, weak)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3ABC4B9-3A62-3AB7-A4EE-5E323B049819}"/>
                </a:ext>
              </a:extLst>
            </p:cNvPr>
            <p:cNvSpPr txBox="1"/>
            <p:nvPr/>
          </p:nvSpPr>
          <p:spPr>
            <a:xfrm>
              <a:off x="-3248632" y="3676064"/>
              <a:ext cx="2727932" cy="6463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(constitutive)</a:t>
              </a:r>
            </a:p>
            <a:p>
              <a:r>
                <a:rPr lang="en-GB" sz="1200" dirty="0"/>
                <a:t>H2AK119ub1 (DTKO, strong)</a:t>
              </a:r>
            </a:p>
            <a:p>
              <a:r>
                <a:rPr lang="en-GB" sz="1200" dirty="0"/>
                <a:t>H3K9me3 (DTKO, weak)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247CE0E-5FCE-A6F0-DFCD-CC4C2972CDD6}"/>
                </a:ext>
              </a:extLst>
            </p:cNvPr>
            <p:cNvSpPr txBox="1"/>
            <p:nvPr/>
          </p:nvSpPr>
          <p:spPr>
            <a:xfrm>
              <a:off x="-3252298" y="4309695"/>
              <a:ext cx="2727932" cy="6463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(constitutive)</a:t>
              </a:r>
            </a:p>
            <a:p>
              <a:r>
                <a:rPr lang="en-GB" sz="1200" b="1" dirty="0"/>
                <a:t>H2AK119ub1 </a:t>
              </a:r>
              <a:r>
                <a:rPr lang="en-GB" sz="1200" dirty="0"/>
                <a:t>(medium in WT,  TTKO &amp; EZKOc14) (strong in DTKO &amp; EKOc15)</a:t>
              </a:r>
              <a:endParaRPr lang="en-US" sz="1200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FF2BFAE-E1CC-CD54-1969-25B8772C9767}"/>
                </a:ext>
              </a:extLst>
            </p:cNvPr>
            <p:cNvSpPr txBox="1"/>
            <p:nvPr/>
          </p:nvSpPr>
          <p:spPr>
            <a:xfrm>
              <a:off x="-3255964" y="4908792"/>
              <a:ext cx="2727932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(DTKO</a:t>
              </a:r>
              <a:r>
                <a:rPr lang="en-GB" sz="1200" dirty="0"/>
                <a:t> strong, TTKO weak)</a:t>
              </a:r>
            </a:p>
            <a:p>
              <a:r>
                <a:rPr lang="en-GB" sz="1200" b="1" dirty="0"/>
                <a:t>H2AK119ub1 (DTKO </a:t>
              </a:r>
              <a:r>
                <a:rPr lang="en-GB" sz="1200" dirty="0"/>
                <a:t>strong)</a:t>
              </a:r>
              <a:endParaRPr lang="en-US" sz="1200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E6000BA-F81F-355C-AD4F-B725468EB372}"/>
                </a:ext>
              </a:extLst>
            </p:cNvPr>
            <p:cNvSpPr txBox="1"/>
            <p:nvPr/>
          </p:nvSpPr>
          <p:spPr>
            <a:xfrm>
              <a:off x="-3255964" y="5429431"/>
              <a:ext cx="2727932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H2AK119ub1 (DTKO</a:t>
              </a:r>
              <a:r>
                <a:rPr lang="en-GB" sz="1200" dirty="0"/>
                <a:t>, EKOc15 middle)</a:t>
              </a:r>
              <a:endParaRPr lang="en-US" sz="120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33B88CC-5609-7073-4943-143EBACEA669}"/>
                </a:ext>
              </a:extLst>
            </p:cNvPr>
            <p:cNvSpPr txBox="1"/>
            <p:nvPr/>
          </p:nvSpPr>
          <p:spPr>
            <a:xfrm>
              <a:off x="-3217271" y="5945837"/>
              <a:ext cx="2727932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Background (all marks low)</a:t>
              </a:r>
              <a:endParaRPr lang="en-US" sz="120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BF419F2-01EE-80C7-B9BF-706143DB20E9}"/>
                </a:ext>
              </a:extLst>
            </p:cNvPr>
            <p:cNvSpPr txBox="1"/>
            <p:nvPr/>
          </p:nvSpPr>
          <p:spPr>
            <a:xfrm>
              <a:off x="-3182186" y="6400149"/>
              <a:ext cx="2727932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H3K9me3 (constitutive</a:t>
              </a:r>
              <a:r>
                <a:rPr lang="en-GB" sz="1200" dirty="0"/>
                <a:t>)</a:t>
              </a:r>
            </a:p>
            <a:p>
              <a:r>
                <a:rPr lang="en-GB" sz="1200" dirty="0"/>
                <a:t>H3K27me3 (weak)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033783EE-9D93-248A-0AF4-0CEC49059D65}"/>
              </a:ext>
            </a:extLst>
          </p:cNvPr>
          <p:cNvSpPr txBox="1"/>
          <p:nvPr/>
        </p:nvSpPr>
        <p:spPr>
          <a:xfrm>
            <a:off x="2988579" y="703301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WT</a:t>
            </a:r>
            <a:endParaRPr lang="en-US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7C837F5-B03C-559B-1C97-ECE874948D5C}"/>
              </a:ext>
            </a:extLst>
          </p:cNvPr>
          <p:cNvGrpSpPr/>
          <p:nvPr/>
        </p:nvGrpSpPr>
        <p:grpSpPr>
          <a:xfrm>
            <a:off x="356166" y="682231"/>
            <a:ext cx="5715340" cy="5454879"/>
            <a:chOff x="479366" y="636187"/>
            <a:chExt cx="5715340" cy="5454879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1C57C79E-34B2-A3BF-9EB3-FB12432095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413" t="-287" r="-33" b="-630"/>
            <a:stretch/>
          </p:blipFill>
          <p:spPr>
            <a:xfrm>
              <a:off x="978218" y="636187"/>
              <a:ext cx="5216488" cy="5454879"/>
            </a:xfrm>
            <a:prstGeom prst="rect">
              <a:avLst/>
            </a:prstGeom>
          </p:spPr>
        </p:pic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84750C2B-8735-A223-51C5-A6FE143E35E9}"/>
                </a:ext>
              </a:extLst>
            </p:cNvPr>
            <p:cNvGrpSpPr/>
            <p:nvPr/>
          </p:nvGrpSpPr>
          <p:grpSpPr>
            <a:xfrm>
              <a:off x="1075240" y="1188690"/>
              <a:ext cx="4728553" cy="3987342"/>
              <a:chOff x="2395713" y="1318786"/>
              <a:chExt cx="4789540" cy="4038769"/>
            </a:xfrm>
          </p:grpSpPr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5DBADEB-CBFF-6AAF-B1CF-0B6B5511789E}"/>
                  </a:ext>
                </a:extLst>
              </p:cNvPr>
              <p:cNvSpPr txBox="1"/>
              <p:nvPr/>
            </p:nvSpPr>
            <p:spPr>
              <a:xfrm>
                <a:off x="5546663" y="4122192"/>
                <a:ext cx="1638590" cy="861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600" dirty="0">
                    <a:solidFill>
                      <a:srgbClr val="C00000"/>
                    </a:solidFill>
                  </a:rPr>
                  <a:t>H3K27me3 </a:t>
                </a:r>
              </a:p>
              <a:p>
                <a:r>
                  <a:rPr lang="en-GB" sz="1600" dirty="0">
                    <a:solidFill>
                      <a:srgbClr val="C00000"/>
                    </a:solidFill>
                  </a:rPr>
                  <a:t>(&amp; H2AK119ub1)</a:t>
                </a:r>
              </a:p>
              <a:p>
                <a:r>
                  <a:rPr lang="en-GB" sz="1600" dirty="0">
                    <a:solidFill>
                      <a:srgbClr val="C00000"/>
                    </a:solidFill>
                  </a:rPr>
                  <a:t>constitutive</a:t>
                </a:r>
                <a:endParaRPr lang="en-US" sz="160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6C82710-4D52-92CC-AF7D-EAD5EC9E6811}"/>
                  </a:ext>
                </a:extLst>
              </p:cNvPr>
              <p:cNvSpPr txBox="1"/>
              <p:nvPr/>
            </p:nvSpPr>
            <p:spPr>
              <a:xfrm>
                <a:off x="2919950" y="1318786"/>
                <a:ext cx="161298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rgbClr val="224814"/>
                    </a:solidFill>
                  </a:rPr>
                  <a:t>H3K9me3 constitutive</a:t>
                </a:r>
                <a:endParaRPr lang="en-US" sz="1600" dirty="0">
                  <a:solidFill>
                    <a:srgbClr val="224814"/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EFD1772-8512-75EC-2A3F-40EE94DE19AC}"/>
                  </a:ext>
                </a:extLst>
              </p:cNvPr>
              <p:cNvSpPr txBox="1"/>
              <p:nvPr/>
            </p:nvSpPr>
            <p:spPr>
              <a:xfrm>
                <a:off x="3700995" y="4772780"/>
                <a:ext cx="161298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rgbClr val="00B0F0"/>
                    </a:solidFill>
                  </a:rPr>
                  <a:t>H3K27me3 in TTKO</a:t>
                </a:r>
                <a:endParaRPr lang="en-US" sz="1600" dirty="0">
                  <a:solidFill>
                    <a:srgbClr val="00B0F0"/>
                  </a:solidFill>
                </a:endParaRP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B0D8FB1-0BA6-FA56-BDB4-E01920283070}"/>
                  </a:ext>
                </a:extLst>
              </p:cNvPr>
              <p:cNvSpPr txBox="1"/>
              <p:nvPr/>
            </p:nvSpPr>
            <p:spPr>
              <a:xfrm>
                <a:off x="2395713" y="3758871"/>
                <a:ext cx="161298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rgbClr val="00B050"/>
                    </a:solidFill>
                  </a:rPr>
                  <a:t>H3K27me3 (+H3K9me3/</a:t>
                </a:r>
              </a:p>
              <a:p>
                <a:r>
                  <a:rPr lang="en-GB" sz="1600" dirty="0">
                    <a:solidFill>
                      <a:srgbClr val="00B050"/>
                    </a:solidFill>
                  </a:rPr>
                  <a:t>H2AK119ub1) in DTKO strong, TTKO weak</a:t>
                </a:r>
                <a:endParaRPr lang="en-US" sz="1600" dirty="0">
                  <a:solidFill>
                    <a:srgbClr val="00B050"/>
                  </a:solidFill>
                </a:endParaRPr>
              </a:p>
            </p:txBody>
          </p:sp>
        </p:grp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698790D4-1A50-42F6-8A89-275E086507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10973" r="95966" b="7462"/>
            <a:stretch/>
          </p:blipFill>
          <p:spPr>
            <a:xfrm>
              <a:off x="479366" y="1134012"/>
              <a:ext cx="445357" cy="4537515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39D06A8-44F3-87A6-271C-50DD324BBEE4}"/>
              </a:ext>
            </a:extLst>
          </p:cNvPr>
          <p:cNvGrpSpPr/>
          <p:nvPr/>
        </p:nvGrpSpPr>
        <p:grpSpPr>
          <a:xfrm>
            <a:off x="6587716" y="685053"/>
            <a:ext cx="5912473" cy="5452057"/>
            <a:chOff x="6384516" y="699820"/>
            <a:chExt cx="5912473" cy="5452057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8A14FE14-751A-7BD1-8ABB-1D8CA5720677}"/>
                </a:ext>
              </a:extLst>
            </p:cNvPr>
            <p:cNvGrpSpPr/>
            <p:nvPr/>
          </p:nvGrpSpPr>
          <p:grpSpPr>
            <a:xfrm>
              <a:off x="6384516" y="699820"/>
              <a:ext cx="5912473" cy="5164885"/>
              <a:chOff x="2345366" y="715792"/>
              <a:chExt cx="5912473" cy="5164885"/>
            </a:xfrm>
          </p:grpSpPr>
          <p:pic>
            <p:nvPicPr>
              <p:cNvPr id="26" name="Picture 25" descr="A grid with a number on it&#10;&#10;AI-generated content may be incorrect.">
                <a:extLst>
                  <a:ext uri="{FF2B5EF4-FFF2-40B4-BE49-F238E27FC236}">
                    <a16:creationId xmlns:a16="http://schemas.microsoft.com/office/drawing/2014/main" id="{D8958012-A6D0-A2B5-2DEF-34AAFD6CAE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51" r="64416" b="4818"/>
              <a:stretch/>
            </p:blipFill>
            <p:spPr>
              <a:xfrm>
                <a:off x="2345366" y="765193"/>
                <a:ext cx="5560256" cy="5115484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3AF1A1-9662-386B-E831-680F2D4B93F0}"/>
                  </a:ext>
                </a:extLst>
              </p:cNvPr>
              <p:cNvSpPr txBox="1"/>
              <p:nvPr/>
            </p:nvSpPr>
            <p:spPr>
              <a:xfrm>
                <a:off x="5660499" y="2644170"/>
                <a:ext cx="1716607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rgbClr val="C00000"/>
                    </a:solidFill>
                  </a:rPr>
                  <a:t>H3K27me3 </a:t>
                </a:r>
              </a:p>
              <a:p>
                <a:r>
                  <a:rPr lang="en-GB" sz="1600" dirty="0">
                    <a:solidFill>
                      <a:srgbClr val="C00000"/>
                    </a:solidFill>
                  </a:rPr>
                  <a:t>(&amp; H2AK119ub1)</a:t>
                </a:r>
              </a:p>
              <a:p>
                <a:r>
                  <a:rPr lang="en-GB" sz="1600" dirty="0">
                    <a:solidFill>
                      <a:srgbClr val="C00000"/>
                    </a:solidFill>
                  </a:rPr>
                  <a:t>Constitutive</a:t>
                </a:r>
              </a:p>
              <a:p>
                <a:r>
                  <a:rPr lang="en-GB" sz="1600" dirty="0">
                    <a:solidFill>
                      <a:schemeClr val="accent6">
                        <a:lumMod val="75000"/>
                      </a:schemeClr>
                    </a:solidFill>
                  </a:rPr>
                  <a:t>H3K27me3 + H2AK119ub1 DTKO strong</a:t>
                </a:r>
                <a:endParaRPr lang="en-US" sz="16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E0E79F-03AF-743E-FF42-A8B749A951D6}"/>
                  </a:ext>
                </a:extLst>
              </p:cNvPr>
              <p:cNvSpPr txBox="1"/>
              <p:nvPr/>
            </p:nvSpPr>
            <p:spPr>
              <a:xfrm>
                <a:off x="4222173" y="955096"/>
                <a:ext cx="161298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rgbClr val="224814"/>
                    </a:solidFill>
                  </a:rPr>
                  <a:t>H3K9me3 constitutive</a:t>
                </a:r>
                <a:endParaRPr lang="en-US" sz="1600" dirty="0">
                  <a:solidFill>
                    <a:srgbClr val="224814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50D17CF-BE13-7FE9-3707-2F058F9E8744}"/>
                  </a:ext>
                </a:extLst>
              </p:cNvPr>
              <p:cNvSpPr txBox="1"/>
              <p:nvPr/>
            </p:nvSpPr>
            <p:spPr>
              <a:xfrm>
                <a:off x="2605977" y="824052"/>
                <a:ext cx="201675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rgbClr val="00B0F0"/>
                    </a:solidFill>
                  </a:rPr>
                  <a:t>K27me3 in TTKO, K9me3 DTKO</a:t>
                </a:r>
                <a:endParaRPr lang="en-US" sz="1600" dirty="0">
                  <a:solidFill>
                    <a:srgbClr val="00B0F0"/>
                  </a:solidFill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EF5713-3CBB-AE7D-8FB8-39305F9C24B7}"/>
                  </a:ext>
                </a:extLst>
              </p:cNvPr>
              <p:cNvSpPr txBox="1"/>
              <p:nvPr/>
            </p:nvSpPr>
            <p:spPr>
              <a:xfrm>
                <a:off x="5690677" y="5295902"/>
                <a:ext cx="161298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rgbClr val="00DA63"/>
                    </a:solidFill>
                  </a:rPr>
                  <a:t>H3K27me3 </a:t>
                </a:r>
              </a:p>
              <a:p>
                <a:r>
                  <a:rPr lang="en-GB" sz="1600" dirty="0">
                    <a:solidFill>
                      <a:srgbClr val="00DA63"/>
                    </a:solidFill>
                  </a:rPr>
                  <a:t>DTKO strong</a:t>
                </a:r>
                <a:endParaRPr lang="en-US" sz="1600" dirty="0">
                  <a:solidFill>
                    <a:srgbClr val="00DA63"/>
                  </a:solidFill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C2D7CED-D996-5FEE-A87E-66C8472DCBFF}"/>
                  </a:ext>
                </a:extLst>
              </p:cNvPr>
              <p:cNvSpPr txBox="1"/>
              <p:nvPr/>
            </p:nvSpPr>
            <p:spPr>
              <a:xfrm>
                <a:off x="6644859" y="715792"/>
                <a:ext cx="161298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rgbClr val="00B050"/>
                    </a:solidFill>
                  </a:rPr>
                  <a:t>H3K27me3 +H3K9me3 in DTKO strong</a:t>
                </a:r>
                <a:endParaRPr lang="en-US" sz="1600" dirty="0">
                  <a:solidFill>
                    <a:srgbClr val="00B050"/>
                  </a:solidFill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5CA9379-FAA8-A4BF-8A65-95B5411E5DE0}"/>
                  </a:ext>
                </a:extLst>
              </p:cNvPr>
              <p:cNvSpPr txBox="1"/>
              <p:nvPr/>
            </p:nvSpPr>
            <p:spPr>
              <a:xfrm>
                <a:off x="2712903" y="4367849"/>
                <a:ext cx="201675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rgbClr val="588098"/>
                    </a:solidFill>
                  </a:rPr>
                  <a:t>H2AK119ub1 in DTKO</a:t>
                </a:r>
                <a:endParaRPr lang="en-US" sz="1600" dirty="0">
                  <a:solidFill>
                    <a:srgbClr val="00B0F0"/>
                  </a:solidFill>
                </a:endParaRPr>
              </a:p>
            </p:txBody>
          </p:sp>
        </p:grp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F5C52994-986C-9B7A-26F6-F5D1AC2E72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413" t="96362" r="-33" b="-630"/>
            <a:stretch/>
          </p:blipFill>
          <p:spPr>
            <a:xfrm>
              <a:off x="6752053" y="5921178"/>
              <a:ext cx="5216488" cy="2306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57631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40DA135-F6A0-002E-D62D-FC3FD05788ED}"/>
              </a:ext>
            </a:extLst>
          </p:cNvPr>
          <p:cNvSpPr txBox="1"/>
          <p:nvPr/>
        </p:nvSpPr>
        <p:spPr>
          <a:xfrm>
            <a:off x="2635544" y="26336"/>
            <a:ext cx="79816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+mj-lt"/>
              </a:rPr>
              <a:t>H3K27me3 and H3K9me3 emission probabilities in WT vs EKO</a:t>
            </a:r>
            <a:endParaRPr lang="en-US" sz="2400" dirty="0"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8AA345-F6AB-4A64-9C21-E31DFB91A0D3}"/>
              </a:ext>
            </a:extLst>
          </p:cNvPr>
          <p:cNvSpPr txBox="1"/>
          <p:nvPr/>
        </p:nvSpPr>
        <p:spPr>
          <a:xfrm>
            <a:off x="228190" y="6465863"/>
            <a:ext cx="11205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In the absence of H3K27me3, canonical PRC2 regions behave like non-PRC2 targets</a:t>
            </a:r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CFC588C-37A5-B130-E9F3-7250F562F427}"/>
              </a:ext>
            </a:extLst>
          </p:cNvPr>
          <p:cNvGrpSpPr/>
          <p:nvPr/>
        </p:nvGrpSpPr>
        <p:grpSpPr>
          <a:xfrm>
            <a:off x="12664182" y="773808"/>
            <a:ext cx="3772440" cy="6382356"/>
            <a:chOff x="-4226694" y="628043"/>
            <a:chExt cx="3772440" cy="6382356"/>
          </a:xfrm>
          <a:solidFill>
            <a:schemeClr val="bg1"/>
          </a:solidFill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49DF0DC0-860F-6113-7B55-37DDB46AC1DE}"/>
                </a:ext>
              </a:extLst>
            </p:cNvPr>
            <p:cNvGrpSpPr/>
            <p:nvPr/>
          </p:nvGrpSpPr>
          <p:grpSpPr>
            <a:xfrm>
              <a:off x="-4226694" y="628043"/>
              <a:ext cx="3262299" cy="6382356"/>
              <a:chOff x="1113051" y="707922"/>
              <a:chExt cx="2839517" cy="5555226"/>
            </a:xfrm>
            <a:grpFill/>
          </p:grpSpPr>
          <p:pic>
            <p:nvPicPr>
              <p:cNvPr id="41" name="Picture 40" descr="A screen shot of a chart&#10;&#10;AI-generated content may be incorrect.">
                <a:extLst>
                  <a:ext uri="{FF2B5EF4-FFF2-40B4-BE49-F238E27FC236}">
                    <a16:creationId xmlns:a16="http://schemas.microsoft.com/office/drawing/2014/main" id="{6BD4C650-34FC-EB83-F50D-BD44941795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4242" t="4286" r="65870" b="-1989"/>
              <a:stretch/>
            </p:blipFill>
            <p:spPr>
              <a:xfrm>
                <a:off x="1113051" y="707922"/>
                <a:ext cx="922225" cy="5555226"/>
              </a:xfrm>
              <a:prstGeom prst="rect">
                <a:avLst/>
              </a:prstGeom>
              <a:grpFill/>
            </p:spPr>
          </p:pic>
          <p:pic>
            <p:nvPicPr>
              <p:cNvPr id="42" name="Picture 41" descr="A screen shot of a chart&#10;&#10;AI-generated content may be incorrect.">
                <a:extLst>
                  <a:ext uri="{FF2B5EF4-FFF2-40B4-BE49-F238E27FC236}">
                    <a16:creationId xmlns:a16="http://schemas.microsoft.com/office/drawing/2014/main" id="{820DB1B2-8957-D5FE-7F74-8781F6F149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9371" t="6361" r="32" b="259"/>
              <a:stretch/>
            </p:blipFill>
            <p:spPr>
              <a:xfrm>
                <a:off x="2035277" y="774290"/>
                <a:ext cx="1917291" cy="5407542"/>
              </a:xfrm>
              <a:prstGeom prst="rect">
                <a:avLst/>
              </a:prstGeom>
              <a:grpFill/>
            </p:spPr>
          </p:pic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34AE311-6351-1C37-13A0-282D2F1296F4}"/>
                </a:ext>
              </a:extLst>
            </p:cNvPr>
            <p:cNvSpPr txBox="1"/>
            <p:nvPr/>
          </p:nvSpPr>
          <p:spPr>
            <a:xfrm>
              <a:off x="-3248632" y="729692"/>
              <a:ext cx="2727932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(TTKO </a:t>
              </a:r>
              <a:r>
                <a:rPr lang="en-GB" sz="1200" dirty="0"/>
                <a:t>strong, WT weak)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06ADB14-0B0C-DEFC-E84F-FA56C66F7F40}"/>
                </a:ext>
              </a:extLst>
            </p:cNvPr>
            <p:cNvSpPr txBox="1"/>
            <p:nvPr/>
          </p:nvSpPr>
          <p:spPr>
            <a:xfrm>
              <a:off x="-3215003" y="1199592"/>
              <a:ext cx="2727932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(TTKO </a:t>
              </a:r>
              <a:r>
                <a:rPr lang="en-GB" sz="1200" dirty="0"/>
                <a:t>strong, </a:t>
              </a:r>
              <a:r>
                <a:rPr lang="en-GB" sz="1200" dirty="0" err="1"/>
                <a:t>WTweak</a:t>
              </a:r>
              <a:r>
                <a:rPr lang="en-GB" sz="1200" dirty="0"/>
                <a:t>) </a:t>
              </a:r>
              <a:r>
                <a:rPr lang="en-US" sz="1200" b="1" dirty="0"/>
                <a:t>H3K9me3 (DTKO</a:t>
              </a:r>
              <a:r>
                <a:rPr lang="en-US" sz="1200" dirty="0"/>
                <a:t>, strong)</a:t>
              </a:r>
              <a:endParaRPr lang="en-GB" sz="12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9379257-17D9-EE70-4C9E-F8357AC0AB7A}"/>
                </a:ext>
              </a:extLst>
            </p:cNvPr>
            <p:cNvSpPr txBox="1"/>
            <p:nvPr/>
          </p:nvSpPr>
          <p:spPr>
            <a:xfrm>
              <a:off x="-3248632" y="1788215"/>
              <a:ext cx="2727932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H3K9me3 (DTKO</a:t>
              </a:r>
              <a:r>
                <a:rPr lang="en-US" sz="1200" dirty="0"/>
                <a:t> strong)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68F805F-4F9C-B7A7-85C2-11C5881EF4E5}"/>
                </a:ext>
              </a:extLst>
            </p:cNvPr>
            <p:cNvSpPr txBox="1"/>
            <p:nvPr/>
          </p:nvSpPr>
          <p:spPr>
            <a:xfrm>
              <a:off x="-3248632" y="2203882"/>
              <a:ext cx="2727932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(DTKO</a:t>
              </a:r>
              <a:r>
                <a:rPr lang="en-GB" sz="1200" dirty="0"/>
                <a:t> strong, TTKO weak) </a:t>
              </a:r>
              <a:r>
                <a:rPr lang="en-GB" sz="1200" b="1" dirty="0"/>
                <a:t>H3K9me3 (DTKO, </a:t>
              </a:r>
              <a:r>
                <a:rPr lang="en-GB" sz="1200" dirty="0"/>
                <a:t>strong)</a:t>
              </a:r>
              <a:endParaRPr lang="en-US" sz="12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DEB4F57-5CC3-51D6-C16D-0C206E02A8E6}"/>
                </a:ext>
              </a:extLst>
            </p:cNvPr>
            <p:cNvSpPr txBox="1"/>
            <p:nvPr/>
          </p:nvSpPr>
          <p:spPr>
            <a:xfrm>
              <a:off x="-3248632" y="2831751"/>
              <a:ext cx="2727932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(DTKO</a:t>
              </a:r>
              <a:r>
                <a:rPr lang="en-GB" sz="1200" dirty="0"/>
                <a:t> strong, TTKO weak)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001C7D7-4653-AB40-0854-AFED16F45F1F}"/>
                </a:ext>
              </a:extLst>
            </p:cNvPr>
            <p:cNvSpPr txBox="1"/>
            <p:nvPr/>
          </p:nvSpPr>
          <p:spPr>
            <a:xfrm>
              <a:off x="-3248632" y="3220782"/>
              <a:ext cx="2727932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(constitutive)</a:t>
              </a:r>
            </a:p>
            <a:p>
              <a:r>
                <a:rPr lang="en-GB" sz="1200" dirty="0"/>
                <a:t>H3K9me3 (DTKO, weak)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3ABC4B9-3A62-3AB7-A4EE-5E323B049819}"/>
                </a:ext>
              </a:extLst>
            </p:cNvPr>
            <p:cNvSpPr txBox="1"/>
            <p:nvPr/>
          </p:nvSpPr>
          <p:spPr>
            <a:xfrm>
              <a:off x="-3248632" y="3676064"/>
              <a:ext cx="2727932" cy="6463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(constitutive)</a:t>
              </a:r>
            </a:p>
            <a:p>
              <a:r>
                <a:rPr lang="en-GB" sz="1200" dirty="0"/>
                <a:t>H2AK119ub1 (DTKO, strong)</a:t>
              </a:r>
            </a:p>
            <a:p>
              <a:r>
                <a:rPr lang="en-GB" sz="1200" dirty="0"/>
                <a:t>H3K9me3 (DTKO, weak)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247CE0E-5FCE-A6F0-DFCD-CC4C2972CDD6}"/>
                </a:ext>
              </a:extLst>
            </p:cNvPr>
            <p:cNvSpPr txBox="1"/>
            <p:nvPr/>
          </p:nvSpPr>
          <p:spPr>
            <a:xfrm>
              <a:off x="-3252298" y="4309695"/>
              <a:ext cx="2727932" cy="6463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(constitutive)</a:t>
              </a:r>
            </a:p>
            <a:p>
              <a:r>
                <a:rPr lang="en-GB" sz="1200" b="1" dirty="0"/>
                <a:t>H2AK119ub1 </a:t>
              </a:r>
              <a:r>
                <a:rPr lang="en-GB" sz="1200" dirty="0"/>
                <a:t>(medium in WT,  TTKO &amp; EZKOc14) (strong in DTKO &amp; EKOc15)</a:t>
              </a:r>
              <a:endParaRPr lang="en-US" sz="1200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FF2BFAE-E1CC-CD54-1969-25B8772C9767}"/>
                </a:ext>
              </a:extLst>
            </p:cNvPr>
            <p:cNvSpPr txBox="1"/>
            <p:nvPr/>
          </p:nvSpPr>
          <p:spPr>
            <a:xfrm>
              <a:off x="-3255964" y="4908792"/>
              <a:ext cx="2727932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(DTKO</a:t>
              </a:r>
              <a:r>
                <a:rPr lang="en-GB" sz="1200" dirty="0"/>
                <a:t> strong, TTKO weak)</a:t>
              </a:r>
            </a:p>
            <a:p>
              <a:r>
                <a:rPr lang="en-GB" sz="1200" b="1" dirty="0"/>
                <a:t>H2AK119ub1 (DTKO </a:t>
              </a:r>
              <a:r>
                <a:rPr lang="en-GB" sz="1200" dirty="0"/>
                <a:t>strong)</a:t>
              </a:r>
              <a:endParaRPr lang="en-US" sz="1200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E6000BA-F81F-355C-AD4F-B725468EB372}"/>
                </a:ext>
              </a:extLst>
            </p:cNvPr>
            <p:cNvSpPr txBox="1"/>
            <p:nvPr/>
          </p:nvSpPr>
          <p:spPr>
            <a:xfrm>
              <a:off x="-3255964" y="5429431"/>
              <a:ext cx="2727932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H2AK119ub1 (DTKO</a:t>
              </a:r>
              <a:r>
                <a:rPr lang="en-GB" sz="1200" dirty="0"/>
                <a:t>, EKOc15 middle)</a:t>
              </a:r>
              <a:endParaRPr lang="en-US" sz="120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33B88CC-5609-7073-4943-143EBACEA669}"/>
                </a:ext>
              </a:extLst>
            </p:cNvPr>
            <p:cNvSpPr txBox="1"/>
            <p:nvPr/>
          </p:nvSpPr>
          <p:spPr>
            <a:xfrm>
              <a:off x="-3217271" y="5945837"/>
              <a:ext cx="2727932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Background (all marks low)</a:t>
              </a:r>
              <a:endParaRPr lang="en-US" sz="120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BF419F2-01EE-80C7-B9BF-706143DB20E9}"/>
                </a:ext>
              </a:extLst>
            </p:cNvPr>
            <p:cNvSpPr txBox="1"/>
            <p:nvPr/>
          </p:nvSpPr>
          <p:spPr>
            <a:xfrm>
              <a:off x="-3182186" y="6400149"/>
              <a:ext cx="2727932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H3K9me3 (constitutive</a:t>
              </a:r>
              <a:r>
                <a:rPr lang="en-GB" sz="1200" dirty="0"/>
                <a:t>)</a:t>
              </a:r>
            </a:p>
            <a:p>
              <a:r>
                <a:rPr lang="en-GB" sz="1200" dirty="0"/>
                <a:t>H3K27me3 (weak)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89A30DE-AA95-65DE-22BF-0938D372241F}"/>
              </a:ext>
            </a:extLst>
          </p:cNvPr>
          <p:cNvGrpSpPr/>
          <p:nvPr/>
        </p:nvGrpSpPr>
        <p:grpSpPr>
          <a:xfrm>
            <a:off x="143992" y="667752"/>
            <a:ext cx="5771384" cy="5614119"/>
            <a:chOff x="116642" y="551881"/>
            <a:chExt cx="5771384" cy="561411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9AE1224-161B-1FF9-2C04-2DC42F3FFE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413" t="-287" r="-33" b="-630"/>
            <a:stretch/>
          </p:blipFill>
          <p:spPr>
            <a:xfrm>
              <a:off x="519258" y="551881"/>
              <a:ext cx="5368768" cy="5614119"/>
            </a:xfrm>
            <a:prstGeom prst="rect">
              <a:avLst/>
            </a:prstGeom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4C9970F-FEB1-908D-C519-F1AD074D7FB3}"/>
                </a:ext>
              </a:extLst>
            </p:cNvPr>
            <p:cNvGrpSpPr/>
            <p:nvPr/>
          </p:nvGrpSpPr>
          <p:grpSpPr>
            <a:xfrm>
              <a:off x="645593" y="1188690"/>
              <a:ext cx="5158201" cy="4167264"/>
              <a:chOff x="1960524" y="1318786"/>
              <a:chExt cx="5224729" cy="4221012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69220D-220C-68EA-E0E3-A42517EA341E}"/>
                  </a:ext>
                </a:extLst>
              </p:cNvPr>
              <p:cNvSpPr txBox="1"/>
              <p:nvPr/>
            </p:nvSpPr>
            <p:spPr>
              <a:xfrm>
                <a:off x="5546663" y="4122192"/>
                <a:ext cx="1638590" cy="861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600" dirty="0">
                    <a:solidFill>
                      <a:srgbClr val="C00000"/>
                    </a:solidFill>
                  </a:rPr>
                  <a:t>H3K27me3 </a:t>
                </a:r>
              </a:p>
              <a:p>
                <a:r>
                  <a:rPr lang="en-GB" sz="1600" dirty="0">
                    <a:solidFill>
                      <a:srgbClr val="C00000"/>
                    </a:solidFill>
                  </a:rPr>
                  <a:t>(&amp; H2AK119ub1)</a:t>
                </a:r>
              </a:p>
              <a:p>
                <a:r>
                  <a:rPr lang="en-GB" sz="1600" dirty="0">
                    <a:solidFill>
                      <a:srgbClr val="C00000"/>
                    </a:solidFill>
                  </a:rPr>
                  <a:t>constitutive</a:t>
                </a:r>
                <a:endParaRPr lang="en-US" sz="160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842D301-AA81-397E-34BA-820EFF56B666}"/>
                  </a:ext>
                </a:extLst>
              </p:cNvPr>
              <p:cNvSpPr txBox="1"/>
              <p:nvPr/>
            </p:nvSpPr>
            <p:spPr>
              <a:xfrm>
                <a:off x="2919950" y="1318786"/>
                <a:ext cx="161298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rgbClr val="224814"/>
                    </a:solidFill>
                  </a:rPr>
                  <a:t>H3K9me3 constitutive</a:t>
                </a:r>
                <a:endParaRPr lang="en-US" sz="1600" dirty="0">
                  <a:solidFill>
                    <a:srgbClr val="224814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4F79066-46DF-757C-C53C-B811B0E4230E}"/>
                  </a:ext>
                </a:extLst>
              </p:cNvPr>
              <p:cNvSpPr txBox="1"/>
              <p:nvPr/>
            </p:nvSpPr>
            <p:spPr>
              <a:xfrm>
                <a:off x="3673628" y="4955023"/>
                <a:ext cx="161298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rgbClr val="00B0F0"/>
                    </a:solidFill>
                  </a:rPr>
                  <a:t>H3K27me3 in TTKO</a:t>
                </a:r>
                <a:endParaRPr lang="en-US" sz="1600" dirty="0">
                  <a:solidFill>
                    <a:srgbClr val="00B0F0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B72A15B-3D78-429D-9550-BAB0D727DEB8}"/>
                  </a:ext>
                </a:extLst>
              </p:cNvPr>
              <p:cNvSpPr txBox="1"/>
              <p:nvPr/>
            </p:nvSpPr>
            <p:spPr>
              <a:xfrm>
                <a:off x="1960524" y="3631997"/>
                <a:ext cx="161298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rgbClr val="00B050"/>
                    </a:solidFill>
                  </a:rPr>
                  <a:t>H3K27me3 (+H3K9me3/</a:t>
                </a:r>
              </a:p>
              <a:p>
                <a:r>
                  <a:rPr lang="en-GB" sz="1600" dirty="0">
                    <a:solidFill>
                      <a:srgbClr val="00B050"/>
                    </a:solidFill>
                  </a:rPr>
                  <a:t>H2AK119ub1) in DTKO strong, TTKO weak</a:t>
                </a:r>
                <a:endParaRPr lang="en-US" sz="1600" dirty="0">
                  <a:solidFill>
                    <a:srgbClr val="00B050"/>
                  </a:solidFill>
                </a:endParaRPr>
              </a:p>
            </p:txBody>
          </p:sp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7027672-2792-4B46-66E6-327C9EC45D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10973" r="95966" b="7462"/>
            <a:stretch/>
          </p:blipFill>
          <p:spPr>
            <a:xfrm>
              <a:off x="116642" y="1152456"/>
              <a:ext cx="445357" cy="4537515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3E24663-718C-CFE1-E895-05FCFC70ECC5}"/>
              </a:ext>
            </a:extLst>
          </p:cNvPr>
          <p:cNvGrpSpPr/>
          <p:nvPr/>
        </p:nvGrpSpPr>
        <p:grpSpPr>
          <a:xfrm>
            <a:off x="6424306" y="688449"/>
            <a:ext cx="5782110" cy="5593422"/>
            <a:chOff x="6175948" y="552981"/>
            <a:chExt cx="5782110" cy="5593422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8A14FE14-751A-7BD1-8ABB-1D8CA5720677}"/>
                </a:ext>
              </a:extLst>
            </p:cNvPr>
            <p:cNvGrpSpPr/>
            <p:nvPr/>
          </p:nvGrpSpPr>
          <p:grpSpPr>
            <a:xfrm>
              <a:off x="6506975" y="552981"/>
              <a:ext cx="5451083" cy="5328891"/>
              <a:chOff x="2107827" y="590450"/>
              <a:chExt cx="5451083" cy="5328891"/>
            </a:xfrm>
          </p:grpSpPr>
          <p:pic>
            <p:nvPicPr>
              <p:cNvPr id="26" name="Picture 25" descr="A grid with a number on it&#10;&#10;AI-generated content may be incorrect.">
                <a:extLst>
                  <a:ext uri="{FF2B5EF4-FFF2-40B4-BE49-F238E27FC236}">
                    <a16:creationId xmlns:a16="http://schemas.microsoft.com/office/drawing/2014/main" id="{D8958012-A6D0-A2B5-2DEF-34AAFD6CAE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935" t="-458" r="32127" b="4268"/>
              <a:stretch/>
            </p:blipFill>
            <p:spPr>
              <a:xfrm>
                <a:off x="2107827" y="590450"/>
                <a:ext cx="5451083" cy="5328891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E0E79F-03AF-743E-FF42-A8B749A951D6}"/>
                  </a:ext>
                </a:extLst>
              </p:cNvPr>
              <p:cNvSpPr txBox="1"/>
              <p:nvPr/>
            </p:nvSpPr>
            <p:spPr>
              <a:xfrm>
                <a:off x="2454642" y="1058324"/>
                <a:ext cx="1612980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rgbClr val="224814"/>
                    </a:solidFill>
                  </a:rPr>
                  <a:t>H3K9me3 constitutive</a:t>
                </a:r>
                <a:endParaRPr lang="en-US" sz="1600" dirty="0">
                  <a:solidFill>
                    <a:srgbClr val="224814"/>
                  </a:solidFill>
                </a:endParaRPr>
              </a:p>
            </p:txBody>
          </p:sp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B5AFEB3-5C4E-D883-0220-037E2AA424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10973" r="95966" b="7462"/>
            <a:stretch/>
          </p:blipFill>
          <p:spPr>
            <a:xfrm>
              <a:off x="6175948" y="1144148"/>
              <a:ext cx="445357" cy="4537515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91084F4-11FA-7C10-9813-5EFE4F33E6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413" t="96362" r="-33" b="-630"/>
            <a:stretch/>
          </p:blipFill>
          <p:spPr>
            <a:xfrm>
              <a:off x="6589290" y="5908969"/>
              <a:ext cx="5368768" cy="2374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390680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40DA135-F6A0-002E-D62D-FC3FD05788ED}"/>
              </a:ext>
            </a:extLst>
          </p:cNvPr>
          <p:cNvSpPr txBox="1"/>
          <p:nvPr/>
        </p:nvSpPr>
        <p:spPr>
          <a:xfrm>
            <a:off x="2129401" y="81498"/>
            <a:ext cx="7933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+mj-lt"/>
              </a:rPr>
              <a:t>H3K27me3 and H3K9me3 emission probabilities in WT vs TTKO</a:t>
            </a:r>
            <a:endParaRPr lang="en-US" sz="2400" dirty="0"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8AA345-F6AB-4A64-9C21-E31DFB91A0D3}"/>
              </a:ext>
            </a:extLst>
          </p:cNvPr>
          <p:cNvSpPr txBox="1"/>
          <p:nvPr/>
        </p:nvSpPr>
        <p:spPr>
          <a:xfrm>
            <a:off x="675797" y="6153699"/>
            <a:ext cx="11128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In the absence of 5hmC, there are regions that gain H3K27me3, and other regions gain H3K27me3 in DTKO-specific areas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86710A-EA45-C9C7-3550-522A16D1CE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7125" b="-918"/>
          <a:stretch/>
        </p:blipFill>
        <p:spPr>
          <a:xfrm>
            <a:off x="6240157" y="559487"/>
            <a:ext cx="5838636" cy="5614119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772A4A21-7D31-3786-9B93-AA7A2555319F}"/>
              </a:ext>
            </a:extLst>
          </p:cNvPr>
          <p:cNvGrpSpPr/>
          <p:nvPr/>
        </p:nvGrpSpPr>
        <p:grpSpPr>
          <a:xfrm>
            <a:off x="116642" y="551881"/>
            <a:ext cx="5771384" cy="5614119"/>
            <a:chOff x="116642" y="551881"/>
            <a:chExt cx="5771384" cy="561411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541B188-15BE-56FF-59DE-83211EF746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413" t="-287" r="-33" b="-630"/>
            <a:stretch/>
          </p:blipFill>
          <p:spPr>
            <a:xfrm>
              <a:off x="519258" y="551881"/>
              <a:ext cx="5368768" cy="5614119"/>
            </a:xfrm>
            <a:prstGeom prst="rect">
              <a:avLst/>
            </a:prstGeom>
          </p:spPr>
        </p:pic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D6549CE5-2F91-4B9E-055D-85D484180BA4}"/>
                </a:ext>
              </a:extLst>
            </p:cNvPr>
            <p:cNvGrpSpPr/>
            <p:nvPr/>
          </p:nvGrpSpPr>
          <p:grpSpPr>
            <a:xfrm>
              <a:off x="645593" y="1188690"/>
              <a:ext cx="5158201" cy="4167264"/>
              <a:chOff x="1960524" y="1318786"/>
              <a:chExt cx="5224729" cy="4221012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12F6700-5811-72B9-99C8-6F6D18EDB97B}"/>
                  </a:ext>
                </a:extLst>
              </p:cNvPr>
              <p:cNvSpPr txBox="1"/>
              <p:nvPr/>
            </p:nvSpPr>
            <p:spPr>
              <a:xfrm>
                <a:off x="5546663" y="4122192"/>
                <a:ext cx="1638590" cy="861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600" dirty="0">
                    <a:solidFill>
                      <a:srgbClr val="C00000"/>
                    </a:solidFill>
                  </a:rPr>
                  <a:t>H3K27me3 </a:t>
                </a:r>
              </a:p>
              <a:p>
                <a:r>
                  <a:rPr lang="en-GB" sz="1600" dirty="0">
                    <a:solidFill>
                      <a:srgbClr val="C00000"/>
                    </a:solidFill>
                  </a:rPr>
                  <a:t>(&amp; H2AK119ub1)</a:t>
                </a:r>
              </a:p>
              <a:p>
                <a:r>
                  <a:rPr lang="en-GB" sz="1600" dirty="0">
                    <a:solidFill>
                      <a:srgbClr val="C00000"/>
                    </a:solidFill>
                  </a:rPr>
                  <a:t>constitutive</a:t>
                </a:r>
                <a:endParaRPr lang="en-US" sz="160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9B32469-2F14-048C-E78E-BAFE7633D20B}"/>
                  </a:ext>
                </a:extLst>
              </p:cNvPr>
              <p:cNvSpPr txBox="1"/>
              <p:nvPr/>
            </p:nvSpPr>
            <p:spPr>
              <a:xfrm>
                <a:off x="2919950" y="1318786"/>
                <a:ext cx="161298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rgbClr val="224814"/>
                    </a:solidFill>
                  </a:rPr>
                  <a:t>H3K9me3 constitutive</a:t>
                </a:r>
                <a:endParaRPr lang="en-US" sz="1600" dirty="0">
                  <a:solidFill>
                    <a:srgbClr val="224814"/>
                  </a:solidFill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C3163B1-72B4-83AE-9B81-4ADFCEB00109}"/>
                  </a:ext>
                </a:extLst>
              </p:cNvPr>
              <p:cNvSpPr txBox="1"/>
              <p:nvPr/>
            </p:nvSpPr>
            <p:spPr>
              <a:xfrm>
                <a:off x="3673628" y="4955023"/>
                <a:ext cx="161298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rgbClr val="00B0F0"/>
                    </a:solidFill>
                  </a:rPr>
                  <a:t>H3K27me3 in TTKO</a:t>
                </a:r>
                <a:endParaRPr lang="en-US" sz="1600" dirty="0">
                  <a:solidFill>
                    <a:srgbClr val="00B0F0"/>
                  </a:solidFill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AF95244-B0D0-BFC1-C1B2-F1E3617E5C10}"/>
                  </a:ext>
                </a:extLst>
              </p:cNvPr>
              <p:cNvSpPr txBox="1"/>
              <p:nvPr/>
            </p:nvSpPr>
            <p:spPr>
              <a:xfrm>
                <a:off x="1960524" y="3631997"/>
                <a:ext cx="161298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rgbClr val="00B050"/>
                    </a:solidFill>
                  </a:rPr>
                  <a:t>H3K27me3 (+H3K9me3/</a:t>
                </a:r>
              </a:p>
              <a:p>
                <a:r>
                  <a:rPr lang="en-GB" sz="1600" dirty="0">
                    <a:solidFill>
                      <a:srgbClr val="00B050"/>
                    </a:solidFill>
                  </a:rPr>
                  <a:t>H2AK119ub1) in DTKO strong, TTKO weak</a:t>
                </a:r>
                <a:endParaRPr lang="en-US" sz="1600" dirty="0">
                  <a:solidFill>
                    <a:srgbClr val="00B050"/>
                  </a:solidFill>
                </a:endParaRPr>
              </a:p>
            </p:txBody>
          </p:sp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3C5F4F0-09CE-9E75-9AB2-C446851ACF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10973" r="95966" b="7462"/>
            <a:stretch/>
          </p:blipFill>
          <p:spPr>
            <a:xfrm>
              <a:off x="116642" y="1152456"/>
              <a:ext cx="445357" cy="4537515"/>
            </a:xfrm>
            <a:prstGeom prst="rect">
              <a:avLst/>
            </a:prstGeom>
          </p:spPr>
        </p:pic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E0B27EF0-2981-29A5-41F3-8299A0E4AA81}"/>
              </a:ext>
            </a:extLst>
          </p:cNvPr>
          <p:cNvSpPr txBox="1"/>
          <p:nvPr/>
        </p:nvSpPr>
        <p:spPr>
          <a:xfrm>
            <a:off x="8363254" y="1129120"/>
            <a:ext cx="1592441" cy="577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224814"/>
                </a:solidFill>
              </a:rPr>
              <a:t>H3K9me3 constitutive</a:t>
            </a:r>
            <a:endParaRPr lang="en-US" sz="1600" dirty="0">
              <a:solidFill>
                <a:srgbClr val="224814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576C05F-1270-826B-FBB5-BDDCB95466C8}"/>
              </a:ext>
            </a:extLst>
          </p:cNvPr>
          <p:cNvSpPr txBox="1"/>
          <p:nvPr/>
        </p:nvSpPr>
        <p:spPr>
          <a:xfrm>
            <a:off x="8434387" y="4164900"/>
            <a:ext cx="16129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00B050"/>
                </a:solidFill>
              </a:rPr>
              <a:t>H3K27me3 +H3K9me3 in DTKO strong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3BF6D93-C109-9BBB-97ED-2F742F310153}"/>
              </a:ext>
            </a:extLst>
          </p:cNvPr>
          <p:cNvSpPr txBox="1"/>
          <p:nvPr/>
        </p:nvSpPr>
        <p:spPr>
          <a:xfrm>
            <a:off x="6417636" y="4394798"/>
            <a:ext cx="20167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00B0F0"/>
                </a:solidFill>
              </a:rPr>
              <a:t>H3K9me3 in TTKO</a:t>
            </a:r>
          </a:p>
          <a:p>
            <a:r>
              <a:rPr lang="en-GB" sz="1600" dirty="0">
                <a:solidFill>
                  <a:srgbClr val="588098"/>
                </a:solidFill>
              </a:rPr>
              <a:t>H2AK119ub1 in DTKO</a:t>
            </a:r>
            <a:endParaRPr lang="en-US" sz="1600" dirty="0">
              <a:solidFill>
                <a:srgbClr val="00B0F0"/>
              </a:solidFill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CB8AE990-6BE2-ECE1-71E6-C608D94AF26D}"/>
              </a:ext>
            </a:extLst>
          </p:cNvPr>
          <p:cNvGrpSpPr/>
          <p:nvPr/>
        </p:nvGrpSpPr>
        <p:grpSpPr>
          <a:xfrm>
            <a:off x="13037129" y="561903"/>
            <a:ext cx="3772440" cy="6382356"/>
            <a:chOff x="-4226694" y="628043"/>
            <a:chExt cx="3772440" cy="6382356"/>
          </a:xfrm>
          <a:solidFill>
            <a:schemeClr val="bg1"/>
          </a:solidFill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62933C7A-64BE-0A5B-D884-64B21AF7B5CF}"/>
                </a:ext>
              </a:extLst>
            </p:cNvPr>
            <p:cNvGrpSpPr/>
            <p:nvPr/>
          </p:nvGrpSpPr>
          <p:grpSpPr>
            <a:xfrm>
              <a:off x="-4226694" y="628043"/>
              <a:ext cx="3262299" cy="6382356"/>
              <a:chOff x="1113051" y="707922"/>
              <a:chExt cx="2839517" cy="5555226"/>
            </a:xfrm>
            <a:grpFill/>
          </p:grpSpPr>
          <p:pic>
            <p:nvPicPr>
              <p:cNvPr id="74" name="Picture 73" descr="A screen shot of a chart&#10;&#10;AI-generated content may be incorrect.">
                <a:extLst>
                  <a:ext uri="{FF2B5EF4-FFF2-40B4-BE49-F238E27FC236}">
                    <a16:creationId xmlns:a16="http://schemas.microsoft.com/office/drawing/2014/main" id="{B4885B03-9094-94B9-0695-68BD32D7F5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4242" t="4286" r="65870" b="-1989"/>
              <a:stretch/>
            </p:blipFill>
            <p:spPr>
              <a:xfrm>
                <a:off x="1113051" y="707922"/>
                <a:ext cx="922225" cy="5555226"/>
              </a:xfrm>
              <a:prstGeom prst="rect">
                <a:avLst/>
              </a:prstGeom>
              <a:grpFill/>
            </p:spPr>
          </p:pic>
          <p:pic>
            <p:nvPicPr>
              <p:cNvPr id="75" name="Picture 74" descr="A screen shot of a chart&#10;&#10;AI-generated content may be incorrect.">
                <a:extLst>
                  <a:ext uri="{FF2B5EF4-FFF2-40B4-BE49-F238E27FC236}">
                    <a16:creationId xmlns:a16="http://schemas.microsoft.com/office/drawing/2014/main" id="{9EE4A404-8C9E-2842-D67B-259DCDDBFD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9371" t="6361" r="32" b="259"/>
              <a:stretch/>
            </p:blipFill>
            <p:spPr>
              <a:xfrm>
                <a:off x="2035277" y="774290"/>
                <a:ext cx="1917291" cy="5407542"/>
              </a:xfrm>
              <a:prstGeom prst="rect">
                <a:avLst/>
              </a:prstGeom>
              <a:grpFill/>
            </p:spPr>
          </p:pic>
        </p:grp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3D52393-455F-DD00-D1D7-1D5E8ECA46C9}"/>
                </a:ext>
              </a:extLst>
            </p:cNvPr>
            <p:cNvSpPr txBox="1"/>
            <p:nvPr/>
          </p:nvSpPr>
          <p:spPr>
            <a:xfrm>
              <a:off x="-3248632" y="729692"/>
              <a:ext cx="2727932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(TTKO </a:t>
              </a:r>
              <a:r>
                <a:rPr lang="en-GB" sz="1200" dirty="0"/>
                <a:t>strong, WT weak)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52656FD8-C4CF-DC4B-2C61-B621D4804A0A}"/>
                </a:ext>
              </a:extLst>
            </p:cNvPr>
            <p:cNvSpPr txBox="1"/>
            <p:nvPr/>
          </p:nvSpPr>
          <p:spPr>
            <a:xfrm>
              <a:off x="-3215003" y="1199592"/>
              <a:ext cx="2727932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(TTKO </a:t>
              </a:r>
              <a:r>
                <a:rPr lang="en-GB" sz="1200" dirty="0"/>
                <a:t>strong, </a:t>
              </a:r>
              <a:r>
                <a:rPr lang="en-GB" sz="1200" dirty="0" err="1"/>
                <a:t>WTweak</a:t>
              </a:r>
              <a:r>
                <a:rPr lang="en-GB" sz="1200" dirty="0"/>
                <a:t>) </a:t>
              </a:r>
              <a:r>
                <a:rPr lang="en-US" sz="1200" b="1" dirty="0"/>
                <a:t>H3K9me3 (DTKO</a:t>
              </a:r>
              <a:r>
                <a:rPr lang="en-US" sz="1200" dirty="0"/>
                <a:t>, strong)</a:t>
              </a:r>
              <a:endParaRPr lang="en-GB" sz="1200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18B3C7C-7BBF-7F30-8652-3CBB734901D9}"/>
                </a:ext>
              </a:extLst>
            </p:cNvPr>
            <p:cNvSpPr txBox="1"/>
            <p:nvPr/>
          </p:nvSpPr>
          <p:spPr>
            <a:xfrm>
              <a:off x="-3248632" y="1788215"/>
              <a:ext cx="2727932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H3K9me3 (DTKO</a:t>
              </a:r>
              <a:r>
                <a:rPr lang="en-US" sz="1200" dirty="0"/>
                <a:t> strong)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CAE7354-48E9-52D4-B16F-583D5420397E}"/>
                </a:ext>
              </a:extLst>
            </p:cNvPr>
            <p:cNvSpPr txBox="1"/>
            <p:nvPr/>
          </p:nvSpPr>
          <p:spPr>
            <a:xfrm>
              <a:off x="-3248632" y="2203882"/>
              <a:ext cx="2727932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(DTKO</a:t>
              </a:r>
              <a:r>
                <a:rPr lang="en-GB" sz="1200" dirty="0"/>
                <a:t> strong, TTKO weak) </a:t>
              </a:r>
              <a:r>
                <a:rPr lang="en-GB" sz="1200" b="1" dirty="0"/>
                <a:t>H3K9me3 (DTKO, </a:t>
              </a:r>
              <a:r>
                <a:rPr lang="en-GB" sz="1200" dirty="0"/>
                <a:t>strong)</a:t>
              </a:r>
              <a:endParaRPr lang="en-US" sz="1200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2C68A5D-2141-CC02-F57A-1758D31385E5}"/>
                </a:ext>
              </a:extLst>
            </p:cNvPr>
            <p:cNvSpPr txBox="1"/>
            <p:nvPr/>
          </p:nvSpPr>
          <p:spPr>
            <a:xfrm>
              <a:off x="-3248632" y="2831751"/>
              <a:ext cx="2727932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(DTKO</a:t>
              </a:r>
              <a:r>
                <a:rPr lang="en-GB" sz="1200" dirty="0"/>
                <a:t> strong, TTKO weak)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0E7C7B9-7FF2-585D-9049-9A85353221EF}"/>
                </a:ext>
              </a:extLst>
            </p:cNvPr>
            <p:cNvSpPr txBox="1"/>
            <p:nvPr/>
          </p:nvSpPr>
          <p:spPr>
            <a:xfrm>
              <a:off x="-3248632" y="3220782"/>
              <a:ext cx="2727932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(constitutive)</a:t>
              </a:r>
            </a:p>
            <a:p>
              <a:r>
                <a:rPr lang="en-GB" sz="1200" dirty="0"/>
                <a:t>H3K9me3 (DTKO, weak)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AD025E4-7E4F-B59B-B774-970F7356BA60}"/>
                </a:ext>
              </a:extLst>
            </p:cNvPr>
            <p:cNvSpPr txBox="1"/>
            <p:nvPr/>
          </p:nvSpPr>
          <p:spPr>
            <a:xfrm>
              <a:off x="-3248632" y="3676064"/>
              <a:ext cx="2727932" cy="6463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(constitutive)</a:t>
              </a:r>
            </a:p>
            <a:p>
              <a:r>
                <a:rPr lang="en-GB" sz="1200" dirty="0"/>
                <a:t>H2AK119ub1 (DTKO, strong)</a:t>
              </a:r>
            </a:p>
            <a:p>
              <a:r>
                <a:rPr lang="en-GB" sz="1200" dirty="0"/>
                <a:t>H3K9me3 (DTKO, weak)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52F74EC-E721-868D-17C4-3D8ECA7889E0}"/>
                </a:ext>
              </a:extLst>
            </p:cNvPr>
            <p:cNvSpPr txBox="1"/>
            <p:nvPr/>
          </p:nvSpPr>
          <p:spPr>
            <a:xfrm>
              <a:off x="-3252298" y="4309695"/>
              <a:ext cx="2727932" cy="6463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(constitutive)</a:t>
              </a:r>
            </a:p>
            <a:p>
              <a:r>
                <a:rPr lang="en-GB" sz="1200" b="1" dirty="0"/>
                <a:t>H2AK119ub1 </a:t>
              </a:r>
              <a:r>
                <a:rPr lang="en-GB" sz="1200" dirty="0"/>
                <a:t>(medium in WT,  TTKO &amp; EZKOc14) (strong in DTKO &amp; EKOc15)</a:t>
              </a:r>
              <a:endParaRPr lang="en-US" sz="1200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9483EDE-2A0E-A0BA-1829-BB1236EA5429}"/>
                </a:ext>
              </a:extLst>
            </p:cNvPr>
            <p:cNvSpPr txBox="1"/>
            <p:nvPr/>
          </p:nvSpPr>
          <p:spPr>
            <a:xfrm>
              <a:off x="-3255964" y="4908792"/>
              <a:ext cx="2727932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(DTKO</a:t>
              </a:r>
              <a:r>
                <a:rPr lang="en-GB" sz="1200" dirty="0"/>
                <a:t> strong, TTKO weak)</a:t>
              </a:r>
            </a:p>
            <a:p>
              <a:r>
                <a:rPr lang="en-GB" sz="1200" b="1" dirty="0"/>
                <a:t>H2AK119ub1 (DTKO </a:t>
              </a:r>
              <a:r>
                <a:rPr lang="en-GB" sz="1200" dirty="0"/>
                <a:t>strong)</a:t>
              </a:r>
              <a:endParaRPr lang="en-US" sz="1200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624F69F-CF16-D1D4-6357-48AFA4B51653}"/>
                </a:ext>
              </a:extLst>
            </p:cNvPr>
            <p:cNvSpPr txBox="1"/>
            <p:nvPr/>
          </p:nvSpPr>
          <p:spPr>
            <a:xfrm>
              <a:off x="-3255964" y="5429431"/>
              <a:ext cx="2727932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H2AK119ub1 (DTKO</a:t>
              </a:r>
              <a:r>
                <a:rPr lang="en-GB" sz="1200" dirty="0"/>
                <a:t>, EKOc15 middle)</a:t>
              </a:r>
              <a:endParaRPr lang="en-US" sz="12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17ED0D0-4CEA-3D7A-5B45-738B6160C3A2}"/>
                </a:ext>
              </a:extLst>
            </p:cNvPr>
            <p:cNvSpPr txBox="1"/>
            <p:nvPr/>
          </p:nvSpPr>
          <p:spPr>
            <a:xfrm>
              <a:off x="-3217271" y="5945837"/>
              <a:ext cx="2727932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Background (all marks low)</a:t>
              </a:r>
              <a:endParaRPr lang="en-US" sz="1200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78B3824-9E8B-6EB9-C6DE-ADBF00859901}"/>
                </a:ext>
              </a:extLst>
            </p:cNvPr>
            <p:cNvSpPr txBox="1"/>
            <p:nvPr/>
          </p:nvSpPr>
          <p:spPr>
            <a:xfrm>
              <a:off x="-3182186" y="6400149"/>
              <a:ext cx="2727932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H3K9me3 (constitutive</a:t>
              </a:r>
              <a:r>
                <a:rPr lang="en-GB" sz="1200" dirty="0"/>
                <a:t>)</a:t>
              </a:r>
            </a:p>
            <a:p>
              <a:r>
                <a:rPr lang="en-GB" sz="1200" dirty="0"/>
                <a:t>H3K27me3 (weak)</a:t>
              </a: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FC1F5AB7-7475-D2AE-66C7-0BBF89FC8FB9}"/>
              </a:ext>
            </a:extLst>
          </p:cNvPr>
          <p:cNvSpPr txBox="1"/>
          <p:nvPr/>
        </p:nvSpPr>
        <p:spPr>
          <a:xfrm>
            <a:off x="10574275" y="3680749"/>
            <a:ext cx="1617725" cy="8508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rgbClr val="C00000"/>
                </a:solidFill>
              </a:rPr>
              <a:t>H3K27me3 </a:t>
            </a:r>
          </a:p>
          <a:p>
            <a:r>
              <a:rPr lang="en-GB" sz="1600" dirty="0">
                <a:solidFill>
                  <a:srgbClr val="C00000"/>
                </a:solidFill>
              </a:rPr>
              <a:t>(&amp; H2AK119ub1)</a:t>
            </a:r>
          </a:p>
          <a:p>
            <a:r>
              <a:rPr lang="en-GB" sz="1600" dirty="0">
                <a:solidFill>
                  <a:srgbClr val="C00000"/>
                </a:solidFill>
              </a:rPr>
              <a:t>constitutive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6809C33-5177-71E3-B90D-122332C2DF25}"/>
              </a:ext>
            </a:extLst>
          </p:cNvPr>
          <p:cNvSpPr txBox="1"/>
          <p:nvPr/>
        </p:nvSpPr>
        <p:spPr>
          <a:xfrm>
            <a:off x="10511187" y="4467579"/>
            <a:ext cx="18051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00B0F0"/>
                </a:solidFill>
              </a:rPr>
              <a:t>H3K27me3 in TTKO</a:t>
            </a:r>
            <a:endParaRPr lang="en-US" sz="16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29628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D7EEA0A-A301-A574-9AAF-CD7D06C5DEF2}"/>
              </a:ext>
            </a:extLst>
          </p:cNvPr>
          <p:cNvGrpSpPr/>
          <p:nvPr/>
        </p:nvGrpSpPr>
        <p:grpSpPr>
          <a:xfrm>
            <a:off x="8792990" y="379421"/>
            <a:ext cx="3621853" cy="6313911"/>
            <a:chOff x="-4076107" y="704293"/>
            <a:chExt cx="3621853" cy="6313911"/>
          </a:xfrm>
          <a:solidFill>
            <a:schemeClr val="bg1"/>
          </a:solidFill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5205219-2DC4-19C6-5F34-5B72AD4AD7D1}"/>
                </a:ext>
              </a:extLst>
            </p:cNvPr>
            <p:cNvGrpSpPr/>
            <p:nvPr/>
          </p:nvGrpSpPr>
          <p:grpSpPr>
            <a:xfrm>
              <a:off x="-4076107" y="704293"/>
              <a:ext cx="3111710" cy="6313911"/>
              <a:chOff x="1244123" y="774290"/>
              <a:chExt cx="2708445" cy="5495651"/>
            </a:xfrm>
            <a:grpFill/>
          </p:grpSpPr>
          <p:pic>
            <p:nvPicPr>
              <p:cNvPr id="20" name="Picture 19" descr="A screen shot of a chart&#10;&#10;AI-generated content may be incorrect.">
                <a:extLst>
                  <a:ext uri="{FF2B5EF4-FFF2-40B4-BE49-F238E27FC236}">
                    <a16:creationId xmlns:a16="http://schemas.microsoft.com/office/drawing/2014/main" id="{C0FB27CD-B086-F4B4-30B3-AE6F852B1A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246" t="5841" r="65870" b="-1989"/>
              <a:stretch/>
            </p:blipFill>
            <p:spPr>
              <a:xfrm>
                <a:off x="1244123" y="803191"/>
                <a:ext cx="829279" cy="5466750"/>
              </a:xfrm>
              <a:prstGeom prst="rect">
                <a:avLst/>
              </a:prstGeom>
              <a:grpFill/>
            </p:spPr>
          </p:pic>
          <p:pic>
            <p:nvPicPr>
              <p:cNvPr id="21" name="Picture 20" descr="A screen shot of a chart&#10;&#10;AI-generated content may be incorrect.">
                <a:extLst>
                  <a:ext uri="{FF2B5EF4-FFF2-40B4-BE49-F238E27FC236}">
                    <a16:creationId xmlns:a16="http://schemas.microsoft.com/office/drawing/2014/main" id="{815A0362-C4B3-5114-9AEC-B7ECC31B4B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9371" t="6361" r="32" b="259"/>
              <a:stretch/>
            </p:blipFill>
            <p:spPr>
              <a:xfrm>
                <a:off x="2035277" y="774290"/>
                <a:ext cx="1917291" cy="5407542"/>
              </a:xfrm>
              <a:prstGeom prst="rect">
                <a:avLst/>
              </a:prstGeom>
              <a:grpFill/>
            </p:spPr>
          </p:pic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B598E42-C025-D118-A22D-9D7413F894C6}"/>
                </a:ext>
              </a:extLst>
            </p:cNvPr>
            <p:cNvSpPr txBox="1"/>
            <p:nvPr/>
          </p:nvSpPr>
          <p:spPr>
            <a:xfrm>
              <a:off x="-3248632" y="729692"/>
              <a:ext cx="2727932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(TTKO </a:t>
              </a:r>
              <a:r>
                <a:rPr lang="en-GB" sz="1200" dirty="0"/>
                <a:t>strong, WT weak)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6F2C894-E67C-9DAF-EB8E-6EB33CB76576}"/>
                </a:ext>
              </a:extLst>
            </p:cNvPr>
            <p:cNvSpPr txBox="1"/>
            <p:nvPr/>
          </p:nvSpPr>
          <p:spPr>
            <a:xfrm>
              <a:off x="-3215003" y="1199592"/>
              <a:ext cx="2727932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(TTKO </a:t>
              </a:r>
              <a:r>
                <a:rPr lang="en-GB" sz="1200" dirty="0"/>
                <a:t>strong, WT weak) </a:t>
              </a:r>
              <a:r>
                <a:rPr lang="en-US" sz="1200" b="1" dirty="0"/>
                <a:t>H3K9me3 (DTKO</a:t>
              </a:r>
              <a:r>
                <a:rPr lang="en-US" sz="1200" dirty="0"/>
                <a:t>, strong)</a:t>
              </a:r>
              <a:endParaRPr lang="en-GB" sz="12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A4B7CD-DDE1-ECD1-F68F-E8574429DA76}"/>
                </a:ext>
              </a:extLst>
            </p:cNvPr>
            <p:cNvSpPr txBox="1"/>
            <p:nvPr/>
          </p:nvSpPr>
          <p:spPr>
            <a:xfrm>
              <a:off x="-3248632" y="1788215"/>
              <a:ext cx="2727932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H3K9me3 (DTKO</a:t>
              </a:r>
              <a:r>
                <a:rPr lang="en-US" sz="1200" dirty="0"/>
                <a:t> strong)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1D35BCE-3419-9FE2-448B-0E517BB69075}"/>
                </a:ext>
              </a:extLst>
            </p:cNvPr>
            <p:cNvSpPr txBox="1"/>
            <p:nvPr/>
          </p:nvSpPr>
          <p:spPr>
            <a:xfrm>
              <a:off x="-3248632" y="2203882"/>
              <a:ext cx="2727932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(DTKO</a:t>
              </a:r>
              <a:r>
                <a:rPr lang="en-GB" sz="1200" dirty="0"/>
                <a:t> strong, TTKO weak) </a:t>
              </a:r>
              <a:r>
                <a:rPr lang="en-GB" sz="1200" b="1" dirty="0"/>
                <a:t>H3K9me3 (DTKO, </a:t>
              </a:r>
              <a:r>
                <a:rPr lang="en-GB" sz="1200" dirty="0"/>
                <a:t>strong)</a:t>
              </a:r>
              <a:endParaRPr lang="en-US" sz="12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A535862-82B7-25F5-CD7A-4C16A0C8F013}"/>
                </a:ext>
              </a:extLst>
            </p:cNvPr>
            <p:cNvSpPr txBox="1"/>
            <p:nvPr/>
          </p:nvSpPr>
          <p:spPr>
            <a:xfrm>
              <a:off x="-3248632" y="2831751"/>
              <a:ext cx="2727932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(DTKO</a:t>
              </a:r>
              <a:r>
                <a:rPr lang="en-GB" sz="1200" dirty="0"/>
                <a:t> strong, TTKO weak)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035D677-ECE7-2337-BB99-2F22D9F2B4F0}"/>
                </a:ext>
              </a:extLst>
            </p:cNvPr>
            <p:cNvSpPr txBox="1"/>
            <p:nvPr/>
          </p:nvSpPr>
          <p:spPr>
            <a:xfrm>
              <a:off x="-3248632" y="3220782"/>
              <a:ext cx="2727932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(constitutive)</a:t>
              </a:r>
            </a:p>
            <a:p>
              <a:r>
                <a:rPr lang="en-GB" sz="1200" dirty="0"/>
                <a:t>H3K9me3 (DTKO, weak)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3CCBFE9-02C9-0E33-C9D6-7A83EDE313BD}"/>
                </a:ext>
              </a:extLst>
            </p:cNvPr>
            <p:cNvSpPr txBox="1"/>
            <p:nvPr/>
          </p:nvSpPr>
          <p:spPr>
            <a:xfrm>
              <a:off x="-3248632" y="3676064"/>
              <a:ext cx="2727932" cy="6463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(constitutive)</a:t>
              </a:r>
            </a:p>
            <a:p>
              <a:r>
                <a:rPr lang="en-GB" sz="1200" dirty="0"/>
                <a:t>H2AK119ub1 (DTKO, strong)</a:t>
              </a:r>
            </a:p>
            <a:p>
              <a:r>
                <a:rPr lang="en-GB" sz="1200" dirty="0"/>
                <a:t>H3K9me3 (DTKO, weak)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6469A84-C5FD-D58F-661B-94CF774C20FC}"/>
                </a:ext>
              </a:extLst>
            </p:cNvPr>
            <p:cNvSpPr txBox="1"/>
            <p:nvPr/>
          </p:nvSpPr>
          <p:spPr>
            <a:xfrm>
              <a:off x="-3252298" y="4309695"/>
              <a:ext cx="2727932" cy="6463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(constitutive)</a:t>
              </a:r>
            </a:p>
            <a:p>
              <a:r>
                <a:rPr lang="en-GB" sz="1200" b="1" dirty="0"/>
                <a:t>H2AK119ub1 </a:t>
              </a:r>
              <a:r>
                <a:rPr lang="en-GB" sz="1200" dirty="0"/>
                <a:t>(medium in WT,  TTKO &amp; EZKOc14) (strong in DTKO &amp; EKOc15)</a:t>
              </a:r>
              <a:endParaRPr lang="en-US" sz="12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68F4BF8-CB75-C99C-84AE-1B90CD32F662}"/>
                </a:ext>
              </a:extLst>
            </p:cNvPr>
            <p:cNvSpPr txBox="1"/>
            <p:nvPr/>
          </p:nvSpPr>
          <p:spPr>
            <a:xfrm>
              <a:off x="-3255964" y="4908792"/>
              <a:ext cx="2727932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(DTKO</a:t>
              </a:r>
              <a:r>
                <a:rPr lang="en-GB" sz="1200" dirty="0"/>
                <a:t> strong, TTKO weak)</a:t>
              </a:r>
            </a:p>
            <a:p>
              <a:r>
                <a:rPr lang="en-GB" sz="1200" b="1" dirty="0"/>
                <a:t>H2AK119ub1 (DTKO </a:t>
              </a:r>
              <a:r>
                <a:rPr lang="en-GB" sz="1200" dirty="0"/>
                <a:t>strong)</a:t>
              </a:r>
              <a:endParaRPr lang="en-US" sz="12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3CA7065-A8FD-008F-F2A9-6F3C6667E090}"/>
                </a:ext>
              </a:extLst>
            </p:cNvPr>
            <p:cNvSpPr txBox="1"/>
            <p:nvPr/>
          </p:nvSpPr>
          <p:spPr>
            <a:xfrm>
              <a:off x="-3255964" y="5429431"/>
              <a:ext cx="2727932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H2AK119ub1 (DTKO</a:t>
              </a:r>
              <a:r>
                <a:rPr lang="en-GB" sz="1200" dirty="0"/>
                <a:t>, EKOc15 middle)</a:t>
              </a:r>
              <a:endParaRPr lang="en-US" sz="12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DCDA2D3-4EFD-5F29-4112-55E44E7901AA}"/>
                </a:ext>
              </a:extLst>
            </p:cNvPr>
            <p:cNvSpPr txBox="1"/>
            <p:nvPr/>
          </p:nvSpPr>
          <p:spPr>
            <a:xfrm>
              <a:off x="-3217271" y="5945837"/>
              <a:ext cx="2727932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Background (all marks low)</a:t>
              </a:r>
              <a:endParaRPr lang="en-US" sz="12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EA5F439-F15A-F389-B117-535B44997798}"/>
                </a:ext>
              </a:extLst>
            </p:cNvPr>
            <p:cNvSpPr txBox="1"/>
            <p:nvPr/>
          </p:nvSpPr>
          <p:spPr>
            <a:xfrm>
              <a:off x="-3182186" y="6400149"/>
              <a:ext cx="2727932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H3K9me3 (constitutive</a:t>
              </a:r>
              <a:r>
                <a:rPr lang="en-GB" sz="1200" dirty="0"/>
                <a:t>)</a:t>
              </a:r>
            </a:p>
            <a:p>
              <a:r>
                <a:rPr lang="en-GB" sz="1200" dirty="0"/>
                <a:t>H3K27me3 (weak)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B48ECAF-67C0-1D54-5B2C-C4A3C6510F23}"/>
              </a:ext>
            </a:extLst>
          </p:cNvPr>
          <p:cNvSpPr txBox="1"/>
          <p:nvPr/>
        </p:nvSpPr>
        <p:spPr>
          <a:xfrm>
            <a:off x="3778195" y="108232"/>
            <a:ext cx="43821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+mj-lt"/>
              </a:rPr>
              <a:t>Genomic overlap enrichment</a:t>
            </a:r>
            <a:endParaRPr lang="en-US" sz="28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40080F-CFE3-EC88-7882-4C5B30320504}"/>
              </a:ext>
            </a:extLst>
          </p:cNvPr>
          <p:cNvSpPr txBox="1"/>
          <p:nvPr/>
        </p:nvSpPr>
        <p:spPr>
          <a:xfrm>
            <a:off x="1261867" y="5653658"/>
            <a:ext cx="733829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solidFill>
                  <a:srgbClr val="588098"/>
                </a:solidFill>
              </a:rPr>
              <a:t>(E1) </a:t>
            </a:r>
            <a:r>
              <a:rPr lang="en-GB" sz="1200" dirty="0"/>
              <a:t>H3K27me3 gain in TTKO is slightly depleted in genes</a:t>
            </a:r>
          </a:p>
          <a:p>
            <a:r>
              <a:rPr lang="en-GB" sz="1200" b="1" dirty="0">
                <a:solidFill>
                  <a:srgbClr val="00B050"/>
                </a:solidFill>
              </a:rPr>
              <a:t>(E2-E5) </a:t>
            </a:r>
            <a:r>
              <a:rPr lang="en-GB" sz="1200" dirty="0"/>
              <a:t>H3K27me3/H3K9me3-enriched regions in DTKO are depleted in CpG </a:t>
            </a:r>
            <a:r>
              <a:rPr lang="en-GB" sz="1200" dirty="0" err="1"/>
              <a:t>islads</a:t>
            </a:r>
            <a:r>
              <a:rPr lang="en-GB" sz="1200" dirty="0"/>
              <a:t> (and genes)</a:t>
            </a:r>
          </a:p>
          <a:p>
            <a:r>
              <a:rPr lang="en-GB" sz="1200" b="1" dirty="0">
                <a:solidFill>
                  <a:srgbClr val="C00000"/>
                </a:solidFill>
              </a:rPr>
              <a:t>(E6, E7) </a:t>
            </a:r>
            <a:r>
              <a:rPr lang="en-GB" sz="1200" dirty="0"/>
              <a:t>In the absence of H2AK119ub1, constitutive H3K27me3 regions are depleted in CpG islands</a:t>
            </a:r>
          </a:p>
          <a:p>
            <a:r>
              <a:rPr lang="en-US" sz="1200" b="1" dirty="0">
                <a:solidFill>
                  <a:srgbClr val="8D1140"/>
                </a:solidFill>
              </a:rPr>
              <a:t>(E8)</a:t>
            </a:r>
            <a:r>
              <a:rPr lang="en-GB" sz="1200" b="1" dirty="0">
                <a:solidFill>
                  <a:srgbClr val="8D1140"/>
                </a:solidFill>
              </a:rPr>
              <a:t> </a:t>
            </a:r>
            <a:r>
              <a:rPr lang="en-US" sz="1200" dirty="0"/>
              <a:t>Constitutive H3K27me3 is enriched in CpG islands (and gene regions) only under the presence of H2AK119ub1</a:t>
            </a:r>
          </a:p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(E9) </a:t>
            </a:r>
            <a:r>
              <a:rPr lang="en-US" sz="1200" dirty="0"/>
              <a:t>New H3K27me3/H3K9me3-rich regions in DTKOs are depleted in CpG islands </a:t>
            </a:r>
          </a:p>
          <a:p>
            <a:r>
              <a:rPr lang="en-US" sz="12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(E10) </a:t>
            </a:r>
            <a:r>
              <a:rPr lang="en-US" sz="1200" dirty="0"/>
              <a:t>New H2AK119ub1-rich regions in DTKOs are enriched in CpG islands, behaving like PRC1-PRC2 canonical sites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01A2D0F-C477-A1C9-52B8-9CF89EA1ED6B}"/>
              </a:ext>
            </a:extLst>
          </p:cNvPr>
          <p:cNvSpPr/>
          <p:nvPr/>
        </p:nvSpPr>
        <p:spPr>
          <a:xfrm>
            <a:off x="9191796" y="2866592"/>
            <a:ext cx="2905735" cy="111523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DBB31B-F5E8-C237-86C3-6570697C5408}"/>
              </a:ext>
            </a:extLst>
          </p:cNvPr>
          <p:cNvSpPr/>
          <p:nvPr/>
        </p:nvSpPr>
        <p:spPr>
          <a:xfrm>
            <a:off x="9191797" y="777323"/>
            <a:ext cx="2905735" cy="2009557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F3C6395-AD7D-8B37-214E-137D4EB0EB1A}"/>
              </a:ext>
            </a:extLst>
          </p:cNvPr>
          <p:cNvSpPr/>
          <p:nvPr/>
        </p:nvSpPr>
        <p:spPr>
          <a:xfrm>
            <a:off x="9191795" y="4004782"/>
            <a:ext cx="2905735" cy="591838"/>
          </a:xfrm>
          <a:prstGeom prst="rect">
            <a:avLst/>
          </a:prstGeom>
          <a:noFill/>
          <a:ln w="38100">
            <a:solidFill>
              <a:srgbClr val="8D11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7B1CF09-3A55-79B4-CA45-91310DF32A53}"/>
              </a:ext>
            </a:extLst>
          </p:cNvPr>
          <p:cNvGrpSpPr/>
          <p:nvPr/>
        </p:nvGrpSpPr>
        <p:grpSpPr>
          <a:xfrm>
            <a:off x="1363744" y="543320"/>
            <a:ext cx="6368145" cy="5116404"/>
            <a:chOff x="1363744" y="543319"/>
            <a:chExt cx="6796613" cy="5460651"/>
          </a:xfrm>
        </p:grpSpPr>
        <p:pic>
          <p:nvPicPr>
            <p:cNvPr id="5" name="Picture 4" descr="A screenshot of a graph&#10;&#10;AI-generated content may be incorrect.">
              <a:extLst>
                <a:ext uri="{FF2B5EF4-FFF2-40B4-BE49-F238E27FC236}">
                  <a16:creationId xmlns:a16="http://schemas.microsoft.com/office/drawing/2014/main" id="{9B8FE9E1-63FB-CFA8-EC87-CE93C0261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3744" y="543319"/>
              <a:ext cx="6796613" cy="5460651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E154306-29DD-E80A-3213-FA9AA2C552A1}"/>
                </a:ext>
              </a:extLst>
            </p:cNvPr>
            <p:cNvSpPr/>
            <p:nvPr/>
          </p:nvSpPr>
          <p:spPr>
            <a:xfrm>
              <a:off x="1399964" y="2711133"/>
              <a:ext cx="6415686" cy="717867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81683AC-DB29-DFC2-452C-541CFD7B82DE}"/>
                </a:ext>
              </a:extLst>
            </p:cNvPr>
            <p:cNvSpPr/>
            <p:nvPr/>
          </p:nvSpPr>
          <p:spPr>
            <a:xfrm>
              <a:off x="1399964" y="1965473"/>
              <a:ext cx="6370528" cy="710385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B050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5568425-ADD4-82CA-870A-2E56F0F7FE27}"/>
                </a:ext>
              </a:extLst>
            </p:cNvPr>
            <p:cNvSpPr/>
            <p:nvPr/>
          </p:nvSpPr>
          <p:spPr>
            <a:xfrm>
              <a:off x="1399965" y="3434955"/>
              <a:ext cx="6415685" cy="415528"/>
            </a:xfrm>
            <a:prstGeom prst="rect">
              <a:avLst/>
            </a:prstGeom>
            <a:noFill/>
            <a:ln w="38100">
              <a:solidFill>
                <a:srgbClr val="8D11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21C0D4E-7DD8-A01B-8744-36EC3925F72C}"/>
                </a:ext>
              </a:extLst>
            </p:cNvPr>
            <p:cNvSpPr/>
            <p:nvPr/>
          </p:nvSpPr>
          <p:spPr>
            <a:xfrm>
              <a:off x="1396672" y="3869580"/>
              <a:ext cx="6415686" cy="379876"/>
            </a:xfrm>
            <a:prstGeom prst="rect">
              <a:avLst/>
            </a:prstGeom>
            <a:no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562316C-B79A-7E88-63E7-C27C7D592263}"/>
                </a:ext>
              </a:extLst>
            </p:cNvPr>
            <p:cNvSpPr/>
            <p:nvPr/>
          </p:nvSpPr>
          <p:spPr>
            <a:xfrm>
              <a:off x="1391026" y="4281627"/>
              <a:ext cx="6415686" cy="314993"/>
            </a:xfrm>
            <a:prstGeom prst="rect">
              <a:avLst/>
            </a:prstGeom>
            <a:noFill/>
            <a:ln w="38100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730E2C6-EDC5-35CA-7700-69DF7E647563}"/>
                </a:ext>
              </a:extLst>
            </p:cNvPr>
            <p:cNvSpPr/>
            <p:nvPr/>
          </p:nvSpPr>
          <p:spPr>
            <a:xfrm>
              <a:off x="1399964" y="768533"/>
              <a:ext cx="6384169" cy="408523"/>
            </a:xfrm>
            <a:prstGeom prst="rect">
              <a:avLst/>
            </a:prstGeom>
            <a:noFill/>
            <a:ln w="38100">
              <a:solidFill>
                <a:srgbClr val="5880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A7EC3AF-74CF-D7E2-5FAE-3B556F1261F3}"/>
                </a:ext>
              </a:extLst>
            </p:cNvPr>
            <p:cNvSpPr/>
            <p:nvPr/>
          </p:nvSpPr>
          <p:spPr>
            <a:xfrm>
              <a:off x="1413605" y="1212331"/>
              <a:ext cx="6370528" cy="717867"/>
            </a:xfrm>
            <a:prstGeom prst="rect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B0F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46697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04418A-EF71-2500-997B-CB4E50B82971}"/>
              </a:ext>
            </a:extLst>
          </p:cNvPr>
          <p:cNvSpPr txBox="1"/>
          <p:nvPr/>
        </p:nvSpPr>
        <p:spPr>
          <a:xfrm>
            <a:off x="3748145" y="217129"/>
            <a:ext cx="46957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+mj-lt"/>
              </a:rPr>
              <a:t>Distance matrix between states</a:t>
            </a:r>
            <a:endParaRPr lang="en-US" sz="28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55E08C-A5B3-3753-A287-1C4A2AC69E83}"/>
              </a:ext>
            </a:extLst>
          </p:cNvPr>
          <p:cNvSpPr txBox="1"/>
          <p:nvPr/>
        </p:nvSpPr>
        <p:spPr>
          <a:xfrm>
            <a:off x="66446" y="2178521"/>
            <a:ext cx="350241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E8 (&amp; E6 &amp; E7) which represents constitutive PRC1/2 regions have a high dissimilarity from E1, which represents regions rich in H3K27me3 in TTKO.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200" dirty="0"/>
          </a:p>
          <a:p>
            <a:endParaRPr lang="en-GB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E8 (&amp; E6 &amp; E7) also shows dissimilarity from E2, E3, E4, E5, which represents mainly H3K27me3 and H3K9me3- rich regions in DTKO (&amp;TTKO)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797BBB8-4DB4-1F5F-EC81-3D4879B780F8}"/>
              </a:ext>
            </a:extLst>
          </p:cNvPr>
          <p:cNvGrpSpPr/>
          <p:nvPr/>
        </p:nvGrpSpPr>
        <p:grpSpPr>
          <a:xfrm>
            <a:off x="8968955" y="379421"/>
            <a:ext cx="3223045" cy="6313911"/>
            <a:chOff x="-3677299" y="704293"/>
            <a:chExt cx="3223045" cy="6313911"/>
          </a:xfrm>
          <a:solidFill>
            <a:schemeClr val="bg1"/>
          </a:solidFill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2007271-3EF7-1E1D-4801-815B99C83360}"/>
                </a:ext>
              </a:extLst>
            </p:cNvPr>
            <p:cNvGrpSpPr/>
            <p:nvPr/>
          </p:nvGrpSpPr>
          <p:grpSpPr>
            <a:xfrm>
              <a:off x="-3677299" y="704293"/>
              <a:ext cx="2712903" cy="6313911"/>
              <a:chOff x="1591247" y="774290"/>
              <a:chExt cx="2361321" cy="5495651"/>
            </a:xfrm>
            <a:grpFill/>
          </p:grpSpPr>
          <p:pic>
            <p:nvPicPr>
              <p:cNvPr id="34" name="Picture 33" descr="A screen shot of a chart&#10;&#10;AI-generated content may be incorrect.">
                <a:extLst>
                  <a:ext uri="{FF2B5EF4-FFF2-40B4-BE49-F238E27FC236}">
                    <a16:creationId xmlns:a16="http://schemas.microsoft.com/office/drawing/2014/main" id="{34C0663D-DB36-9CF4-E801-2CF0F9E1F0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732" t="5841" r="65870" b="-1989"/>
              <a:stretch/>
            </p:blipFill>
            <p:spPr>
              <a:xfrm>
                <a:off x="1591247" y="803191"/>
                <a:ext cx="482154" cy="5466750"/>
              </a:xfrm>
              <a:prstGeom prst="rect">
                <a:avLst/>
              </a:prstGeom>
              <a:grpFill/>
            </p:spPr>
          </p:pic>
          <p:pic>
            <p:nvPicPr>
              <p:cNvPr id="35" name="Picture 34" descr="A screen shot of a chart&#10;&#10;AI-generated content may be incorrect.">
                <a:extLst>
                  <a:ext uri="{FF2B5EF4-FFF2-40B4-BE49-F238E27FC236}">
                    <a16:creationId xmlns:a16="http://schemas.microsoft.com/office/drawing/2014/main" id="{DF340383-B76F-EDDB-4EE6-629788151E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9371" t="6361" r="32" b="259"/>
              <a:stretch/>
            </p:blipFill>
            <p:spPr>
              <a:xfrm>
                <a:off x="2035277" y="774290"/>
                <a:ext cx="1917291" cy="5407542"/>
              </a:xfrm>
              <a:prstGeom prst="rect">
                <a:avLst/>
              </a:prstGeom>
              <a:grpFill/>
            </p:spPr>
          </p:pic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9C1A43A-8BD0-5F0E-E415-EA7422C14459}"/>
                </a:ext>
              </a:extLst>
            </p:cNvPr>
            <p:cNvSpPr txBox="1"/>
            <p:nvPr/>
          </p:nvSpPr>
          <p:spPr>
            <a:xfrm>
              <a:off x="-3248632" y="729692"/>
              <a:ext cx="2727932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(TTKO </a:t>
              </a:r>
              <a:r>
                <a:rPr lang="en-GB" sz="1200" dirty="0"/>
                <a:t>strong, WT weak)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99DFC18-023B-B59E-2CE9-BDD045E85DEE}"/>
                </a:ext>
              </a:extLst>
            </p:cNvPr>
            <p:cNvSpPr txBox="1"/>
            <p:nvPr/>
          </p:nvSpPr>
          <p:spPr>
            <a:xfrm>
              <a:off x="-3215003" y="1199592"/>
              <a:ext cx="2727932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(TTKO </a:t>
              </a:r>
              <a:r>
                <a:rPr lang="en-GB" sz="1200" dirty="0"/>
                <a:t>strong, WT weak) </a:t>
              </a:r>
              <a:r>
                <a:rPr lang="en-US" sz="1200" b="1" dirty="0"/>
                <a:t>H3K9me3 (DTKO</a:t>
              </a:r>
              <a:r>
                <a:rPr lang="en-US" sz="1200" dirty="0"/>
                <a:t>, strong)</a:t>
              </a:r>
              <a:endParaRPr lang="en-GB" sz="12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F62E0A2-357D-FEEE-51DA-09D23B89B850}"/>
                </a:ext>
              </a:extLst>
            </p:cNvPr>
            <p:cNvSpPr txBox="1"/>
            <p:nvPr/>
          </p:nvSpPr>
          <p:spPr>
            <a:xfrm>
              <a:off x="-3248632" y="1788215"/>
              <a:ext cx="2727932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H3K9me3 (DTKO</a:t>
              </a:r>
              <a:r>
                <a:rPr lang="en-US" sz="1200" dirty="0"/>
                <a:t> strong)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32B0BDF-D078-649D-8034-026F4D4D95A6}"/>
                </a:ext>
              </a:extLst>
            </p:cNvPr>
            <p:cNvSpPr txBox="1"/>
            <p:nvPr/>
          </p:nvSpPr>
          <p:spPr>
            <a:xfrm>
              <a:off x="-3248632" y="2203882"/>
              <a:ext cx="2727932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(DTKO</a:t>
              </a:r>
              <a:r>
                <a:rPr lang="en-GB" sz="1200" dirty="0"/>
                <a:t> strong, TTKO weak) </a:t>
              </a:r>
              <a:r>
                <a:rPr lang="en-GB" sz="1200" b="1" dirty="0"/>
                <a:t>H3K9me3 (DTKO, </a:t>
              </a:r>
              <a:r>
                <a:rPr lang="en-GB" sz="1200" dirty="0"/>
                <a:t>strong)</a:t>
              </a:r>
              <a:endParaRPr lang="en-US" sz="12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9B7B310-E795-0647-E8DC-FD3951B12609}"/>
                </a:ext>
              </a:extLst>
            </p:cNvPr>
            <p:cNvSpPr txBox="1"/>
            <p:nvPr/>
          </p:nvSpPr>
          <p:spPr>
            <a:xfrm>
              <a:off x="-3248632" y="2831751"/>
              <a:ext cx="2727932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(DTKO</a:t>
              </a:r>
              <a:r>
                <a:rPr lang="en-GB" sz="1200" dirty="0"/>
                <a:t> strong, TTKO weak)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7750106-F7D9-F713-E29F-AB923B20417E}"/>
                </a:ext>
              </a:extLst>
            </p:cNvPr>
            <p:cNvSpPr txBox="1"/>
            <p:nvPr/>
          </p:nvSpPr>
          <p:spPr>
            <a:xfrm>
              <a:off x="-3248632" y="3220782"/>
              <a:ext cx="2727932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(constitutive)</a:t>
              </a:r>
            </a:p>
            <a:p>
              <a:r>
                <a:rPr lang="en-GB" sz="1200" dirty="0"/>
                <a:t>H3K9me3 (DTKO, weak)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0E8A283-421F-B9F2-31BB-4A60A2CED00B}"/>
                </a:ext>
              </a:extLst>
            </p:cNvPr>
            <p:cNvSpPr txBox="1"/>
            <p:nvPr/>
          </p:nvSpPr>
          <p:spPr>
            <a:xfrm>
              <a:off x="-3248632" y="3676064"/>
              <a:ext cx="2727932" cy="6463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(constitutive)</a:t>
              </a:r>
            </a:p>
            <a:p>
              <a:r>
                <a:rPr lang="en-GB" sz="1200" dirty="0"/>
                <a:t>H2AK119ub1 (DTKO, strong)</a:t>
              </a:r>
            </a:p>
            <a:p>
              <a:r>
                <a:rPr lang="en-GB" sz="1200" dirty="0"/>
                <a:t>H3K9me3 (DTKO, weak)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BFA737B-7C20-EB07-6649-29A9713D5660}"/>
                </a:ext>
              </a:extLst>
            </p:cNvPr>
            <p:cNvSpPr txBox="1"/>
            <p:nvPr/>
          </p:nvSpPr>
          <p:spPr>
            <a:xfrm>
              <a:off x="-3252298" y="4309695"/>
              <a:ext cx="2727932" cy="6463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(constitutive)</a:t>
              </a:r>
            </a:p>
            <a:p>
              <a:r>
                <a:rPr lang="en-GB" sz="1200" b="1" dirty="0"/>
                <a:t>H2AK119ub1 </a:t>
              </a:r>
              <a:r>
                <a:rPr lang="en-GB" sz="1200" dirty="0"/>
                <a:t>(medium in WT,  TTKO &amp; EZKOc14) (strong in DTKO &amp; EKOc15)</a:t>
              </a:r>
              <a:endParaRPr lang="en-US" sz="12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AF382F0-3EC6-B5A1-3B47-F56D05EE8F1D}"/>
                </a:ext>
              </a:extLst>
            </p:cNvPr>
            <p:cNvSpPr txBox="1"/>
            <p:nvPr/>
          </p:nvSpPr>
          <p:spPr>
            <a:xfrm>
              <a:off x="-3255964" y="4908792"/>
              <a:ext cx="2727932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H3K27me3 (DTKO</a:t>
              </a:r>
              <a:r>
                <a:rPr lang="en-GB" sz="1200" dirty="0"/>
                <a:t> strong, TTKO weak)</a:t>
              </a:r>
            </a:p>
            <a:p>
              <a:r>
                <a:rPr lang="en-GB" sz="1200" b="1" dirty="0"/>
                <a:t>H2AK119ub1 (DTKO </a:t>
              </a:r>
              <a:r>
                <a:rPr lang="en-GB" sz="1200" dirty="0"/>
                <a:t>strong)</a:t>
              </a:r>
              <a:endParaRPr lang="en-US" sz="12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786D343-EBBB-D088-33B7-13D8720CFA1D}"/>
                </a:ext>
              </a:extLst>
            </p:cNvPr>
            <p:cNvSpPr txBox="1"/>
            <p:nvPr/>
          </p:nvSpPr>
          <p:spPr>
            <a:xfrm>
              <a:off x="-3255964" y="5429431"/>
              <a:ext cx="2727932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H2AK119ub1 (DTKO</a:t>
              </a:r>
              <a:r>
                <a:rPr lang="en-GB" sz="1200" dirty="0"/>
                <a:t>, EKOc15 middle)</a:t>
              </a:r>
              <a:endParaRPr lang="en-US" sz="12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3CF13A3-881C-1579-4458-02DDF25DB9FC}"/>
                </a:ext>
              </a:extLst>
            </p:cNvPr>
            <p:cNvSpPr txBox="1"/>
            <p:nvPr/>
          </p:nvSpPr>
          <p:spPr>
            <a:xfrm>
              <a:off x="-3217271" y="5945837"/>
              <a:ext cx="2727932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Background (all marks low)</a:t>
              </a:r>
              <a:endParaRPr lang="en-US" sz="12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103640A-986A-F344-DB24-B022E6C3250A}"/>
                </a:ext>
              </a:extLst>
            </p:cNvPr>
            <p:cNvSpPr txBox="1"/>
            <p:nvPr/>
          </p:nvSpPr>
          <p:spPr>
            <a:xfrm>
              <a:off x="-3182186" y="6400149"/>
              <a:ext cx="2727932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H3K9me3 (constitutive</a:t>
              </a:r>
              <a:r>
                <a:rPr lang="en-GB" sz="1200" dirty="0"/>
                <a:t>)</a:t>
              </a:r>
            </a:p>
            <a:p>
              <a:r>
                <a:rPr lang="en-GB" sz="1200" dirty="0"/>
                <a:t>H3K27me3 (weak)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A0E9088-9214-88B7-CCC7-61388BE4676D}"/>
              </a:ext>
            </a:extLst>
          </p:cNvPr>
          <p:cNvGrpSpPr/>
          <p:nvPr/>
        </p:nvGrpSpPr>
        <p:grpSpPr>
          <a:xfrm>
            <a:off x="3584275" y="1045454"/>
            <a:ext cx="5305017" cy="4880616"/>
            <a:chOff x="2678333" y="740349"/>
            <a:chExt cx="5305017" cy="4880616"/>
          </a:xfrm>
        </p:grpSpPr>
        <p:pic>
          <p:nvPicPr>
            <p:cNvPr id="3" name="Picture 2" descr="A chart of different colors&#10;&#10;AI-generated content may be incorrect.">
              <a:extLst>
                <a:ext uri="{FF2B5EF4-FFF2-40B4-BE49-F238E27FC236}">
                  <a16:creationId xmlns:a16="http://schemas.microsoft.com/office/drawing/2014/main" id="{8180E951-4EBC-7413-69A0-030A6F9EF2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78333" y="740349"/>
              <a:ext cx="5305017" cy="4880616"/>
            </a:xfrm>
            <a:prstGeom prst="rect">
              <a:avLst/>
            </a:prstGeom>
          </p:spPr>
        </p:pic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61B196F-8E26-68E1-F2ED-82D3EBEB5492}"/>
                </a:ext>
              </a:extLst>
            </p:cNvPr>
            <p:cNvSpPr/>
            <p:nvPr/>
          </p:nvSpPr>
          <p:spPr>
            <a:xfrm>
              <a:off x="5400674" y="1057927"/>
              <a:ext cx="352425" cy="37731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243801D-E6F4-8A2A-31B3-83BDF9B9633B}"/>
                </a:ext>
              </a:extLst>
            </p:cNvPr>
            <p:cNvSpPr/>
            <p:nvPr/>
          </p:nvSpPr>
          <p:spPr>
            <a:xfrm rot="16200000">
              <a:off x="2930871" y="3541688"/>
              <a:ext cx="352425" cy="37500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8315683-EA56-EE06-A800-9836FC5280F5}"/>
                </a:ext>
              </a:extLst>
            </p:cNvPr>
            <p:cNvSpPr/>
            <p:nvPr/>
          </p:nvSpPr>
          <p:spPr>
            <a:xfrm>
              <a:off x="4709940" y="1057927"/>
              <a:ext cx="1081259" cy="1790358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2D0F3D7-3865-5EE7-3D8B-DFE4E01CEEDE}"/>
                </a:ext>
              </a:extLst>
            </p:cNvPr>
            <p:cNvSpPr/>
            <p:nvPr/>
          </p:nvSpPr>
          <p:spPr>
            <a:xfrm rot="16200000">
              <a:off x="3271665" y="2496202"/>
              <a:ext cx="1081259" cy="1790358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A1EDD3D7-C627-802B-C7CA-0458AAC1CF88}"/>
              </a:ext>
            </a:extLst>
          </p:cNvPr>
          <p:cNvSpPr/>
          <p:nvPr/>
        </p:nvSpPr>
        <p:spPr>
          <a:xfrm rot="5400000">
            <a:off x="9736320" y="2196084"/>
            <a:ext cx="1736993" cy="310419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C5DDE8E-B647-5E5F-6EFA-06583572114B}"/>
              </a:ext>
            </a:extLst>
          </p:cNvPr>
          <p:cNvSpPr/>
          <p:nvPr/>
        </p:nvSpPr>
        <p:spPr>
          <a:xfrm rot="5400000">
            <a:off x="10276560" y="2754961"/>
            <a:ext cx="617821" cy="30655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0055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6096B0-CF07-EE74-A976-0B329DADAE64}"/>
              </a:ext>
            </a:extLst>
          </p:cNvPr>
          <p:cNvSpPr txBox="1"/>
          <p:nvPr/>
        </p:nvSpPr>
        <p:spPr>
          <a:xfrm>
            <a:off x="5544457" y="377371"/>
            <a:ext cx="21085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+mj-lt"/>
              </a:rPr>
              <a:t>Expected states</a:t>
            </a:r>
            <a:endParaRPr lang="en-US" sz="24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6C413B-B777-4A82-B898-3E8A7FFF64BD}"/>
              </a:ext>
            </a:extLst>
          </p:cNvPr>
          <p:cNvSpPr txBox="1"/>
          <p:nvPr/>
        </p:nvSpPr>
        <p:spPr>
          <a:xfrm>
            <a:off x="1393371" y="1166842"/>
            <a:ext cx="802636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 fontAlgn="ctr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effectLst/>
              </a:rPr>
              <a:t>A. Canonical </a:t>
            </a:r>
            <a:r>
              <a:rPr lang="en-US" b="1" dirty="0" err="1">
                <a:effectLst/>
              </a:rPr>
              <a:t>Polycomb</a:t>
            </a:r>
            <a:r>
              <a:rPr lang="en-US" b="1" dirty="0">
                <a:effectLst/>
              </a:rPr>
              <a:t> Domains (developmentally regulated genes)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effectLst/>
              </a:rPr>
              <a:t>H3K27me3 and H2AK119ub1</a:t>
            </a:r>
            <a:r>
              <a:rPr lang="en-US" dirty="0">
                <a:effectLst/>
              </a:rPr>
              <a:t> have high emission probabilities, while H3K9me3 is 0. 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</a:endParaRPr>
          </a:p>
          <a:p>
            <a:pPr rtl="0" fontAlgn="ctr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B. </a:t>
            </a:r>
            <a:r>
              <a:rPr lang="en-US" b="1" dirty="0">
                <a:effectLst/>
              </a:rPr>
              <a:t>Non-canonical PRC1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effectLst/>
              </a:rPr>
              <a:t>H2AK119ub1 is high</a:t>
            </a:r>
            <a:r>
              <a:rPr lang="en-US" dirty="0">
                <a:effectLst/>
              </a:rPr>
              <a:t>, but </a:t>
            </a:r>
            <a:r>
              <a:rPr lang="en-GB" dirty="0">
                <a:effectLst/>
              </a:rPr>
              <a:t>H3K27me3 is low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srgbClr val="FF0000"/>
                </a:solidFill>
              </a:rPr>
              <a:t>Missing! </a:t>
            </a:r>
            <a:endParaRPr lang="en-US" dirty="0">
              <a:solidFill>
                <a:srgbClr val="FF0000"/>
              </a:solidFill>
              <a:effectLst/>
            </a:endParaRPr>
          </a:p>
          <a:p>
            <a:pPr fontAlgn="ctr"/>
            <a:endParaRPr lang="en-US" dirty="0"/>
          </a:p>
          <a:p>
            <a:pPr fontAlgn="ctr"/>
            <a:r>
              <a:rPr lang="en-US" b="1" dirty="0"/>
              <a:t>C. Only PRC2 for absolute boundaries of </a:t>
            </a:r>
            <a:r>
              <a:rPr lang="en-US" b="1" dirty="0" err="1"/>
              <a:t>Polycomb</a:t>
            </a:r>
            <a:r>
              <a:rPr lang="en-US" b="1" dirty="0"/>
              <a:t> domains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H3K27me3 </a:t>
            </a:r>
            <a:r>
              <a:rPr lang="en-US" dirty="0">
                <a:effectLst/>
              </a:rPr>
              <a:t>is high but H2AK119ub1 is low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</a:endParaRPr>
          </a:p>
          <a:p>
            <a:pPr rtl="0" fontAlgn="ctr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effectLst/>
              </a:rPr>
              <a:t>D. Constitutive Heterochromatin: repetitive elements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effectLst/>
              </a:rPr>
              <a:t>H3K9me3 is highly saturated </a:t>
            </a:r>
            <a:r>
              <a:rPr lang="en-US" dirty="0">
                <a:effectLst/>
              </a:rPr>
              <a:t>while H3K27me3 and H2AK119ub1 are 0.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F0000"/>
                </a:solidFill>
              </a:rPr>
              <a:t>Not really… Some </a:t>
            </a:r>
            <a:r>
              <a:rPr lang="en-US" dirty="0" err="1">
                <a:solidFill>
                  <a:srgbClr val="FF0000"/>
                </a:solidFill>
              </a:rPr>
              <a:t>Polycomb</a:t>
            </a:r>
            <a:r>
              <a:rPr lang="en-US" dirty="0">
                <a:solidFill>
                  <a:srgbClr val="FF0000"/>
                </a:solidFill>
              </a:rPr>
              <a:t> signal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C. Background</a:t>
            </a:r>
            <a:r>
              <a:rPr lang="en-US" dirty="0"/>
              <a:t>: no marks</a:t>
            </a:r>
            <a:endParaRPr lang="en-US" dirty="0">
              <a:effectLst/>
            </a:endParaRP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E41AD3-E492-FE0F-1AC1-E9164E60EE98}"/>
              </a:ext>
            </a:extLst>
          </p:cNvPr>
          <p:cNvSpPr txBox="1"/>
          <p:nvPr/>
        </p:nvSpPr>
        <p:spPr>
          <a:xfrm>
            <a:off x="4726476" y="6018963"/>
            <a:ext cx="3744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Refine the </a:t>
            </a:r>
            <a:r>
              <a:rPr lang="en-GB" b="1" dirty="0" err="1">
                <a:solidFill>
                  <a:srgbClr val="FF0000"/>
                </a:solidFill>
              </a:rPr>
              <a:t>thersholds</a:t>
            </a:r>
            <a:r>
              <a:rPr lang="en-GB" b="1" dirty="0">
                <a:solidFill>
                  <a:srgbClr val="FF0000"/>
                </a:solidFill>
              </a:rPr>
              <a:t> for binarization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5858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4D9FA8-9E0E-F228-8C49-D2F0E1CD0D54}"/>
              </a:ext>
            </a:extLst>
          </p:cNvPr>
          <p:cNvSpPr txBox="1"/>
          <p:nvPr/>
        </p:nvSpPr>
        <p:spPr>
          <a:xfrm>
            <a:off x="1516538" y="157364"/>
            <a:ext cx="94678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i="0" dirty="0">
                <a:solidFill>
                  <a:srgbClr val="373A3C"/>
                </a:solidFill>
                <a:effectLst/>
                <a:latin typeface="+mj-lt"/>
              </a:rPr>
              <a:t>New </a:t>
            </a:r>
            <a:r>
              <a:rPr lang="en-US" sz="3200" i="0" dirty="0" err="1">
                <a:solidFill>
                  <a:srgbClr val="373A3C"/>
                </a:solidFill>
                <a:effectLst/>
                <a:latin typeface="+mj-lt"/>
              </a:rPr>
              <a:t>chromhmm</a:t>
            </a:r>
            <a:r>
              <a:rPr lang="en-US" sz="3200" i="0" dirty="0">
                <a:solidFill>
                  <a:srgbClr val="373A3C"/>
                </a:solidFill>
                <a:effectLst/>
                <a:latin typeface="+mj-lt"/>
              </a:rPr>
              <a:t>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600CCB-6626-1B59-514F-C492B89A99D5}"/>
              </a:ext>
            </a:extLst>
          </p:cNvPr>
          <p:cNvSpPr txBox="1"/>
          <p:nvPr/>
        </p:nvSpPr>
        <p:spPr>
          <a:xfrm>
            <a:off x="2558485" y="826400"/>
            <a:ext cx="75705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i="0" dirty="0">
                <a:solidFill>
                  <a:srgbClr val="373A3C"/>
                </a:solidFill>
                <a:effectLst/>
              </a:rPr>
              <a:t>Model redefined in order to integrate the EKO split threshold in the initial </a:t>
            </a:r>
            <a:r>
              <a:rPr lang="en-US" dirty="0" err="1">
                <a:solidFill>
                  <a:srgbClr val="373A3C"/>
                </a:solidFill>
              </a:rPr>
              <a:t>C</a:t>
            </a:r>
            <a:r>
              <a:rPr lang="en-US" b="0" i="0" dirty="0" err="1">
                <a:solidFill>
                  <a:srgbClr val="373A3C"/>
                </a:solidFill>
                <a:effectLst/>
              </a:rPr>
              <a:t>hromHMM</a:t>
            </a:r>
            <a:r>
              <a:rPr lang="en-US" b="0" i="0" dirty="0">
                <a:solidFill>
                  <a:srgbClr val="373A3C"/>
                </a:solidFill>
                <a:effectLst/>
              </a:rPr>
              <a:t> analysis and improve state identification</a:t>
            </a:r>
            <a:endParaRPr lang="en-US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D18DD0C-5483-180E-D38D-819BA35270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814" y="1747458"/>
            <a:ext cx="8402517" cy="35737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4B6AD8-C66A-E8AF-181E-479D613E5052}"/>
              </a:ext>
            </a:extLst>
          </p:cNvPr>
          <p:cNvSpPr txBox="1"/>
          <p:nvPr/>
        </p:nvSpPr>
        <p:spPr>
          <a:xfrm>
            <a:off x="10211473" y="3045883"/>
            <a:ext cx="49564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5</a:t>
            </a:r>
          </a:p>
          <a:p>
            <a:r>
              <a:rPr lang="en-GB" sz="2400" dirty="0"/>
              <a:t>8</a:t>
            </a:r>
          </a:p>
          <a:p>
            <a:r>
              <a:rPr lang="en-GB" sz="2400" dirty="0"/>
              <a:t>10</a:t>
            </a:r>
          </a:p>
          <a:p>
            <a:r>
              <a:rPr lang="en-GB" sz="2400" dirty="0"/>
              <a:t>7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2D1582-E950-682E-5C2D-DDC3792A8A46}"/>
              </a:ext>
            </a:extLst>
          </p:cNvPr>
          <p:cNvSpPr txBox="1"/>
          <p:nvPr/>
        </p:nvSpPr>
        <p:spPr>
          <a:xfrm>
            <a:off x="10191436" y="2409346"/>
            <a:ext cx="651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500</a:t>
            </a:r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48F48E-2C31-A6B2-0048-F17B0BE77A21}"/>
              </a:ext>
            </a:extLst>
          </p:cNvPr>
          <p:cNvSpPr txBox="1"/>
          <p:nvPr/>
        </p:nvSpPr>
        <p:spPr>
          <a:xfrm>
            <a:off x="10129030" y="1767052"/>
            <a:ext cx="204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Original parameters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65E1CF-94B5-A64D-2B06-112E138081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86001" y="1043733"/>
            <a:ext cx="6957663" cy="477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2684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number of different colored squares&#10;&#10;AI-generated content may be incorrect.">
            <a:extLst>
              <a:ext uri="{FF2B5EF4-FFF2-40B4-BE49-F238E27FC236}">
                <a16:creationId xmlns:a16="http://schemas.microsoft.com/office/drawing/2014/main" id="{9D519479-D89D-838A-0EB3-DBB05FE7A0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94" y="723014"/>
            <a:ext cx="8775782" cy="5220586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A4C4700-28F7-A4E3-9FB4-31E8D4DD0935}"/>
              </a:ext>
            </a:extLst>
          </p:cNvPr>
          <p:cNvGrpSpPr/>
          <p:nvPr/>
        </p:nvGrpSpPr>
        <p:grpSpPr>
          <a:xfrm>
            <a:off x="9103752" y="94162"/>
            <a:ext cx="3212483" cy="6638680"/>
            <a:chOff x="-862687" y="388543"/>
            <a:chExt cx="3212483" cy="663868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B7A0785-5814-D8DB-5CCA-972C40037842}"/>
                </a:ext>
              </a:extLst>
            </p:cNvPr>
            <p:cNvSpPr txBox="1"/>
            <p:nvPr/>
          </p:nvSpPr>
          <p:spPr>
            <a:xfrm>
              <a:off x="-96252" y="433137"/>
              <a:ext cx="2146742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H2AK119ub1 in DTKO (&amp; EKO c15)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A8DBEE9-1434-62EA-79BF-AE3969F2C91E}"/>
                </a:ext>
              </a:extLst>
            </p:cNvPr>
            <p:cNvSpPr txBox="1"/>
            <p:nvPr/>
          </p:nvSpPr>
          <p:spPr>
            <a:xfrm>
              <a:off x="-96253" y="1004773"/>
              <a:ext cx="2250937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H3K27me3 in DTKO (&amp; TTKO, &amp; WT)</a:t>
              </a:r>
            </a:p>
            <a:p>
              <a:r>
                <a:rPr lang="en-GB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H2AK119ub1 in DTKO &amp; EKO c15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BA11ED3-DFF7-CA98-C02F-B8561B9A6A3F}"/>
                </a:ext>
              </a:extLst>
            </p:cNvPr>
            <p:cNvSpPr txBox="1"/>
            <p:nvPr/>
          </p:nvSpPr>
          <p:spPr>
            <a:xfrm>
              <a:off x="-96252" y="1520989"/>
              <a:ext cx="2446048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GB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H3K27me3 in DTKO (&amp; TTKO, &amp; WT) H2AK119ub1 in DTKO &amp; EKO c15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5469BF1-D119-BF97-4ED3-4C347E34F78D}"/>
                </a:ext>
              </a:extLst>
            </p:cNvPr>
            <p:cNvSpPr txBox="1"/>
            <p:nvPr/>
          </p:nvSpPr>
          <p:spPr>
            <a:xfrm>
              <a:off x="-96254" y="2068953"/>
              <a:ext cx="1861407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H3K27me3 in DTKO (&amp; TTKO)</a:t>
              </a:r>
            </a:p>
            <a:p>
              <a:r>
                <a:rPr lang="en-GB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H2AK119ub1 in DTKO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E221198-CFA3-EC72-5DE0-7F0C76493621}"/>
                </a:ext>
              </a:extLst>
            </p:cNvPr>
            <p:cNvSpPr txBox="1"/>
            <p:nvPr/>
          </p:nvSpPr>
          <p:spPr>
            <a:xfrm>
              <a:off x="-96255" y="2686755"/>
              <a:ext cx="186140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H3K27me3 in DTKO (&amp; TTKO)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FDDEAB6-9E38-957F-6299-8D1C6CE2893A}"/>
                </a:ext>
              </a:extLst>
            </p:cNvPr>
            <p:cNvSpPr txBox="1"/>
            <p:nvPr/>
          </p:nvSpPr>
          <p:spPr>
            <a:xfrm>
              <a:off x="-96255" y="4978483"/>
              <a:ext cx="157767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H2AK119ub1 in EKO c15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83E4CB1-9CA8-BD97-6C33-EE551B84AAF8}"/>
                </a:ext>
              </a:extLst>
            </p:cNvPr>
            <p:cNvSpPr txBox="1"/>
            <p:nvPr/>
          </p:nvSpPr>
          <p:spPr>
            <a:xfrm>
              <a:off x="-96255" y="6100229"/>
              <a:ext cx="1237839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H3K9me3 in DTKO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43A9051-75C9-FF26-817C-1CB05162DB3C}"/>
                </a:ext>
              </a:extLst>
            </p:cNvPr>
            <p:cNvSpPr txBox="1"/>
            <p:nvPr/>
          </p:nvSpPr>
          <p:spPr>
            <a:xfrm>
              <a:off x="-94505" y="5527916"/>
              <a:ext cx="86273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Background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B3F82C8-4BF2-C071-06B9-C8B90363FF23}"/>
                </a:ext>
              </a:extLst>
            </p:cNvPr>
            <p:cNvSpPr txBox="1"/>
            <p:nvPr/>
          </p:nvSpPr>
          <p:spPr>
            <a:xfrm>
              <a:off x="-96255" y="3274974"/>
              <a:ext cx="173316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H3K27me3 in TTKO (&amp; WT)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0593675-F396-0459-4FDF-020954A34560}"/>
                </a:ext>
              </a:extLst>
            </p:cNvPr>
            <p:cNvSpPr txBox="1"/>
            <p:nvPr/>
          </p:nvSpPr>
          <p:spPr>
            <a:xfrm>
              <a:off x="-77270" y="6665160"/>
              <a:ext cx="131638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H3K9me3 canonical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1DB40BC-4E93-EA93-4E02-1237C4888286}"/>
                </a:ext>
              </a:extLst>
            </p:cNvPr>
            <p:cNvSpPr txBox="1"/>
            <p:nvPr/>
          </p:nvSpPr>
          <p:spPr>
            <a:xfrm>
              <a:off x="-96255" y="4368737"/>
              <a:ext cx="1771639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H2AK119ub1 non-canonical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ADB72E-8FEA-D018-59D9-68C800B799FC}"/>
                </a:ext>
              </a:extLst>
            </p:cNvPr>
            <p:cNvSpPr txBox="1"/>
            <p:nvPr/>
          </p:nvSpPr>
          <p:spPr>
            <a:xfrm>
              <a:off x="-96255" y="3838021"/>
              <a:ext cx="2332690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H3K27me3 &amp; H2AK119ub1 canonical 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EFE1B55-165B-2AA6-9A56-3DF0941A65FE}"/>
                </a:ext>
              </a:extLst>
            </p:cNvPr>
            <p:cNvGrpSpPr/>
            <p:nvPr/>
          </p:nvGrpSpPr>
          <p:grpSpPr>
            <a:xfrm>
              <a:off x="-862687" y="388543"/>
              <a:ext cx="822025" cy="6638680"/>
              <a:chOff x="-1085980" y="303479"/>
              <a:chExt cx="822025" cy="6638680"/>
            </a:xfrm>
          </p:grpSpPr>
          <p:pic>
            <p:nvPicPr>
              <p:cNvPr id="17" name="Picture 16" descr="A close-up of a color chart&#10;&#10;AI-generated content may be incorrect.">
                <a:extLst>
                  <a:ext uri="{FF2B5EF4-FFF2-40B4-BE49-F238E27FC236}">
                    <a16:creationId xmlns:a16="http://schemas.microsoft.com/office/drawing/2014/main" id="{77C1FD20-F775-E3BE-C2AA-40EFF3D449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9505" t="4273" r="36451" b="7012"/>
              <a:stretch/>
            </p:blipFill>
            <p:spPr>
              <a:xfrm>
                <a:off x="-1085980" y="318977"/>
                <a:ext cx="492372" cy="6623182"/>
              </a:xfrm>
              <a:prstGeom prst="rect">
                <a:avLst/>
              </a:prstGeom>
            </p:spPr>
          </p:pic>
          <p:pic>
            <p:nvPicPr>
              <p:cNvPr id="18" name="Picture 17" descr="A close-up of a color chart&#10;&#10;AI-generated content may be incorrect.">
                <a:extLst>
                  <a:ext uri="{FF2B5EF4-FFF2-40B4-BE49-F238E27FC236}">
                    <a16:creationId xmlns:a16="http://schemas.microsoft.com/office/drawing/2014/main" id="{EE2B8CD6-FC46-EA79-0DA1-74CFDE334A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4994" t="4905" r="31800" b="6380"/>
              <a:stretch/>
            </p:blipFill>
            <p:spPr>
              <a:xfrm>
                <a:off x="-654298" y="303479"/>
                <a:ext cx="390343" cy="6623182"/>
              </a:xfrm>
              <a:prstGeom prst="rect">
                <a:avLst/>
              </a:prstGeom>
            </p:spPr>
          </p:pic>
        </p:grp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B0673E5F-EBBD-BE19-B8F4-E7AC65150E40}"/>
              </a:ext>
            </a:extLst>
          </p:cNvPr>
          <p:cNvSpPr txBox="1"/>
          <p:nvPr/>
        </p:nvSpPr>
        <p:spPr>
          <a:xfrm rot="16200000">
            <a:off x="11365052" y="1228927"/>
            <a:ext cx="2037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err="1"/>
              <a:t>Polycomb</a:t>
            </a:r>
            <a:r>
              <a:rPr lang="en-GB" sz="1600" dirty="0"/>
              <a:t> in DTKO</a:t>
            </a:r>
            <a:endParaRPr lang="en-US" sz="16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555F69-1E4B-B473-3323-BB5527AB8398}"/>
              </a:ext>
            </a:extLst>
          </p:cNvPr>
          <p:cNvCxnSpPr>
            <a:cxnSpLocks/>
          </p:cNvCxnSpPr>
          <p:nvPr/>
        </p:nvCxnSpPr>
        <p:spPr>
          <a:xfrm>
            <a:off x="12246949" y="5656368"/>
            <a:ext cx="0" cy="10764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71D9B0A-72E5-0C68-E99E-0D51B31C3914}"/>
              </a:ext>
            </a:extLst>
          </p:cNvPr>
          <p:cNvSpPr txBox="1"/>
          <p:nvPr/>
        </p:nvSpPr>
        <p:spPr>
          <a:xfrm rot="16200000">
            <a:off x="11808774" y="5921106"/>
            <a:ext cx="12539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H3K9me3</a:t>
            </a:r>
            <a:endParaRPr lang="en-US" sz="16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39A3B53-F234-B882-BB45-C675A4C121B8}"/>
              </a:ext>
            </a:extLst>
          </p:cNvPr>
          <p:cNvCxnSpPr>
            <a:cxnSpLocks/>
          </p:cNvCxnSpPr>
          <p:nvPr/>
        </p:nvCxnSpPr>
        <p:spPr>
          <a:xfrm>
            <a:off x="12240015" y="3028232"/>
            <a:ext cx="0" cy="20922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F4EA56F-645C-C80E-B4DD-FD0430A39F59}"/>
              </a:ext>
            </a:extLst>
          </p:cNvPr>
          <p:cNvSpPr txBox="1"/>
          <p:nvPr/>
        </p:nvSpPr>
        <p:spPr>
          <a:xfrm rot="16200000">
            <a:off x="11602580" y="3737240"/>
            <a:ext cx="1793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H2AK119ub1 &amp;</a:t>
            </a:r>
          </a:p>
          <a:p>
            <a:r>
              <a:rPr lang="en-GB" sz="1600" dirty="0"/>
              <a:t> H3K27me3</a:t>
            </a:r>
            <a:endParaRPr lang="en-US" sz="16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0B32DEE-C435-0F1A-39CD-0C9727DBA845}"/>
              </a:ext>
            </a:extLst>
          </p:cNvPr>
          <p:cNvCxnSpPr>
            <a:cxnSpLocks/>
          </p:cNvCxnSpPr>
          <p:nvPr/>
        </p:nvCxnSpPr>
        <p:spPr>
          <a:xfrm>
            <a:off x="12240015" y="61746"/>
            <a:ext cx="0" cy="28446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06022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820A7245-1EAC-A7A3-BD22-FCD2DD0E0E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49"/>
            <a:ext cx="9036667" cy="672509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E22C753-0873-E8BB-7223-ED60C8583254}"/>
              </a:ext>
            </a:extLst>
          </p:cNvPr>
          <p:cNvSpPr txBox="1"/>
          <p:nvPr/>
        </p:nvSpPr>
        <p:spPr>
          <a:xfrm rot="16200000">
            <a:off x="11365052" y="1228927"/>
            <a:ext cx="2037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err="1"/>
              <a:t>Polycomb</a:t>
            </a:r>
            <a:r>
              <a:rPr lang="en-GB" sz="1600" dirty="0"/>
              <a:t> in DTKO</a:t>
            </a:r>
            <a:endParaRPr lang="en-US" sz="1600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569C83B-AEEA-DC3B-ACAC-2D5E72DBD4A2}"/>
              </a:ext>
            </a:extLst>
          </p:cNvPr>
          <p:cNvCxnSpPr>
            <a:cxnSpLocks/>
          </p:cNvCxnSpPr>
          <p:nvPr/>
        </p:nvCxnSpPr>
        <p:spPr>
          <a:xfrm>
            <a:off x="12246949" y="5656368"/>
            <a:ext cx="0" cy="10764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BFF927E-9676-E6CA-D01F-418EE16DBA64}"/>
              </a:ext>
            </a:extLst>
          </p:cNvPr>
          <p:cNvSpPr txBox="1"/>
          <p:nvPr/>
        </p:nvSpPr>
        <p:spPr>
          <a:xfrm rot="16200000">
            <a:off x="11808774" y="5921106"/>
            <a:ext cx="12539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H3K9me3</a:t>
            </a:r>
            <a:endParaRPr lang="en-US" sz="1600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D06ED6B-392E-DD50-063F-D2215FAA097B}"/>
              </a:ext>
            </a:extLst>
          </p:cNvPr>
          <p:cNvCxnSpPr>
            <a:cxnSpLocks/>
          </p:cNvCxnSpPr>
          <p:nvPr/>
        </p:nvCxnSpPr>
        <p:spPr>
          <a:xfrm>
            <a:off x="12240015" y="3028232"/>
            <a:ext cx="0" cy="20922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CA97828-EE96-E526-4836-23B8B9053B89}"/>
              </a:ext>
            </a:extLst>
          </p:cNvPr>
          <p:cNvSpPr txBox="1"/>
          <p:nvPr/>
        </p:nvSpPr>
        <p:spPr>
          <a:xfrm rot="16200000">
            <a:off x="11602580" y="3737240"/>
            <a:ext cx="1793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H2AK119ub1 &amp;</a:t>
            </a:r>
          </a:p>
          <a:p>
            <a:r>
              <a:rPr lang="en-GB" sz="1600" dirty="0"/>
              <a:t> H3K27me3</a:t>
            </a:r>
            <a:endParaRPr lang="en-US" sz="16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A151986-278B-1BF3-248A-E18FD03EC410}"/>
              </a:ext>
            </a:extLst>
          </p:cNvPr>
          <p:cNvGrpSpPr/>
          <p:nvPr/>
        </p:nvGrpSpPr>
        <p:grpSpPr>
          <a:xfrm>
            <a:off x="9103752" y="94162"/>
            <a:ext cx="3212483" cy="6638680"/>
            <a:chOff x="-862687" y="388543"/>
            <a:chExt cx="3212483" cy="663868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88E6DE2-B68D-37C4-8808-6993F3C21871}"/>
                </a:ext>
              </a:extLst>
            </p:cNvPr>
            <p:cNvSpPr txBox="1"/>
            <p:nvPr/>
          </p:nvSpPr>
          <p:spPr>
            <a:xfrm>
              <a:off x="-96252" y="433137"/>
              <a:ext cx="2146742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H2AK119ub1 in DTKO (&amp; EKO c15)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A9DFD75-09CA-AC45-5645-00C95F741C24}"/>
                </a:ext>
              </a:extLst>
            </p:cNvPr>
            <p:cNvSpPr txBox="1"/>
            <p:nvPr/>
          </p:nvSpPr>
          <p:spPr>
            <a:xfrm>
              <a:off x="-96253" y="1004773"/>
              <a:ext cx="2250937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H3K27me3 in DTKO (&amp; TTKO, &amp; WT)</a:t>
              </a:r>
            </a:p>
            <a:p>
              <a:r>
                <a:rPr lang="en-GB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H2AK119ub1 in DTKO &amp; EKO c15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AA6D4FF-4FC1-E3DD-279F-A8F37020BD69}"/>
                </a:ext>
              </a:extLst>
            </p:cNvPr>
            <p:cNvSpPr txBox="1"/>
            <p:nvPr/>
          </p:nvSpPr>
          <p:spPr>
            <a:xfrm>
              <a:off x="-96252" y="1520989"/>
              <a:ext cx="2446048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GB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H3K27me3 in DTKO (&amp; TTKO, &amp; WT) H2AK119ub1 in DTKO &amp; EKO c15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055A0DB-FAC9-12E8-F5F5-9B1F2FBD8080}"/>
                </a:ext>
              </a:extLst>
            </p:cNvPr>
            <p:cNvSpPr txBox="1"/>
            <p:nvPr/>
          </p:nvSpPr>
          <p:spPr>
            <a:xfrm>
              <a:off x="-96254" y="2068953"/>
              <a:ext cx="1861407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H3K27me3 in DTKO (&amp; TTKO)</a:t>
              </a:r>
            </a:p>
            <a:p>
              <a:r>
                <a:rPr lang="en-GB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H2AK119ub1 in DTKO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E81A93C-C46A-552D-00FC-A401E9A12E38}"/>
                </a:ext>
              </a:extLst>
            </p:cNvPr>
            <p:cNvSpPr txBox="1"/>
            <p:nvPr/>
          </p:nvSpPr>
          <p:spPr>
            <a:xfrm>
              <a:off x="-96255" y="2686755"/>
              <a:ext cx="186140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H3K27me3 in DTKO (&amp; TTKO)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B9C77EF-6B40-1ED0-933D-991508D44191}"/>
                </a:ext>
              </a:extLst>
            </p:cNvPr>
            <p:cNvSpPr txBox="1"/>
            <p:nvPr/>
          </p:nvSpPr>
          <p:spPr>
            <a:xfrm>
              <a:off x="-96255" y="4978483"/>
              <a:ext cx="157767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H2AK119ub1 in EKO c15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A8A7EAA-E290-4B34-17FE-5036F983BEBE}"/>
                </a:ext>
              </a:extLst>
            </p:cNvPr>
            <p:cNvSpPr txBox="1"/>
            <p:nvPr/>
          </p:nvSpPr>
          <p:spPr>
            <a:xfrm>
              <a:off x="-96255" y="6100229"/>
              <a:ext cx="1237839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H3K9me3 in DTKO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A9CF33E-B505-0BB6-7F09-5144A85AEFE0}"/>
                </a:ext>
              </a:extLst>
            </p:cNvPr>
            <p:cNvSpPr txBox="1"/>
            <p:nvPr/>
          </p:nvSpPr>
          <p:spPr>
            <a:xfrm>
              <a:off x="-94505" y="5527916"/>
              <a:ext cx="86273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Background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53EE3EB-0E69-9672-B0E0-886DFF0AD41E}"/>
                </a:ext>
              </a:extLst>
            </p:cNvPr>
            <p:cNvSpPr txBox="1"/>
            <p:nvPr/>
          </p:nvSpPr>
          <p:spPr>
            <a:xfrm>
              <a:off x="-96255" y="3274974"/>
              <a:ext cx="173316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H3K27me3 in TTKO (&amp; WT)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DDBC1B3-FD1D-10EE-A724-AD7E568E9940}"/>
                </a:ext>
              </a:extLst>
            </p:cNvPr>
            <p:cNvSpPr txBox="1"/>
            <p:nvPr/>
          </p:nvSpPr>
          <p:spPr>
            <a:xfrm>
              <a:off x="-77270" y="6665160"/>
              <a:ext cx="131638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H3K9me3 canonical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E56CC69-8A6E-E3C6-CB77-CF118E234D20}"/>
                </a:ext>
              </a:extLst>
            </p:cNvPr>
            <p:cNvSpPr txBox="1"/>
            <p:nvPr/>
          </p:nvSpPr>
          <p:spPr>
            <a:xfrm>
              <a:off x="-96255" y="4368737"/>
              <a:ext cx="1771639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H2AK119ub1 non-canonical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9D6E8BE-33CC-1790-3E8E-10BE5EA00A79}"/>
                </a:ext>
              </a:extLst>
            </p:cNvPr>
            <p:cNvSpPr txBox="1"/>
            <p:nvPr/>
          </p:nvSpPr>
          <p:spPr>
            <a:xfrm>
              <a:off x="-96255" y="3838021"/>
              <a:ext cx="2332690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H3K27me3 &amp; H2AK119ub1 canonical </a:t>
              </a: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F94A620-9A19-1582-6A3F-8B55FC62E157}"/>
                </a:ext>
              </a:extLst>
            </p:cNvPr>
            <p:cNvGrpSpPr/>
            <p:nvPr/>
          </p:nvGrpSpPr>
          <p:grpSpPr>
            <a:xfrm>
              <a:off x="-862687" y="388543"/>
              <a:ext cx="822025" cy="6638680"/>
              <a:chOff x="-1085980" y="303479"/>
              <a:chExt cx="822025" cy="6638680"/>
            </a:xfrm>
          </p:grpSpPr>
          <p:pic>
            <p:nvPicPr>
              <p:cNvPr id="6" name="Picture 5" descr="A close-up of a color chart&#10;&#10;AI-generated content may be incorrect.">
                <a:extLst>
                  <a:ext uri="{FF2B5EF4-FFF2-40B4-BE49-F238E27FC236}">
                    <a16:creationId xmlns:a16="http://schemas.microsoft.com/office/drawing/2014/main" id="{97C9583D-37A6-24D5-8C08-8B9A2F5909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9505" t="4273" r="36451" b="7012"/>
              <a:stretch/>
            </p:blipFill>
            <p:spPr>
              <a:xfrm>
                <a:off x="-1085980" y="318977"/>
                <a:ext cx="492372" cy="6623182"/>
              </a:xfrm>
              <a:prstGeom prst="rect">
                <a:avLst/>
              </a:prstGeom>
            </p:spPr>
          </p:pic>
          <p:pic>
            <p:nvPicPr>
              <p:cNvPr id="34" name="Picture 33" descr="A close-up of a color chart&#10;&#10;AI-generated content may be incorrect.">
                <a:extLst>
                  <a:ext uri="{FF2B5EF4-FFF2-40B4-BE49-F238E27FC236}">
                    <a16:creationId xmlns:a16="http://schemas.microsoft.com/office/drawing/2014/main" id="{252793B4-4C62-8120-FF85-6E81DF2F68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4994" t="4905" r="31800" b="6380"/>
              <a:stretch/>
            </p:blipFill>
            <p:spPr>
              <a:xfrm>
                <a:off x="-654298" y="303479"/>
                <a:ext cx="390343" cy="6623182"/>
              </a:xfrm>
              <a:prstGeom prst="rect">
                <a:avLst/>
              </a:prstGeom>
            </p:spPr>
          </p:pic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5879622-3C17-FE96-9B05-853FDCB3DCCD}"/>
              </a:ext>
            </a:extLst>
          </p:cNvPr>
          <p:cNvCxnSpPr>
            <a:cxnSpLocks/>
          </p:cNvCxnSpPr>
          <p:nvPr/>
        </p:nvCxnSpPr>
        <p:spPr>
          <a:xfrm>
            <a:off x="12240015" y="61746"/>
            <a:ext cx="0" cy="28446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30955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CE68750D-5A2E-2E1B-B451-72F4D1BE91FE}"/>
              </a:ext>
            </a:extLst>
          </p:cNvPr>
          <p:cNvSpPr txBox="1"/>
          <p:nvPr/>
        </p:nvSpPr>
        <p:spPr>
          <a:xfrm>
            <a:off x="2598017" y="1495560"/>
            <a:ext cx="880535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E1, E2, E3 - EKO c15 behaves similarly to DTKO</a:t>
            </a:r>
          </a:p>
          <a:p>
            <a:endParaRPr lang="en-GB" dirty="0"/>
          </a:p>
          <a:p>
            <a:r>
              <a:rPr lang="en-GB" dirty="0"/>
              <a:t>E9 (E1, E2, E3) – EKO c15 is very different from c14, and more similar to DTKO</a:t>
            </a:r>
          </a:p>
          <a:p>
            <a:endParaRPr lang="en-GB" dirty="0"/>
          </a:p>
          <a:p>
            <a:r>
              <a:rPr lang="en-GB" dirty="0"/>
              <a:t>E1, E2, E3, E4, E5 – states belong almost exclusively to regions of </a:t>
            </a:r>
            <a:r>
              <a:rPr lang="en-GB" dirty="0" err="1"/>
              <a:t>Polycomb</a:t>
            </a:r>
            <a:r>
              <a:rPr lang="en-GB" dirty="0"/>
              <a:t> increase in DTKO</a:t>
            </a:r>
          </a:p>
          <a:p>
            <a:endParaRPr lang="en-GB" dirty="0"/>
          </a:p>
          <a:p>
            <a:r>
              <a:rPr lang="en-GB" dirty="0"/>
              <a:t>E6 - H3K27me3 acts as 5hmC in its absence to prevent 5mC widespread</a:t>
            </a:r>
          </a:p>
          <a:p>
            <a:endParaRPr lang="en-GB" dirty="0"/>
          </a:p>
          <a:p>
            <a:r>
              <a:rPr lang="en-GB" dirty="0"/>
              <a:t>E7 – </a:t>
            </a:r>
            <a:r>
              <a:rPr lang="en-GB" dirty="0" err="1"/>
              <a:t>Caonical</a:t>
            </a:r>
            <a:r>
              <a:rPr lang="en-GB" dirty="0"/>
              <a:t> </a:t>
            </a:r>
            <a:r>
              <a:rPr lang="en-GB" dirty="0" err="1"/>
              <a:t>Polycomb</a:t>
            </a:r>
            <a:r>
              <a:rPr lang="en-GB" dirty="0"/>
              <a:t> (H3K27me3 and H2ak119ub1)</a:t>
            </a:r>
          </a:p>
          <a:p>
            <a:endParaRPr lang="en-GB" dirty="0"/>
          </a:p>
          <a:p>
            <a:r>
              <a:rPr lang="en-GB" dirty="0"/>
              <a:t>E8 – non-canonical PRC1</a:t>
            </a:r>
          </a:p>
          <a:p>
            <a:endParaRPr lang="en-GB" dirty="0"/>
          </a:p>
          <a:p>
            <a:r>
              <a:rPr lang="en-GB" dirty="0"/>
              <a:t>E12 – Canonical H3K9me3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CFBED9-67C4-F5D1-0371-62EF173617C7}"/>
              </a:ext>
            </a:extLst>
          </p:cNvPr>
          <p:cNvSpPr txBox="1"/>
          <p:nvPr/>
        </p:nvSpPr>
        <p:spPr>
          <a:xfrm>
            <a:off x="4641098" y="341509"/>
            <a:ext cx="31679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Conclusions from new model</a:t>
            </a:r>
            <a:endParaRPr lang="en-US" sz="2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29834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9942EEE1-BD9E-9992-BBE3-FC2FBADCC4AE}"/>
              </a:ext>
            </a:extLst>
          </p:cNvPr>
          <p:cNvSpPr txBox="1"/>
          <p:nvPr/>
        </p:nvSpPr>
        <p:spPr>
          <a:xfrm>
            <a:off x="6657112" y="2491851"/>
            <a:ext cx="5411610" cy="36009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States changed:</a:t>
            </a:r>
          </a:p>
          <a:p>
            <a:r>
              <a:rPr lang="en-GB" sz="1600" dirty="0"/>
              <a:t>Lost - only PRC2 state (E6, E7)</a:t>
            </a:r>
          </a:p>
          <a:p>
            <a:r>
              <a:rPr lang="en-GB" sz="1600" dirty="0"/>
              <a:t>Lost - (E2) H3K27me3 in TTKO together with H3K9me3 in DTKO</a:t>
            </a:r>
          </a:p>
          <a:p>
            <a:endParaRPr lang="en-GB" sz="1600" dirty="0"/>
          </a:p>
          <a:p>
            <a:r>
              <a:rPr lang="en-GB" sz="1600" dirty="0"/>
              <a:t>Gained – (E8) non-canonical H2AK119ub1</a:t>
            </a:r>
          </a:p>
          <a:p>
            <a:r>
              <a:rPr lang="en-GB" sz="1600" dirty="0"/>
              <a:t>Gained –(E9) H2AK119ub1 in EKO c15</a:t>
            </a:r>
          </a:p>
          <a:p>
            <a:endParaRPr lang="en-GB" sz="1600" dirty="0"/>
          </a:p>
          <a:p>
            <a:r>
              <a:rPr lang="en-GB" sz="1600" dirty="0"/>
              <a:t>We have lost worrying states… </a:t>
            </a:r>
          </a:p>
          <a:p>
            <a:r>
              <a:rPr lang="en-GB" sz="1600" dirty="0"/>
              <a:t>E4 – overlap of H3K9me3 with H3K27me3 in DTKO…</a:t>
            </a:r>
          </a:p>
          <a:p>
            <a:r>
              <a:rPr lang="en-GB" sz="1600" dirty="0"/>
              <a:t>E9 – overlap of H3K9me3 with H3K27me in WT…</a:t>
            </a:r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US" sz="16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6B668FB-6EA3-C245-7749-E0867DFF5B1F}"/>
              </a:ext>
            </a:extLst>
          </p:cNvPr>
          <p:cNvSpPr txBox="1"/>
          <p:nvPr/>
        </p:nvSpPr>
        <p:spPr>
          <a:xfrm>
            <a:off x="1026759" y="2491851"/>
            <a:ext cx="5221942" cy="2369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States maintained:</a:t>
            </a:r>
          </a:p>
          <a:p>
            <a:r>
              <a:rPr lang="en-US" sz="1600" dirty="0"/>
              <a:t>E8 – Canonical </a:t>
            </a:r>
            <a:r>
              <a:rPr lang="en-US" sz="1600" dirty="0" err="1"/>
              <a:t>Polycomb</a:t>
            </a:r>
            <a:r>
              <a:rPr lang="en-US" sz="1600" dirty="0"/>
              <a:t> (E7)</a:t>
            </a:r>
          </a:p>
          <a:p>
            <a:r>
              <a:rPr lang="en-US" sz="1600" dirty="0"/>
              <a:t>E12 – Canonical H3K9me3 (E12), cleaner now, no H3K27me3</a:t>
            </a:r>
          </a:p>
          <a:p>
            <a:r>
              <a:rPr lang="en-US" sz="1600" dirty="0"/>
              <a:t>E1 – H3K27me3 in TTKO &amp; WT, but diff clustering (E6)</a:t>
            </a:r>
          </a:p>
          <a:p>
            <a:r>
              <a:rPr lang="en-US" sz="1600" dirty="0"/>
              <a:t>E3 – H3K9me3 in DTKO (E11)</a:t>
            </a:r>
          </a:p>
          <a:p>
            <a:r>
              <a:rPr lang="en-US" sz="1600" dirty="0"/>
              <a:t>E9 – H3K27me3/H2AK119ub1 in DTKO (E2, E3, E4)</a:t>
            </a:r>
          </a:p>
          <a:p>
            <a:r>
              <a:rPr lang="en-US" sz="1600" dirty="0"/>
              <a:t>E5 – H3K27me3 in DTKO (&amp; TTKO) (E5)</a:t>
            </a:r>
          </a:p>
          <a:p>
            <a:r>
              <a:rPr lang="en-US" sz="1600" dirty="0"/>
              <a:t>E10 – H2AK119ub1 in DTKO and c15 (E1)</a:t>
            </a:r>
          </a:p>
          <a:p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CFBED9-67C4-F5D1-0371-62EF173617C7}"/>
              </a:ext>
            </a:extLst>
          </p:cNvPr>
          <p:cNvSpPr txBox="1"/>
          <p:nvPr/>
        </p:nvSpPr>
        <p:spPr>
          <a:xfrm>
            <a:off x="4352990" y="606204"/>
            <a:ext cx="37914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latin typeface="Candara Light" panose="020E0502030303020204" pitchFamily="34" charset="0"/>
              </a:rPr>
              <a:t>Differences between two models </a:t>
            </a:r>
            <a:endParaRPr lang="en-US" sz="2000" dirty="0">
              <a:latin typeface="Candara Light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6512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7D540D-7061-83C6-953D-247D0519B8C0}"/>
              </a:ext>
            </a:extLst>
          </p:cNvPr>
          <p:cNvSpPr txBox="1"/>
          <p:nvPr/>
        </p:nvSpPr>
        <p:spPr>
          <a:xfrm>
            <a:off x="5471885" y="391886"/>
            <a:ext cx="3135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+mj-lt"/>
              </a:rPr>
              <a:t>However…</a:t>
            </a:r>
            <a:endParaRPr lang="en-US" sz="28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89205D-1A63-F23C-295B-8376071BDAEE}"/>
              </a:ext>
            </a:extLst>
          </p:cNvPr>
          <p:cNvSpPr txBox="1"/>
          <p:nvPr/>
        </p:nvSpPr>
        <p:spPr>
          <a:xfrm>
            <a:off x="341085" y="1393370"/>
            <a:ext cx="1150982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It is highly discouraged to apply a hard fold-enrichment cutoff, which we are currently doing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fold enrichment parameter defaults to 0 and should be kept that way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hard threshold will filter out all the genomic bins that pass the statistical Poisson significance but do not reach the set threshold, potentially stripping away certain bins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Standard protocol relies on </a:t>
            </a:r>
            <a:r>
              <a:rPr lang="en-US" dirty="0" err="1"/>
              <a:t>ChomHMM’s</a:t>
            </a:r>
            <a:r>
              <a:rPr lang="en-US" dirty="0"/>
              <a:t> Poisson model to naturally evaluate the marks based on their calibrated sequencing depth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Iterations through the data allow the model to learn the states comparing the bins within each mark throughout the genome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C6269F-6E51-FE8D-F173-F0456FDAE16A}"/>
              </a:ext>
            </a:extLst>
          </p:cNvPr>
          <p:cNvSpPr txBox="1"/>
          <p:nvPr/>
        </p:nvSpPr>
        <p:spPr>
          <a:xfrm>
            <a:off x="3976914" y="5725886"/>
            <a:ext cx="357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Currently re-evaluating the model….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09266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CCE0D-161E-7F3D-9FE3-23F68F546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335" y="922800"/>
            <a:ext cx="11203329" cy="529280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1800" b="1" dirty="0"/>
              <a:t>Most of the chromatin changes occur in the DTKO with strong </a:t>
            </a:r>
            <a:r>
              <a:rPr lang="en-US" sz="1800" b="1" dirty="0"/>
              <a:t>H3K27me3 and H3K9me3 remodeling </a:t>
            </a:r>
          </a:p>
          <a:p>
            <a:r>
              <a:rPr lang="en-US" sz="1800" dirty="0"/>
              <a:t>DTKO-specific H3K27me3 + H3K9me3 enrichment (E1,2)</a:t>
            </a:r>
          </a:p>
          <a:p>
            <a:r>
              <a:rPr lang="en-US" sz="1800" dirty="0"/>
              <a:t>DTKO-specific H3K9me3 enrichment (only) (E3)</a:t>
            </a:r>
          </a:p>
          <a:p>
            <a:r>
              <a:rPr lang="en-US" sz="1800" dirty="0"/>
              <a:t>H2AK119ub1 follows H3K27me3 increase in DTKO in just some states (E7, E8, E9) but also shows a gain in the absence of increased H3K27me3 (E10).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EZKO KO does not lead to major remodeling of H3K9me3 and H2AK119ub1 marks:</a:t>
            </a:r>
          </a:p>
          <a:p>
            <a:r>
              <a:rPr lang="en-US" sz="1800" dirty="0"/>
              <a:t>EZHO KO clones shows some differences regarding H2AK119ub1 redistribution in c15, which behaves similar to DTKO in E8 &amp; E10</a:t>
            </a:r>
          </a:p>
          <a:p>
            <a:r>
              <a:rPr lang="en-US" sz="1800" dirty="0"/>
              <a:t>H2AK119ub1 remodeling in the absence of H3K27me3 is unclear:  c14 does not change (surprisingly), but c15 shows a gain in H2AK119ub1 in E8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TTKO cells only show some remodeling of H3K27me3 and H3K9me3:</a:t>
            </a:r>
          </a:p>
          <a:p>
            <a:r>
              <a:rPr lang="en-US" sz="1800" dirty="0"/>
              <a:t>E4, E5 (&amp; E9) shows some TTKO-specific H3K27me3 (absent in WT), together with strong H3K27me3 in DTKO</a:t>
            </a:r>
          </a:p>
          <a:p>
            <a:r>
              <a:rPr lang="en-US" sz="1800" dirty="0"/>
              <a:t>Weak H3K9me3-positive regions in WT cells show a strong increase of H3K27me3 in TTKO cells only (E1) and in TTKO &amp; DTKO cells (E2). </a:t>
            </a:r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5D3CBC-DEAF-A283-C593-03F9F1484652}"/>
              </a:ext>
            </a:extLst>
          </p:cNvPr>
          <p:cNvSpPr txBox="1"/>
          <p:nvPr/>
        </p:nvSpPr>
        <p:spPr>
          <a:xfrm>
            <a:off x="4774771" y="242285"/>
            <a:ext cx="29760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Summary – overall trends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23829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A8B73C-FC30-829C-5B3B-3C4CB3349A83}"/>
              </a:ext>
            </a:extLst>
          </p:cNvPr>
          <p:cNvSpPr txBox="1"/>
          <p:nvPr/>
        </p:nvSpPr>
        <p:spPr>
          <a:xfrm>
            <a:off x="1683658" y="362857"/>
            <a:ext cx="10113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+mj-lt"/>
              </a:rPr>
              <a:t>Chromatin states’ correlation to DNA methylation and transcriptional expression </a:t>
            </a:r>
            <a:endParaRPr lang="en-US" sz="24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0102BF-3B0A-29DE-34BC-62EA1D396430}"/>
              </a:ext>
            </a:extLst>
          </p:cNvPr>
          <p:cNvSpPr txBox="1"/>
          <p:nvPr/>
        </p:nvSpPr>
        <p:spPr>
          <a:xfrm>
            <a:off x="3330057" y="1051045"/>
            <a:ext cx="24220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DNA Methyltransferase </a:t>
            </a:r>
          </a:p>
          <a:p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Triple KO (DTKO)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5557D8-2112-91BD-3E19-15A76CAFC53C}"/>
              </a:ext>
            </a:extLst>
          </p:cNvPr>
          <p:cNvSpPr txBox="1"/>
          <p:nvPr/>
        </p:nvSpPr>
        <p:spPr>
          <a:xfrm>
            <a:off x="5793493" y="1079738"/>
            <a:ext cx="2092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TET Triple KO (TTKO)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37ED34-4E18-2C2E-1A8F-81948D48BB19}"/>
              </a:ext>
            </a:extLst>
          </p:cNvPr>
          <p:cNvSpPr txBox="1"/>
          <p:nvPr/>
        </p:nvSpPr>
        <p:spPr>
          <a:xfrm>
            <a:off x="8056856" y="1114523"/>
            <a:ext cx="1581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</a:rPr>
              <a:t>EZHO KO (EKO)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B3D381-579F-796C-17D6-A12F2188D9AA}"/>
              </a:ext>
            </a:extLst>
          </p:cNvPr>
          <p:cNvSpPr txBox="1"/>
          <p:nvPr/>
        </p:nvSpPr>
        <p:spPr>
          <a:xfrm>
            <a:off x="2491411" y="1069067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WT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48C589-9433-339A-D1FC-2F99D75DBCC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rcRect l="1669" t="31769" r="77127" b="47259"/>
          <a:stretch/>
        </p:blipFill>
        <p:spPr>
          <a:xfrm>
            <a:off x="1253210" y="4968589"/>
            <a:ext cx="2430742" cy="16828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52AC250-9103-11C0-E403-E6A5BD4D148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rcRect l="26506" t="35095" r="40722" b="48367"/>
          <a:stretch/>
        </p:blipFill>
        <p:spPr>
          <a:xfrm>
            <a:off x="4288204" y="5224302"/>
            <a:ext cx="3756931" cy="13270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9EB281-F9A1-74E0-D6A8-9F0D15F2F84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rcRect l="60551" t="31784" r="23135" b="45690"/>
          <a:stretch/>
        </p:blipFill>
        <p:spPr>
          <a:xfrm>
            <a:off x="8511754" y="4661714"/>
            <a:ext cx="1870167" cy="18074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CF57B4A-F603-E27B-761D-90879CF91495}"/>
              </a:ext>
            </a:extLst>
          </p:cNvPr>
          <p:cNvSpPr txBox="1"/>
          <p:nvPr/>
        </p:nvSpPr>
        <p:spPr>
          <a:xfrm>
            <a:off x="1954870" y="4237488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RNA-</a:t>
            </a:r>
            <a:r>
              <a:rPr lang="en-GB" dirty="0" err="1"/>
              <a:t>seq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603280-8451-9097-2BB5-BE365D860B19}"/>
              </a:ext>
            </a:extLst>
          </p:cNvPr>
          <p:cNvSpPr txBox="1"/>
          <p:nvPr/>
        </p:nvSpPr>
        <p:spPr>
          <a:xfrm>
            <a:off x="5558393" y="4277224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Cut&amp;Run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016E9D-8342-5F99-FD84-F6A7EED803A8}"/>
              </a:ext>
            </a:extLst>
          </p:cNvPr>
          <p:cNvSpPr txBox="1"/>
          <p:nvPr/>
        </p:nvSpPr>
        <p:spPr>
          <a:xfrm>
            <a:off x="8798122" y="4287463"/>
            <a:ext cx="1813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Oxford Nanopore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87A5A0A-D748-BFA2-0482-54B930D5A643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69" t="13621" r="36328" b="26593"/>
          <a:stretch/>
        </p:blipFill>
        <p:spPr>
          <a:xfrm>
            <a:off x="5486102" y="4700376"/>
            <a:ext cx="1123970" cy="41050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EDF4AF5-8671-D16D-D152-B8FBCE8393B1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9" t="13995" r="67618" b="26219"/>
          <a:stretch/>
        </p:blipFill>
        <p:spPr>
          <a:xfrm>
            <a:off x="5486102" y="5097704"/>
            <a:ext cx="1123970" cy="41050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50F6553-63D5-844B-1361-4D3EE995102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102" y="5429556"/>
            <a:ext cx="1087715" cy="479331"/>
          </a:xfrm>
          <a:prstGeom prst="rect">
            <a:avLst/>
          </a:prstGeom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25E83A58-887D-49DC-55C4-295500958D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5142" r="41495" b="20985"/>
          <a:stretch/>
        </p:blipFill>
        <p:spPr bwMode="auto">
          <a:xfrm>
            <a:off x="10659285" y="4676137"/>
            <a:ext cx="783529" cy="799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7EAA7761-924A-66BB-98A6-5897E9ACC9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5933" t="95" r="2375" b="20889"/>
          <a:stretch/>
        </p:blipFill>
        <p:spPr bwMode="auto">
          <a:xfrm>
            <a:off x="10668064" y="5601905"/>
            <a:ext cx="727449" cy="799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96ED244-401B-7E21-6380-D3D55E541CE7}"/>
              </a:ext>
            </a:extLst>
          </p:cNvPr>
          <p:cNvSpPr txBox="1"/>
          <p:nvPr/>
        </p:nvSpPr>
        <p:spPr>
          <a:xfrm>
            <a:off x="10043566" y="4999441"/>
            <a:ext cx="514885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accent6">
                    <a:lumMod val="75000"/>
                  </a:schemeClr>
                </a:solidFill>
              </a:rPr>
              <a:t>5mC</a:t>
            </a:r>
            <a:endParaRPr lang="en-US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2C984D-61F8-0C26-C8CC-30BFAB27C581}"/>
              </a:ext>
            </a:extLst>
          </p:cNvPr>
          <p:cNvSpPr txBox="1"/>
          <p:nvPr/>
        </p:nvSpPr>
        <p:spPr>
          <a:xfrm>
            <a:off x="10043566" y="5809999"/>
            <a:ext cx="609462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5hmC</a:t>
            </a:r>
            <a:endParaRPr lang="en-US" sz="1400" dirty="0">
              <a:solidFill>
                <a:srgbClr val="00B050"/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D135DE3-41DF-3A8D-0A6F-D4887E20515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/>
          <a:srcRect l="4914" t="24553" r="72593" b="42719"/>
          <a:stretch/>
        </p:blipFill>
        <p:spPr>
          <a:xfrm>
            <a:off x="2167393" y="1882042"/>
            <a:ext cx="1150096" cy="117145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93DC4C8-68A5-1DBA-B82A-99DB98552262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/>
          <a:srcRect l="27179" t="25000" r="50328" b="42272"/>
          <a:stretch/>
        </p:blipFill>
        <p:spPr>
          <a:xfrm>
            <a:off x="6260246" y="1882042"/>
            <a:ext cx="1150096" cy="117145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875251A-05DD-EB3D-14B4-C85F9130C632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/>
          <a:srcRect l="50571" t="25246" r="26936" b="42026"/>
          <a:stretch/>
        </p:blipFill>
        <p:spPr>
          <a:xfrm>
            <a:off x="4177898" y="1909855"/>
            <a:ext cx="1150096" cy="117145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382A7DD-9AC6-545C-DBFE-EE7C9AC4BD58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4"/>
          <a:srcRect l="73531" t="23974" r="3976" b="43298"/>
          <a:stretch/>
        </p:blipFill>
        <p:spPr>
          <a:xfrm>
            <a:off x="8270751" y="1882042"/>
            <a:ext cx="1150096" cy="1171452"/>
          </a:xfrm>
          <a:prstGeom prst="rect">
            <a:avLst/>
          </a:prstGeom>
        </p:spPr>
      </p:pic>
      <p:sp>
        <p:nvSpPr>
          <p:cNvPr id="26" name="Left Bracket 25">
            <a:extLst>
              <a:ext uri="{FF2B5EF4-FFF2-40B4-BE49-F238E27FC236}">
                <a16:creationId xmlns:a16="http://schemas.microsoft.com/office/drawing/2014/main" id="{39952DB9-85BF-16B8-9D0F-565B5D57C2A8}"/>
              </a:ext>
            </a:extLst>
          </p:cNvPr>
          <p:cNvSpPr/>
          <p:nvPr/>
        </p:nvSpPr>
        <p:spPr>
          <a:xfrm rot="16200000">
            <a:off x="5998660" y="-1136951"/>
            <a:ext cx="294202" cy="8472319"/>
          </a:xfrm>
          <a:prstGeom prst="lef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35D94FB-B625-39A2-E1E3-BAA48D89C193}"/>
              </a:ext>
            </a:extLst>
          </p:cNvPr>
          <p:cNvCxnSpPr>
            <a:cxnSpLocks/>
          </p:cNvCxnSpPr>
          <p:nvPr/>
        </p:nvCxnSpPr>
        <p:spPr>
          <a:xfrm flipH="1">
            <a:off x="2713302" y="3258748"/>
            <a:ext cx="3209680" cy="79582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66DE0C8-9396-24B6-DD36-DE198DBE1A87}"/>
              </a:ext>
            </a:extLst>
          </p:cNvPr>
          <p:cNvCxnSpPr>
            <a:cxnSpLocks/>
          </p:cNvCxnSpPr>
          <p:nvPr/>
        </p:nvCxnSpPr>
        <p:spPr>
          <a:xfrm>
            <a:off x="5922982" y="3246310"/>
            <a:ext cx="0" cy="80826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BB4148A-C105-7ED0-4D57-E452630525ED}"/>
              </a:ext>
            </a:extLst>
          </p:cNvPr>
          <p:cNvCxnSpPr>
            <a:cxnSpLocks/>
          </p:cNvCxnSpPr>
          <p:nvPr/>
        </p:nvCxnSpPr>
        <p:spPr>
          <a:xfrm>
            <a:off x="5922982" y="3251229"/>
            <a:ext cx="3210858" cy="71628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DA1C76A0-6407-BB19-1AE5-09E38FF0EFF2}"/>
              </a:ext>
            </a:extLst>
          </p:cNvPr>
          <p:cNvSpPr/>
          <p:nvPr/>
        </p:nvSpPr>
        <p:spPr>
          <a:xfrm>
            <a:off x="8270751" y="4054574"/>
            <a:ext cx="3654549" cy="2701826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F2ADC8C-484E-62A4-2033-D377983E1B74}"/>
              </a:ext>
            </a:extLst>
          </p:cNvPr>
          <p:cNvSpPr/>
          <p:nvPr/>
        </p:nvSpPr>
        <p:spPr>
          <a:xfrm>
            <a:off x="396490" y="4078643"/>
            <a:ext cx="3654549" cy="2701826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099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07A6276-254D-3001-3CB2-785299AA1030}"/>
              </a:ext>
            </a:extLst>
          </p:cNvPr>
          <p:cNvGrpSpPr/>
          <p:nvPr/>
        </p:nvGrpSpPr>
        <p:grpSpPr>
          <a:xfrm>
            <a:off x="2337053" y="119742"/>
            <a:ext cx="7517893" cy="6618515"/>
            <a:chOff x="1611592" y="163365"/>
            <a:chExt cx="9259102" cy="794834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8F0478D-EBE0-045D-6F28-BF3111986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11592" y="1573187"/>
              <a:ext cx="9243861" cy="6538527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6D8F0DC-71DD-FDBB-44F2-63F4CB03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11592" y="163365"/>
              <a:ext cx="9259102" cy="1409822"/>
            </a:xfrm>
            <a:prstGeom prst="rect">
              <a:avLst/>
            </a:prstGeom>
          </p:spPr>
        </p:pic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E8BCB30-28D4-41FC-64DD-5D81381129B8}"/>
              </a:ext>
            </a:extLst>
          </p:cNvPr>
          <p:cNvCxnSpPr/>
          <p:nvPr/>
        </p:nvCxnSpPr>
        <p:spPr>
          <a:xfrm>
            <a:off x="2197100" y="1409700"/>
            <a:ext cx="0" cy="153670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C57E273-83CC-210C-983B-B338FFC40534}"/>
              </a:ext>
            </a:extLst>
          </p:cNvPr>
          <p:cNvSpPr txBox="1"/>
          <p:nvPr/>
        </p:nvSpPr>
        <p:spPr>
          <a:xfrm rot="16200000">
            <a:off x="1362705" y="2008773"/>
            <a:ext cx="12747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accent4">
                    <a:lumMod val="75000"/>
                  </a:schemeClr>
                </a:solidFill>
              </a:rPr>
              <a:t>H2AK119ub1</a:t>
            </a:r>
            <a:endParaRPr lang="en-US" sz="16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99117C-69E2-CB4F-4184-D3886F77E9B3}"/>
              </a:ext>
            </a:extLst>
          </p:cNvPr>
          <p:cNvSpPr/>
          <p:nvPr/>
        </p:nvSpPr>
        <p:spPr>
          <a:xfrm>
            <a:off x="2349428" y="1293687"/>
            <a:ext cx="7505518" cy="1859088"/>
          </a:xfrm>
          <a:prstGeom prst="rect">
            <a:avLst/>
          </a:prstGeom>
          <a:solidFill>
            <a:srgbClr val="FFF2CC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5781B00-D177-0BE1-6E2B-6E4F4E3F653F}"/>
              </a:ext>
            </a:extLst>
          </p:cNvPr>
          <p:cNvCxnSpPr/>
          <p:nvPr/>
        </p:nvCxnSpPr>
        <p:spPr>
          <a:xfrm>
            <a:off x="2197100" y="3268788"/>
            <a:ext cx="0" cy="15367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4386A6C-473A-D962-C6FB-E95E42C634E7}"/>
              </a:ext>
            </a:extLst>
          </p:cNvPr>
          <p:cNvSpPr txBox="1"/>
          <p:nvPr/>
        </p:nvSpPr>
        <p:spPr>
          <a:xfrm rot="16200000">
            <a:off x="1448467" y="3867861"/>
            <a:ext cx="11031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rgbClr val="FF0000"/>
                </a:solidFill>
              </a:rPr>
              <a:t>H3K27me3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992AF3-28AD-1890-E167-F6D2E5E25EC8}"/>
              </a:ext>
            </a:extLst>
          </p:cNvPr>
          <p:cNvSpPr/>
          <p:nvPr/>
        </p:nvSpPr>
        <p:spPr>
          <a:xfrm>
            <a:off x="2349428" y="3152775"/>
            <a:ext cx="7505518" cy="1743075"/>
          </a:xfrm>
          <a:prstGeom prst="rect">
            <a:avLst/>
          </a:prstGeom>
          <a:solidFill>
            <a:srgbClr val="FF6699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D07BD7-BC39-1B64-6EF9-F5306829D0F7}"/>
              </a:ext>
            </a:extLst>
          </p:cNvPr>
          <p:cNvCxnSpPr/>
          <p:nvPr/>
        </p:nvCxnSpPr>
        <p:spPr>
          <a:xfrm>
            <a:off x="2197100" y="5061529"/>
            <a:ext cx="0" cy="153670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397937C-7CC1-0A45-72FC-79BA9CCD31A8}"/>
              </a:ext>
            </a:extLst>
          </p:cNvPr>
          <p:cNvSpPr txBox="1"/>
          <p:nvPr/>
        </p:nvSpPr>
        <p:spPr>
          <a:xfrm rot="16200000">
            <a:off x="1500566" y="5660602"/>
            <a:ext cx="9989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rgbClr val="7030A0"/>
                </a:solidFill>
              </a:rPr>
              <a:t>H3K9me3</a:t>
            </a:r>
            <a:endParaRPr lang="en-US" sz="1600" dirty="0">
              <a:solidFill>
                <a:srgbClr val="7030A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7523CA-BCF6-A3C3-1DFF-F23E132405CA}"/>
              </a:ext>
            </a:extLst>
          </p:cNvPr>
          <p:cNvSpPr/>
          <p:nvPr/>
        </p:nvSpPr>
        <p:spPr>
          <a:xfrm>
            <a:off x="2349428" y="4945516"/>
            <a:ext cx="7505518" cy="1743075"/>
          </a:xfrm>
          <a:prstGeom prst="rect">
            <a:avLst/>
          </a:prstGeom>
          <a:solidFill>
            <a:srgbClr val="7030A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40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E26DDF1-5109-F1CB-7E35-7733B3EF63C7}"/>
              </a:ext>
            </a:extLst>
          </p:cNvPr>
          <p:cNvGrpSpPr/>
          <p:nvPr/>
        </p:nvGrpSpPr>
        <p:grpSpPr>
          <a:xfrm>
            <a:off x="2476030" y="0"/>
            <a:ext cx="7517893" cy="6616331"/>
            <a:chOff x="2476030" y="0"/>
            <a:chExt cx="7517893" cy="661633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43C3052-1FE4-854C-ABEB-794C02B79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76030" y="0"/>
              <a:ext cx="7517893" cy="1173945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D3A7B6E-00EE-B5BC-EEA9-655C494081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76030" y="2975239"/>
              <a:ext cx="7517893" cy="3641092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5DBA3C2-9FFE-734F-A934-98111B8719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76030" y="1193541"/>
              <a:ext cx="7517893" cy="17816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407206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2EB36F4B-DC11-0A8A-41B1-5DF9AE6EC204}"/>
              </a:ext>
            </a:extLst>
          </p:cNvPr>
          <p:cNvGrpSpPr/>
          <p:nvPr/>
        </p:nvGrpSpPr>
        <p:grpSpPr>
          <a:xfrm>
            <a:off x="2225057" y="91774"/>
            <a:ext cx="7699904" cy="6587776"/>
            <a:chOff x="1223516" y="482748"/>
            <a:chExt cx="9251482" cy="792948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BD09082-A477-E512-E0EB-2720768635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3516" y="1667944"/>
              <a:ext cx="9251482" cy="6744284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C4C4AA6-3967-05C2-76C0-DA0F25B81E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7326" y="482748"/>
              <a:ext cx="9243861" cy="1188823"/>
            </a:xfrm>
            <a:prstGeom prst="rect">
              <a:avLst/>
            </a:prstGeom>
          </p:spPr>
        </p:pic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BCFB54F-BDBC-457C-22B0-89F0DB32339C}"/>
              </a:ext>
            </a:extLst>
          </p:cNvPr>
          <p:cNvCxnSpPr/>
          <p:nvPr/>
        </p:nvCxnSpPr>
        <p:spPr>
          <a:xfrm>
            <a:off x="2190913" y="1400659"/>
            <a:ext cx="0" cy="153670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A0FB824-9CB2-F9A8-3CF3-9A2DABC7AA12}"/>
              </a:ext>
            </a:extLst>
          </p:cNvPr>
          <p:cNvSpPr txBox="1"/>
          <p:nvPr/>
        </p:nvSpPr>
        <p:spPr>
          <a:xfrm rot="16200000">
            <a:off x="1356518" y="1999732"/>
            <a:ext cx="12747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accent4">
                    <a:lumMod val="75000"/>
                  </a:schemeClr>
                </a:solidFill>
              </a:rPr>
              <a:t>H2AK119ub1</a:t>
            </a:r>
            <a:endParaRPr lang="en-US" sz="16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89DE62-2890-9069-274F-30C38035A495}"/>
              </a:ext>
            </a:extLst>
          </p:cNvPr>
          <p:cNvSpPr/>
          <p:nvPr/>
        </p:nvSpPr>
        <p:spPr>
          <a:xfrm>
            <a:off x="2343241" y="1284646"/>
            <a:ext cx="7505518" cy="1859088"/>
          </a:xfrm>
          <a:prstGeom prst="rect">
            <a:avLst/>
          </a:prstGeom>
          <a:solidFill>
            <a:srgbClr val="FFF2CC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A7A8AB0-7781-985F-4CCB-FC985E572411}"/>
              </a:ext>
            </a:extLst>
          </p:cNvPr>
          <p:cNvCxnSpPr/>
          <p:nvPr/>
        </p:nvCxnSpPr>
        <p:spPr>
          <a:xfrm>
            <a:off x="2190913" y="3259747"/>
            <a:ext cx="0" cy="15367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D056A28-078D-AD3A-CB64-1931CD80AC86}"/>
              </a:ext>
            </a:extLst>
          </p:cNvPr>
          <p:cNvSpPr txBox="1"/>
          <p:nvPr/>
        </p:nvSpPr>
        <p:spPr>
          <a:xfrm rot="16200000">
            <a:off x="1442280" y="3858820"/>
            <a:ext cx="11031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rgbClr val="FF0000"/>
                </a:solidFill>
              </a:rPr>
              <a:t>H3K27me3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742826B-63CD-18B7-1219-295FF73C0C74}"/>
              </a:ext>
            </a:extLst>
          </p:cNvPr>
          <p:cNvSpPr/>
          <p:nvPr/>
        </p:nvSpPr>
        <p:spPr>
          <a:xfrm>
            <a:off x="2343241" y="3143734"/>
            <a:ext cx="7505518" cy="1743075"/>
          </a:xfrm>
          <a:prstGeom prst="rect">
            <a:avLst/>
          </a:prstGeom>
          <a:solidFill>
            <a:srgbClr val="FF6699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D7A0FA3-609F-480F-2F2B-D3200E358C83}"/>
              </a:ext>
            </a:extLst>
          </p:cNvPr>
          <p:cNvCxnSpPr/>
          <p:nvPr/>
        </p:nvCxnSpPr>
        <p:spPr>
          <a:xfrm>
            <a:off x="2190913" y="5052488"/>
            <a:ext cx="0" cy="153670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71F9434-7F1E-996B-783C-8865033DB92F}"/>
              </a:ext>
            </a:extLst>
          </p:cNvPr>
          <p:cNvSpPr txBox="1"/>
          <p:nvPr/>
        </p:nvSpPr>
        <p:spPr>
          <a:xfrm rot="16200000">
            <a:off x="1494379" y="5651561"/>
            <a:ext cx="9989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rgbClr val="7030A0"/>
                </a:solidFill>
              </a:rPr>
              <a:t>H3K9me3</a:t>
            </a:r>
            <a:endParaRPr lang="en-US" sz="1600" dirty="0">
              <a:solidFill>
                <a:srgbClr val="7030A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DFA3055-3187-2B5C-C837-B0076B46CA69}"/>
              </a:ext>
            </a:extLst>
          </p:cNvPr>
          <p:cNvSpPr/>
          <p:nvPr/>
        </p:nvSpPr>
        <p:spPr>
          <a:xfrm>
            <a:off x="2343241" y="4936475"/>
            <a:ext cx="7505518" cy="1743075"/>
          </a:xfrm>
          <a:prstGeom prst="rect">
            <a:avLst/>
          </a:prstGeom>
          <a:solidFill>
            <a:srgbClr val="7030A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9962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73E2E82-C10E-5E13-3BB4-9373C575341C}"/>
              </a:ext>
            </a:extLst>
          </p:cNvPr>
          <p:cNvGrpSpPr/>
          <p:nvPr/>
        </p:nvGrpSpPr>
        <p:grpSpPr>
          <a:xfrm>
            <a:off x="1891353" y="2103971"/>
            <a:ext cx="9243861" cy="5614048"/>
            <a:chOff x="6974983" y="1950194"/>
            <a:chExt cx="9243861" cy="561404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DB68BF3-D7A5-817C-CEE8-1BDE149E68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4983" y="1950194"/>
              <a:ext cx="9243861" cy="1188823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F447B54-8083-E1CC-7521-4EBC25E7FA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8794" y="3106156"/>
              <a:ext cx="9236240" cy="445808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93FBC3B-EF03-EBA6-7E3A-ED192AF0B0DD}"/>
              </a:ext>
            </a:extLst>
          </p:cNvPr>
          <p:cNvGrpSpPr/>
          <p:nvPr/>
        </p:nvGrpSpPr>
        <p:grpSpPr>
          <a:xfrm>
            <a:off x="1891354" y="27565"/>
            <a:ext cx="9251482" cy="3401435"/>
            <a:chOff x="9130354" y="655079"/>
            <a:chExt cx="9251482" cy="340143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708C7FF-C58E-5431-683D-E4B2F54529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0354" y="655079"/>
              <a:ext cx="9243861" cy="1188823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8EAE37E-3762-D105-D291-231AE201EEF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0354" y="1861764"/>
              <a:ext cx="9251482" cy="21947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27022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7BCDFD5-51C7-C8EE-64E0-6C4E285E8569}"/>
              </a:ext>
            </a:extLst>
          </p:cNvPr>
          <p:cNvGrpSpPr/>
          <p:nvPr/>
        </p:nvGrpSpPr>
        <p:grpSpPr>
          <a:xfrm>
            <a:off x="2277999" y="160568"/>
            <a:ext cx="7744861" cy="6643002"/>
            <a:chOff x="1462638" y="-1242465"/>
            <a:chExt cx="9266723" cy="794834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6D6BE19-01CA-EFFD-8A47-D732B4C86D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2638" y="152116"/>
              <a:ext cx="9266723" cy="655376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FA14BB0-69BF-4653-41F0-9119B2621B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5338" y="-1242465"/>
              <a:ext cx="9243861" cy="1394581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B95F49F3-737B-2192-FBA5-9B91F78B5C5F}"/>
              </a:ext>
            </a:extLst>
          </p:cNvPr>
          <p:cNvSpPr/>
          <p:nvPr/>
        </p:nvSpPr>
        <p:spPr>
          <a:xfrm>
            <a:off x="4521200" y="0"/>
            <a:ext cx="1155700" cy="6858000"/>
          </a:xfrm>
          <a:prstGeom prst="rect">
            <a:avLst/>
          </a:prstGeom>
          <a:solidFill>
            <a:schemeClr val="bg1">
              <a:lumMod val="8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9D54CD-FBB5-637C-C74A-F64511425493}"/>
              </a:ext>
            </a:extLst>
          </p:cNvPr>
          <p:cNvCxnSpPr/>
          <p:nvPr/>
        </p:nvCxnSpPr>
        <p:spPr>
          <a:xfrm>
            <a:off x="2190913" y="1400659"/>
            <a:ext cx="0" cy="153670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AD5AE67-F0CB-876C-BEE1-FFA31DEFC24F}"/>
              </a:ext>
            </a:extLst>
          </p:cNvPr>
          <p:cNvSpPr txBox="1"/>
          <p:nvPr/>
        </p:nvSpPr>
        <p:spPr>
          <a:xfrm rot="16200000">
            <a:off x="1356518" y="1999732"/>
            <a:ext cx="12747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accent4">
                    <a:lumMod val="75000"/>
                  </a:schemeClr>
                </a:solidFill>
              </a:rPr>
              <a:t>H2AK119ub1</a:t>
            </a:r>
            <a:endParaRPr lang="en-US" sz="16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3C6B29-640C-844C-FE69-0BD2F34C624F}"/>
              </a:ext>
            </a:extLst>
          </p:cNvPr>
          <p:cNvSpPr/>
          <p:nvPr/>
        </p:nvSpPr>
        <p:spPr>
          <a:xfrm>
            <a:off x="2343241" y="1284646"/>
            <a:ext cx="7505518" cy="1859088"/>
          </a:xfrm>
          <a:prstGeom prst="rect">
            <a:avLst/>
          </a:prstGeom>
          <a:solidFill>
            <a:srgbClr val="FFF2CC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BEC2F4D-85EA-70A4-F319-3EF674F0A53A}"/>
              </a:ext>
            </a:extLst>
          </p:cNvPr>
          <p:cNvCxnSpPr/>
          <p:nvPr/>
        </p:nvCxnSpPr>
        <p:spPr>
          <a:xfrm>
            <a:off x="2190913" y="3259747"/>
            <a:ext cx="0" cy="15367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EBB2E66-4103-78DC-BA83-38B4F9BA0782}"/>
              </a:ext>
            </a:extLst>
          </p:cNvPr>
          <p:cNvSpPr txBox="1"/>
          <p:nvPr/>
        </p:nvSpPr>
        <p:spPr>
          <a:xfrm rot="16200000">
            <a:off x="1442280" y="3858820"/>
            <a:ext cx="11031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rgbClr val="FF0000"/>
                </a:solidFill>
              </a:rPr>
              <a:t>H3K27me3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3766AF-99CB-6979-8E5D-BD35595BF70F}"/>
              </a:ext>
            </a:extLst>
          </p:cNvPr>
          <p:cNvSpPr/>
          <p:nvPr/>
        </p:nvSpPr>
        <p:spPr>
          <a:xfrm>
            <a:off x="2343241" y="3143734"/>
            <a:ext cx="7505518" cy="1743075"/>
          </a:xfrm>
          <a:prstGeom prst="rect">
            <a:avLst/>
          </a:prstGeom>
          <a:solidFill>
            <a:srgbClr val="FF6699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651515E-334C-3013-CC52-44F7B6C053A2}"/>
              </a:ext>
            </a:extLst>
          </p:cNvPr>
          <p:cNvCxnSpPr/>
          <p:nvPr/>
        </p:nvCxnSpPr>
        <p:spPr>
          <a:xfrm>
            <a:off x="2190913" y="5052488"/>
            <a:ext cx="0" cy="153670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39D8629-CB2E-91BB-7CDD-56291EA162DB}"/>
              </a:ext>
            </a:extLst>
          </p:cNvPr>
          <p:cNvSpPr txBox="1"/>
          <p:nvPr/>
        </p:nvSpPr>
        <p:spPr>
          <a:xfrm rot="16200000">
            <a:off x="1494379" y="5651561"/>
            <a:ext cx="9989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rgbClr val="7030A0"/>
                </a:solidFill>
              </a:rPr>
              <a:t>H3K9me3</a:t>
            </a:r>
            <a:endParaRPr lang="en-US" sz="1600" dirty="0">
              <a:solidFill>
                <a:srgbClr val="7030A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0FCB94-3273-9F83-D75F-F7B689888F3B}"/>
              </a:ext>
            </a:extLst>
          </p:cNvPr>
          <p:cNvSpPr/>
          <p:nvPr/>
        </p:nvSpPr>
        <p:spPr>
          <a:xfrm>
            <a:off x="2343241" y="4936475"/>
            <a:ext cx="7505518" cy="1743075"/>
          </a:xfrm>
          <a:prstGeom prst="rect">
            <a:avLst/>
          </a:prstGeom>
          <a:solidFill>
            <a:srgbClr val="7030A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964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64CF72E-97B6-0F29-9111-5606CD3299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226" y="3528492"/>
            <a:ext cx="9251482" cy="44885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8A6BB0-9732-01E3-1048-251D9AB1A7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338" y="0"/>
            <a:ext cx="9243861" cy="13945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23FE2C-07A0-3800-CC93-F718F32CD0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337" y="1394581"/>
            <a:ext cx="9243861" cy="218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524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BD9E813-63AC-6651-8A97-3D5722FBCBAA}"/>
              </a:ext>
            </a:extLst>
          </p:cNvPr>
          <p:cNvGrpSpPr/>
          <p:nvPr/>
        </p:nvGrpSpPr>
        <p:grpSpPr>
          <a:xfrm>
            <a:off x="1889359" y="0"/>
            <a:ext cx="7835900" cy="6749372"/>
            <a:chOff x="1660759" y="0"/>
            <a:chExt cx="9251482" cy="796866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D1F96F8-D752-8F7F-4B96-88E011B53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0759" y="0"/>
              <a:ext cx="9251482" cy="1425063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FC9A846-CEF6-38E3-7D2F-E24C8B988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3459" y="1437763"/>
              <a:ext cx="9213378" cy="6530906"/>
            </a:xfrm>
            <a:prstGeom prst="rect">
              <a:avLst/>
            </a:prstGeom>
          </p:spPr>
        </p:pic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9CD8A9-965D-7F81-2147-CCBAB4147ECF}"/>
              </a:ext>
            </a:extLst>
          </p:cNvPr>
          <p:cNvCxnSpPr/>
          <p:nvPr/>
        </p:nvCxnSpPr>
        <p:spPr>
          <a:xfrm>
            <a:off x="1842570" y="1333782"/>
            <a:ext cx="0" cy="153670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3095D80-2523-1465-ED09-6558797E0CC0}"/>
              </a:ext>
            </a:extLst>
          </p:cNvPr>
          <p:cNvSpPr txBox="1"/>
          <p:nvPr/>
        </p:nvSpPr>
        <p:spPr>
          <a:xfrm rot="16200000">
            <a:off x="1008175" y="1932855"/>
            <a:ext cx="12747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accent4">
                    <a:lumMod val="75000"/>
                  </a:schemeClr>
                </a:solidFill>
              </a:rPr>
              <a:t>H2AK119ub1</a:t>
            </a:r>
            <a:endParaRPr lang="en-US" sz="16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6EBD6F-DE68-3907-C64A-5742A6A7905A}"/>
              </a:ext>
            </a:extLst>
          </p:cNvPr>
          <p:cNvSpPr/>
          <p:nvPr/>
        </p:nvSpPr>
        <p:spPr>
          <a:xfrm>
            <a:off x="1994898" y="1217769"/>
            <a:ext cx="7505518" cy="1859088"/>
          </a:xfrm>
          <a:prstGeom prst="rect">
            <a:avLst/>
          </a:prstGeom>
          <a:solidFill>
            <a:srgbClr val="FFF2CC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96A16BC-2B1A-3481-3202-78C2BB0F881E}"/>
              </a:ext>
            </a:extLst>
          </p:cNvPr>
          <p:cNvCxnSpPr/>
          <p:nvPr/>
        </p:nvCxnSpPr>
        <p:spPr>
          <a:xfrm>
            <a:off x="1842570" y="3192870"/>
            <a:ext cx="0" cy="15367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3008432-91C2-ADA0-1B55-59FA66B55CCE}"/>
              </a:ext>
            </a:extLst>
          </p:cNvPr>
          <p:cNvSpPr txBox="1"/>
          <p:nvPr/>
        </p:nvSpPr>
        <p:spPr>
          <a:xfrm rot="16200000">
            <a:off x="1093937" y="3791943"/>
            <a:ext cx="11031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rgbClr val="FF0000"/>
                </a:solidFill>
              </a:rPr>
              <a:t>H3K27me3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220A3D-E213-8B0D-B941-52D5AAF6DF64}"/>
              </a:ext>
            </a:extLst>
          </p:cNvPr>
          <p:cNvSpPr/>
          <p:nvPr/>
        </p:nvSpPr>
        <p:spPr>
          <a:xfrm>
            <a:off x="1994898" y="3076857"/>
            <a:ext cx="7505518" cy="1743075"/>
          </a:xfrm>
          <a:prstGeom prst="rect">
            <a:avLst/>
          </a:prstGeom>
          <a:solidFill>
            <a:srgbClr val="FF6699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277B2C-F385-BA1A-C2D6-83EB1FD1BFB2}"/>
              </a:ext>
            </a:extLst>
          </p:cNvPr>
          <p:cNvCxnSpPr/>
          <p:nvPr/>
        </p:nvCxnSpPr>
        <p:spPr>
          <a:xfrm>
            <a:off x="1842570" y="4985611"/>
            <a:ext cx="0" cy="153670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BDC2388-8CD8-11EF-04B7-EF3C373505D0}"/>
              </a:ext>
            </a:extLst>
          </p:cNvPr>
          <p:cNvSpPr txBox="1"/>
          <p:nvPr/>
        </p:nvSpPr>
        <p:spPr>
          <a:xfrm rot="16200000">
            <a:off x="1146036" y="5584684"/>
            <a:ext cx="9989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rgbClr val="7030A0"/>
                </a:solidFill>
              </a:rPr>
              <a:t>H3K9me3</a:t>
            </a:r>
            <a:endParaRPr lang="en-US" sz="1600" dirty="0">
              <a:solidFill>
                <a:srgbClr val="7030A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95FB35-54CC-0022-CFA0-1CAE27A10305}"/>
              </a:ext>
            </a:extLst>
          </p:cNvPr>
          <p:cNvSpPr/>
          <p:nvPr/>
        </p:nvSpPr>
        <p:spPr>
          <a:xfrm>
            <a:off x="1994898" y="4869598"/>
            <a:ext cx="7505518" cy="1743075"/>
          </a:xfrm>
          <a:prstGeom prst="rect">
            <a:avLst/>
          </a:prstGeom>
          <a:solidFill>
            <a:srgbClr val="7030A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1635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EBC5DF9-E294-0BF0-7EC4-911F4338F2AB}"/>
              </a:ext>
            </a:extLst>
          </p:cNvPr>
          <p:cNvGrpSpPr/>
          <p:nvPr/>
        </p:nvGrpSpPr>
        <p:grpSpPr>
          <a:xfrm>
            <a:off x="1460101" y="-469900"/>
            <a:ext cx="9261640" cy="8047417"/>
            <a:chOff x="1460101" y="0"/>
            <a:chExt cx="9261640" cy="804741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2FDE24A-3C45-F2C2-BB47-50E5E49E5F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0259" y="0"/>
              <a:ext cx="9251482" cy="1425063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5401B69-E8B1-4020-15B8-5AAA14123A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2963" y="1425063"/>
              <a:ext cx="9213378" cy="217950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1D823DB-3ECD-6C95-4F52-2142975AEF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0101" y="3604572"/>
              <a:ext cx="9236240" cy="44428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133697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27B5F7-40F4-1E26-826F-DF305A1ECBEB}"/>
              </a:ext>
            </a:extLst>
          </p:cNvPr>
          <p:cNvSpPr txBox="1"/>
          <p:nvPr/>
        </p:nvSpPr>
        <p:spPr>
          <a:xfrm>
            <a:off x="5127910" y="558800"/>
            <a:ext cx="2265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+mj-lt"/>
              </a:rPr>
              <a:t>Work in progress</a:t>
            </a:r>
            <a:endParaRPr lang="en-US" sz="24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F4D0D1-DEF7-1C1F-0304-627BE487097C}"/>
              </a:ext>
            </a:extLst>
          </p:cNvPr>
          <p:cNvSpPr txBox="1"/>
          <p:nvPr/>
        </p:nvSpPr>
        <p:spPr>
          <a:xfrm>
            <a:off x="1257299" y="1612900"/>
            <a:ext cx="1000658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Define the best approach to define states within </a:t>
            </a:r>
            <a:r>
              <a:rPr lang="en-GB" dirty="0" err="1"/>
              <a:t>ChromHMM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Analyse differentially methylated and </a:t>
            </a:r>
            <a:r>
              <a:rPr lang="en-GB" dirty="0" err="1"/>
              <a:t>hydroxymethylated</a:t>
            </a:r>
            <a:r>
              <a:rPr lang="en-GB" dirty="0"/>
              <a:t> nucleotides across WT vs TTKO, WT vs EKO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Integrate DNA methylation and </a:t>
            </a:r>
            <a:r>
              <a:rPr lang="en-GB" dirty="0" err="1"/>
              <a:t>hydroxymethylation</a:t>
            </a:r>
            <a:r>
              <a:rPr lang="en-GB" dirty="0"/>
              <a:t> data for each genomic region per chromatin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Analyse up- and downregulated genes, as well as unchanged genes for each chromatin state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25A52D-1B2B-58F1-6692-17AEEFAA81F1}"/>
              </a:ext>
            </a:extLst>
          </p:cNvPr>
          <p:cNvSpPr txBox="1"/>
          <p:nvPr/>
        </p:nvSpPr>
        <p:spPr>
          <a:xfrm>
            <a:off x="2647903" y="4875768"/>
            <a:ext cx="80077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latin typeface="+mj-lt"/>
              </a:rPr>
              <a:t>Can we extrapolate these regulatory networks to other biological systems? </a:t>
            </a:r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035013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7F22F-4413-47BD-B3A9-DC4AB61D5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2152" y="1191506"/>
            <a:ext cx="2999625" cy="564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DNA hypermethylation</a:t>
            </a:r>
          </a:p>
          <a:p>
            <a:pPr marL="0" indent="0">
              <a:buNone/>
            </a:pPr>
            <a:endParaRPr lang="en-US" sz="1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16D746-0F3B-4DC2-8F5D-C36F6D8C2AFF}"/>
              </a:ext>
            </a:extLst>
          </p:cNvPr>
          <p:cNvSpPr txBox="1"/>
          <p:nvPr/>
        </p:nvSpPr>
        <p:spPr>
          <a:xfrm>
            <a:off x="0" y="6350169"/>
            <a:ext cx="513153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Ehrlich M, </a:t>
            </a:r>
            <a:r>
              <a:rPr lang="en-GB" sz="900" i="1" dirty="0">
                <a:solidFill>
                  <a:schemeClr val="bg1">
                    <a:lumMod val="50000"/>
                  </a:schemeClr>
                </a:solidFill>
              </a:rPr>
              <a:t>DNA hypomethylation in Cancer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, Epigenomics (2009)</a:t>
            </a:r>
          </a:p>
          <a:p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Nishiyama A, Nakanishi M, </a:t>
            </a:r>
            <a:r>
              <a:rPr lang="en-GB" sz="900" i="1" dirty="0">
                <a:solidFill>
                  <a:schemeClr val="bg1">
                    <a:lumMod val="50000"/>
                  </a:schemeClr>
                </a:solidFill>
              </a:rPr>
              <a:t>Navigating the DNA methylation landscape in cancer, 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Trends in Genetics (2021)</a:t>
            </a:r>
          </a:p>
          <a:p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Fig adapted from </a:t>
            </a:r>
            <a:r>
              <a:rPr lang="en-GB" sz="900" dirty="0" err="1">
                <a:solidFill>
                  <a:schemeClr val="bg1">
                    <a:lumMod val="50000"/>
                  </a:schemeClr>
                </a:solidFill>
              </a:rPr>
              <a:t>Lehang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 Lin, Xu Cheng and Dong Yin  Front. Oncol., 23 October 2020</a:t>
            </a:r>
            <a:endParaRPr 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79D4422-DDDB-4218-94FC-D2D06B8D9C1B}"/>
              </a:ext>
            </a:extLst>
          </p:cNvPr>
          <p:cNvSpPr txBox="1">
            <a:spLocks/>
          </p:cNvSpPr>
          <p:nvPr/>
        </p:nvSpPr>
        <p:spPr>
          <a:xfrm>
            <a:off x="757081" y="1594089"/>
            <a:ext cx="5719919" cy="21035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GB" sz="1600" dirty="0"/>
              <a:t>hallmark of cancer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sz="1600" dirty="0"/>
              <a:t>mostly found in large DNA blocks (repetitive sequences, retro elements…)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sz="1600" dirty="0"/>
              <a:t>causes chromosomal instability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sz="1600" dirty="0"/>
              <a:t>associated with </a:t>
            </a:r>
            <a:r>
              <a:rPr lang="en-GB" sz="1600" dirty="0" err="1"/>
              <a:t>tumor</a:t>
            </a:r>
            <a:r>
              <a:rPr lang="en-GB" sz="1600" dirty="0"/>
              <a:t> progression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0C2BDFC-A676-4252-A84D-9ADCFEA6432B}"/>
              </a:ext>
            </a:extLst>
          </p:cNvPr>
          <p:cNvSpPr txBox="1">
            <a:spLocks/>
          </p:cNvSpPr>
          <p:nvPr/>
        </p:nvSpPr>
        <p:spPr>
          <a:xfrm>
            <a:off x="7036484" y="1914293"/>
            <a:ext cx="5320616" cy="14630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1600" dirty="0"/>
              <a:t>in CpG islands within promoters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dirty="0"/>
              <a:t>silencing of tumor suppressor genes (TSG)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dirty="0"/>
              <a:t>DNA demethylating agents as cancer therapeutics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F1DAB9-D8F1-461E-8DCB-B1C6F2701498}"/>
              </a:ext>
            </a:extLst>
          </p:cNvPr>
          <p:cNvSpPr txBox="1"/>
          <p:nvPr/>
        </p:nvSpPr>
        <p:spPr>
          <a:xfrm>
            <a:off x="1848740" y="7269711"/>
            <a:ext cx="9656298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Most cancers display both changes in their genome</a:t>
            </a:r>
          </a:p>
          <a:p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These changes are dynamic</a:t>
            </a:r>
          </a:p>
          <a:p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Overall reduction of m5C content in almost every type of cancer (ovarian, prostate, leukemia, colon, cervical…)</a:t>
            </a:r>
          </a:p>
          <a:p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DNA demethylating agents used for </a:t>
            </a:r>
            <a:r>
              <a:rPr lang="en-GB" sz="1600" dirty="0"/>
              <a:t>certain cancers including </a:t>
            </a:r>
            <a:r>
              <a:rPr lang="en-GB" sz="1600" dirty="0" err="1"/>
              <a:t>leukemias</a:t>
            </a:r>
            <a:r>
              <a:rPr lang="en-GB" sz="1600" dirty="0"/>
              <a:t> and myelodysplastic syndromes</a:t>
            </a:r>
          </a:p>
          <a:p>
            <a:endParaRPr lang="en-US" sz="1600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98A6DD28-FD1A-4CE5-858B-9987C91F5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839" y="372474"/>
            <a:ext cx="6052794" cy="445580"/>
          </a:xfrm>
        </p:spPr>
        <p:txBody>
          <a:bodyPr>
            <a:noAutofit/>
          </a:bodyPr>
          <a:lstStyle/>
          <a:p>
            <a:r>
              <a:rPr lang="en-GB" sz="2400" dirty="0"/>
              <a:t>Aberrant DNA methylation patterns in cancer</a:t>
            </a:r>
            <a:endParaRPr lang="en-US" sz="24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B6C8DE3-20DD-4CA9-BC1A-BCFB967A94BC}"/>
              </a:ext>
            </a:extLst>
          </p:cNvPr>
          <p:cNvSpPr txBox="1">
            <a:spLocks/>
          </p:cNvSpPr>
          <p:nvPr/>
        </p:nvSpPr>
        <p:spPr>
          <a:xfrm>
            <a:off x="2090198" y="1173957"/>
            <a:ext cx="2549652" cy="4445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b="1" dirty="0"/>
              <a:t>DNA hypomethylation </a:t>
            </a:r>
            <a:endParaRPr lang="en-US" sz="1800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81558F-64AA-4EC7-B008-A447E7CB65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2057" y="3501080"/>
            <a:ext cx="6309907" cy="266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0263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DB19A0-BCED-37DB-83FC-A5F0B6D5D398}"/>
              </a:ext>
            </a:extLst>
          </p:cNvPr>
          <p:cNvSpPr txBox="1"/>
          <p:nvPr/>
        </p:nvSpPr>
        <p:spPr>
          <a:xfrm>
            <a:off x="2580293" y="749300"/>
            <a:ext cx="70314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latin typeface="+mj-lt"/>
              </a:rPr>
              <a:t>Chromatin regulation during oncogenic initiation and development</a:t>
            </a:r>
            <a:endParaRPr lang="en-US" sz="20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1FC23A-CB1F-D895-C43A-4DD3309E112F}"/>
              </a:ext>
            </a:extLst>
          </p:cNvPr>
          <p:cNvSpPr txBox="1"/>
          <p:nvPr/>
        </p:nvSpPr>
        <p:spPr>
          <a:xfrm>
            <a:off x="683588" y="1951672"/>
            <a:ext cx="1082482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Are aberrant global DNA methylation patterns cause or consequence of cancer initiation?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How is chromatin regulated under aberrant genome-wide DNA methylation and </a:t>
            </a:r>
            <a:r>
              <a:rPr lang="en-GB" dirty="0" err="1"/>
              <a:t>hydroxymethylation</a:t>
            </a:r>
            <a:r>
              <a:rPr lang="en-GB" dirty="0"/>
              <a:t> patterns?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Do tumours survive due to functional epigenetic compensation?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Could we target the compensatory mechanisms that make cancer cells survive?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BDD6F5-61CA-3FA4-E8AB-ECF885551AFD}"/>
              </a:ext>
            </a:extLst>
          </p:cNvPr>
          <p:cNvSpPr txBox="1"/>
          <p:nvPr/>
        </p:nvSpPr>
        <p:spPr>
          <a:xfrm>
            <a:off x="88900" y="7374175"/>
            <a:ext cx="1132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If TET activity interacts with PRC2 to prevent stable DNA methylation, then TET activity </a:t>
            </a:r>
            <a:r>
              <a:rPr lang="en-GB" dirty="0" err="1"/>
              <a:t>mantains</a:t>
            </a:r>
            <a:r>
              <a:rPr lang="en-GB" dirty="0"/>
              <a:t> the plasticity of genes during the development.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 the absence of TET activity, PRC2 fails to locate to their target genes, leading to CGI hypermethylation in cancer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1727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people standing on stairs&#10;&#10;AI-generated content may be incorrect.">
            <a:extLst>
              <a:ext uri="{FF2B5EF4-FFF2-40B4-BE49-F238E27FC236}">
                <a16:creationId xmlns:a16="http://schemas.microsoft.com/office/drawing/2014/main" id="{84C6CA15-298B-D297-EAB2-29FEBF1A24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74" y="655320"/>
            <a:ext cx="3301851" cy="5867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9DC333-6792-F9E6-185E-728E450B40D8}"/>
              </a:ext>
            </a:extLst>
          </p:cNvPr>
          <p:cNvSpPr txBox="1"/>
          <p:nvPr/>
        </p:nvSpPr>
        <p:spPr>
          <a:xfrm>
            <a:off x="807720" y="777240"/>
            <a:ext cx="20409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Thank you!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0853824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EEE608CF-9F9C-39FE-8A83-C8B40A1976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5345"/>
            <a:ext cx="12192000" cy="610731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6E472A6-D0A1-651E-89F9-8EDB172E3258}"/>
              </a:ext>
            </a:extLst>
          </p:cNvPr>
          <p:cNvSpPr/>
          <p:nvPr/>
        </p:nvSpPr>
        <p:spPr>
          <a:xfrm>
            <a:off x="2997843" y="939476"/>
            <a:ext cx="509285" cy="56465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A00A73-41E5-3FD0-19CC-2102F98ADC36}"/>
              </a:ext>
            </a:extLst>
          </p:cNvPr>
          <p:cNvSpPr/>
          <p:nvPr/>
        </p:nvSpPr>
        <p:spPr>
          <a:xfrm>
            <a:off x="4134091" y="939478"/>
            <a:ext cx="623104" cy="564651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330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04418A-EF71-2500-997B-CB4E50B82971}"/>
              </a:ext>
            </a:extLst>
          </p:cNvPr>
          <p:cNvSpPr txBox="1"/>
          <p:nvPr/>
        </p:nvSpPr>
        <p:spPr>
          <a:xfrm>
            <a:off x="3748145" y="217129"/>
            <a:ext cx="3068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+mj-lt"/>
              </a:rPr>
              <a:t>H3K27me3 patterns</a:t>
            </a:r>
            <a:endParaRPr lang="en-US" sz="28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55E08C-A5B3-3753-A287-1C4A2AC69E83}"/>
              </a:ext>
            </a:extLst>
          </p:cNvPr>
          <p:cNvSpPr txBox="1"/>
          <p:nvPr/>
        </p:nvSpPr>
        <p:spPr>
          <a:xfrm>
            <a:off x="3094078" y="5305279"/>
            <a:ext cx="5383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E6, E7, E8 = constitutive PRC2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E1 &amp; E2 have regions that gain H3K27me3 in TTKO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E4, E5, E9 have regions that gain H3K27me3 in </a:t>
            </a:r>
            <a:r>
              <a:rPr lang="en-GB" sz="1200" dirty="0" err="1"/>
              <a:t>Dtko</a:t>
            </a:r>
            <a:r>
              <a:rPr lang="en-GB" sz="1200" dirty="0"/>
              <a:t> 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797BBB8-4DB4-1F5F-EC81-3D4879B780F8}"/>
              </a:ext>
            </a:extLst>
          </p:cNvPr>
          <p:cNvGrpSpPr/>
          <p:nvPr/>
        </p:nvGrpSpPr>
        <p:grpSpPr>
          <a:xfrm>
            <a:off x="9291996" y="198446"/>
            <a:ext cx="3223045" cy="6313911"/>
            <a:chOff x="-3677299" y="704293"/>
            <a:chExt cx="3223045" cy="6313911"/>
          </a:xfrm>
          <a:solidFill>
            <a:schemeClr val="bg1"/>
          </a:solidFill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2007271-3EF7-1E1D-4801-815B99C83360}"/>
                </a:ext>
              </a:extLst>
            </p:cNvPr>
            <p:cNvGrpSpPr/>
            <p:nvPr/>
          </p:nvGrpSpPr>
          <p:grpSpPr>
            <a:xfrm>
              <a:off x="-3677299" y="704293"/>
              <a:ext cx="2712903" cy="6313911"/>
              <a:chOff x="1591247" y="774290"/>
              <a:chExt cx="2361321" cy="5495651"/>
            </a:xfrm>
            <a:grpFill/>
          </p:grpSpPr>
          <p:pic>
            <p:nvPicPr>
              <p:cNvPr id="34" name="Picture 33" descr="A screen shot of a chart&#10;&#10;AI-generated content may be incorrect.">
                <a:extLst>
                  <a:ext uri="{FF2B5EF4-FFF2-40B4-BE49-F238E27FC236}">
                    <a16:creationId xmlns:a16="http://schemas.microsoft.com/office/drawing/2014/main" id="{34C0663D-DB36-9CF4-E801-2CF0F9E1F0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732" t="5841" r="65870" b="-1989"/>
              <a:stretch/>
            </p:blipFill>
            <p:spPr>
              <a:xfrm>
                <a:off x="1591247" y="803191"/>
                <a:ext cx="482154" cy="5466750"/>
              </a:xfrm>
              <a:prstGeom prst="rect">
                <a:avLst/>
              </a:prstGeom>
              <a:grpFill/>
            </p:spPr>
          </p:pic>
          <p:pic>
            <p:nvPicPr>
              <p:cNvPr id="35" name="Picture 34" descr="A screen shot of a chart&#10;&#10;AI-generated content may be incorrect.">
                <a:extLst>
                  <a:ext uri="{FF2B5EF4-FFF2-40B4-BE49-F238E27FC236}">
                    <a16:creationId xmlns:a16="http://schemas.microsoft.com/office/drawing/2014/main" id="{DF340383-B76F-EDDB-4EE6-629788151E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9371" t="6361" r="32" b="259"/>
              <a:stretch/>
            </p:blipFill>
            <p:spPr>
              <a:xfrm>
                <a:off x="2035277" y="774290"/>
                <a:ext cx="1917291" cy="5407542"/>
              </a:xfrm>
              <a:prstGeom prst="rect">
                <a:avLst/>
              </a:prstGeom>
              <a:grpFill/>
            </p:spPr>
          </p:pic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9C1A43A-8BD0-5F0E-E415-EA7422C14459}"/>
                </a:ext>
              </a:extLst>
            </p:cNvPr>
            <p:cNvSpPr txBox="1"/>
            <p:nvPr/>
          </p:nvSpPr>
          <p:spPr>
            <a:xfrm>
              <a:off x="-3248632" y="729692"/>
              <a:ext cx="2727932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(TTKO </a:t>
              </a:r>
              <a:r>
                <a:rPr lang="en-GB" sz="1100" dirty="0"/>
                <a:t>strong, WT weak)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99DFC18-023B-B59E-2CE9-BDD045E85DEE}"/>
                </a:ext>
              </a:extLst>
            </p:cNvPr>
            <p:cNvSpPr txBox="1"/>
            <p:nvPr/>
          </p:nvSpPr>
          <p:spPr>
            <a:xfrm>
              <a:off x="-3215003" y="1199592"/>
              <a:ext cx="2727932" cy="4308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(TTKO </a:t>
              </a:r>
              <a:r>
                <a:rPr lang="en-GB" sz="1100" dirty="0"/>
                <a:t>strong, WT weak) </a:t>
              </a:r>
              <a:r>
                <a:rPr lang="en-US" sz="1100" b="1" dirty="0"/>
                <a:t>H3K9me3 (DTKO</a:t>
              </a:r>
              <a:r>
                <a:rPr lang="en-US" sz="1100" dirty="0"/>
                <a:t>, strong)</a:t>
              </a:r>
              <a:endParaRPr lang="en-GB" sz="11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F62E0A2-357D-FEEE-51DA-09D23B89B850}"/>
                </a:ext>
              </a:extLst>
            </p:cNvPr>
            <p:cNvSpPr txBox="1"/>
            <p:nvPr/>
          </p:nvSpPr>
          <p:spPr>
            <a:xfrm>
              <a:off x="-3248632" y="1788215"/>
              <a:ext cx="2727932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H3K9me3 (DTKO</a:t>
              </a:r>
              <a:r>
                <a:rPr lang="en-US" sz="1100" dirty="0"/>
                <a:t> strong)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32B0BDF-D078-649D-8034-026F4D4D95A6}"/>
                </a:ext>
              </a:extLst>
            </p:cNvPr>
            <p:cNvSpPr txBox="1"/>
            <p:nvPr/>
          </p:nvSpPr>
          <p:spPr>
            <a:xfrm>
              <a:off x="-3248632" y="2203882"/>
              <a:ext cx="2727932" cy="4308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(DTKO</a:t>
              </a:r>
              <a:r>
                <a:rPr lang="en-GB" sz="1100" dirty="0"/>
                <a:t> strong, TTKO weak) </a:t>
              </a:r>
              <a:r>
                <a:rPr lang="en-GB" sz="1100" b="1" dirty="0"/>
                <a:t>H3K9me3 (DTKO, </a:t>
              </a:r>
              <a:r>
                <a:rPr lang="en-GB" sz="1100" dirty="0"/>
                <a:t>strong)</a:t>
              </a:r>
              <a:endParaRPr lang="en-US" sz="11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9B7B310-E795-0647-E8DC-FD3951B12609}"/>
                </a:ext>
              </a:extLst>
            </p:cNvPr>
            <p:cNvSpPr txBox="1"/>
            <p:nvPr/>
          </p:nvSpPr>
          <p:spPr>
            <a:xfrm>
              <a:off x="-3248632" y="2831751"/>
              <a:ext cx="2727932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(DTKO</a:t>
              </a:r>
              <a:r>
                <a:rPr lang="en-GB" sz="1100" dirty="0"/>
                <a:t> strong, TTKO weak)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7750106-F7D9-F713-E29F-AB923B20417E}"/>
                </a:ext>
              </a:extLst>
            </p:cNvPr>
            <p:cNvSpPr txBox="1"/>
            <p:nvPr/>
          </p:nvSpPr>
          <p:spPr>
            <a:xfrm>
              <a:off x="-3248632" y="3220782"/>
              <a:ext cx="2727932" cy="4308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(constitutive)</a:t>
              </a:r>
            </a:p>
            <a:p>
              <a:r>
                <a:rPr lang="en-GB" sz="1100" dirty="0"/>
                <a:t>H3K9me3 (DTKO, weak)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0E8A283-421F-B9F2-31BB-4A60A2CED00B}"/>
                </a:ext>
              </a:extLst>
            </p:cNvPr>
            <p:cNvSpPr txBox="1"/>
            <p:nvPr/>
          </p:nvSpPr>
          <p:spPr>
            <a:xfrm>
              <a:off x="-3248632" y="3676064"/>
              <a:ext cx="2727932" cy="60016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(constitutive)</a:t>
              </a:r>
            </a:p>
            <a:p>
              <a:r>
                <a:rPr lang="en-GB" sz="1100" dirty="0"/>
                <a:t>H2AK119ub1 (DTKO, strong)</a:t>
              </a:r>
            </a:p>
            <a:p>
              <a:r>
                <a:rPr lang="en-GB" sz="1100" dirty="0"/>
                <a:t>H3K9me3 (DTKO, weak)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BFA737B-7C20-EB07-6649-29A9713D5660}"/>
                </a:ext>
              </a:extLst>
            </p:cNvPr>
            <p:cNvSpPr txBox="1"/>
            <p:nvPr/>
          </p:nvSpPr>
          <p:spPr>
            <a:xfrm>
              <a:off x="-3252298" y="4309695"/>
              <a:ext cx="2727932" cy="60016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(constitutive)</a:t>
              </a:r>
            </a:p>
            <a:p>
              <a:r>
                <a:rPr lang="en-GB" sz="1100" b="1" dirty="0"/>
                <a:t>H2AK119ub1 </a:t>
              </a:r>
              <a:r>
                <a:rPr lang="en-GB" sz="1100" dirty="0"/>
                <a:t>(medium in WT,  TTKO &amp; EZKOc14) (strong in DTKO &amp; EKOc15)</a:t>
              </a:r>
              <a:endParaRPr lang="en-US" sz="11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AF382F0-3EC6-B5A1-3B47-F56D05EE8F1D}"/>
                </a:ext>
              </a:extLst>
            </p:cNvPr>
            <p:cNvSpPr txBox="1"/>
            <p:nvPr/>
          </p:nvSpPr>
          <p:spPr>
            <a:xfrm>
              <a:off x="-3255964" y="4908792"/>
              <a:ext cx="2727932" cy="4308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(DTKO</a:t>
              </a:r>
              <a:r>
                <a:rPr lang="en-GB" sz="1100" dirty="0"/>
                <a:t> strong, TTKO weak)</a:t>
              </a:r>
            </a:p>
            <a:p>
              <a:r>
                <a:rPr lang="en-GB" sz="1100" b="1" dirty="0"/>
                <a:t>H2AK119ub1 (DTKO </a:t>
              </a:r>
              <a:r>
                <a:rPr lang="en-GB" sz="1100" dirty="0"/>
                <a:t>strong)</a:t>
              </a:r>
              <a:endParaRPr lang="en-US" sz="11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786D343-EBBB-D088-33B7-13D8720CFA1D}"/>
                </a:ext>
              </a:extLst>
            </p:cNvPr>
            <p:cNvSpPr txBox="1"/>
            <p:nvPr/>
          </p:nvSpPr>
          <p:spPr>
            <a:xfrm>
              <a:off x="-3255964" y="5429431"/>
              <a:ext cx="2727932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H2AK119ub1 (DTKO</a:t>
              </a:r>
              <a:r>
                <a:rPr lang="en-GB" sz="1100" dirty="0"/>
                <a:t>, EKOc15 middle)</a:t>
              </a:r>
              <a:endParaRPr lang="en-US" sz="11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3CF13A3-881C-1579-4458-02DDF25DB9FC}"/>
                </a:ext>
              </a:extLst>
            </p:cNvPr>
            <p:cNvSpPr txBox="1"/>
            <p:nvPr/>
          </p:nvSpPr>
          <p:spPr>
            <a:xfrm>
              <a:off x="-3217271" y="5945837"/>
              <a:ext cx="2727932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dirty="0"/>
                <a:t>Background (all marks low)</a:t>
              </a:r>
              <a:endParaRPr lang="en-US" sz="11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103640A-986A-F344-DB24-B022E6C3250A}"/>
                </a:ext>
              </a:extLst>
            </p:cNvPr>
            <p:cNvSpPr txBox="1"/>
            <p:nvPr/>
          </p:nvSpPr>
          <p:spPr>
            <a:xfrm>
              <a:off x="-3182186" y="6400149"/>
              <a:ext cx="2727932" cy="4308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H3K9me3 (constitutive</a:t>
              </a:r>
              <a:r>
                <a:rPr lang="en-GB" sz="1100" dirty="0"/>
                <a:t>)</a:t>
              </a:r>
            </a:p>
            <a:p>
              <a:r>
                <a:rPr lang="en-GB" sz="1100" dirty="0"/>
                <a:t>H3K27me3 (weak)</a:t>
              </a:r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A1EDD3D7-C627-802B-C7CA-0458AAC1CF88}"/>
              </a:ext>
            </a:extLst>
          </p:cNvPr>
          <p:cNvSpPr/>
          <p:nvPr/>
        </p:nvSpPr>
        <p:spPr>
          <a:xfrm rot="5400000">
            <a:off x="10231742" y="778897"/>
            <a:ext cx="1072533" cy="2742478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graph with orange and purple bars&#10;&#10;AI-generated content may be incorrect.">
            <a:extLst>
              <a:ext uri="{FF2B5EF4-FFF2-40B4-BE49-F238E27FC236}">
                <a16:creationId xmlns:a16="http://schemas.microsoft.com/office/drawing/2014/main" id="{05682933-896E-C0FE-DE5E-F1F1772CC4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3206" y="1321888"/>
            <a:ext cx="7071542" cy="354538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D336229-9146-03E6-3D61-5F78F4B6E80A}"/>
              </a:ext>
            </a:extLst>
          </p:cNvPr>
          <p:cNvSpPr/>
          <p:nvPr/>
        </p:nvSpPr>
        <p:spPr>
          <a:xfrm rot="10800000">
            <a:off x="3658728" y="1701031"/>
            <a:ext cx="1008522" cy="3156719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7ED5D6-7EAF-1C8E-C07D-920FB0B5F870}"/>
              </a:ext>
            </a:extLst>
          </p:cNvPr>
          <p:cNvSpPr/>
          <p:nvPr/>
        </p:nvSpPr>
        <p:spPr>
          <a:xfrm rot="5400000">
            <a:off x="9921598" y="2193476"/>
            <a:ext cx="1676460" cy="274247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A24170-1053-677A-55F8-983129232704}"/>
              </a:ext>
            </a:extLst>
          </p:cNvPr>
          <p:cNvSpPr/>
          <p:nvPr/>
        </p:nvSpPr>
        <p:spPr>
          <a:xfrm rot="10800000">
            <a:off x="4707898" y="1686853"/>
            <a:ext cx="1511927" cy="318042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FBDB05-AB7C-A120-FF34-83F3BF72319A}"/>
              </a:ext>
            </a:extLst>
          </p:cNvPr>
          <p:cNvSpPr/>
          <p:nvPr/>
        </p:nvSpPr>
        <p:spPr>
          <a:xfrm rot="10800000">
            <a:off x="6243128" y="1705902"/>
            <a:ext cx="573999" cy="3156719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FB6A66-BF7E-750D-2DAE-83ECC5A35A32}"/>
              </a:ext>
            </a:extLst>
          </p:cNvPr>
          <p:cNvSpPr/>
          <p:nvPr/>
        </p:nvSpPr>
        <p:spPr>
          <a:xfrm rot="5400000">
            <a:off x="10543337" y="3285774"/>
            <a:ext cx="438656" cy="2753165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3835F8-03B7-4828-33AE-1589A7D090A6}"/>
              </a:ext>
            </a:extLst>
          </p:cNvPr>
          <p:cNvSpPr/>
          <p:nvPr/>
        </p:nvSpPr>
        <p:spPr>
          <a:xfrm rot="5400000">
            <a:off x="10222217" y="-649853"/>
            <a:ext cx="1072533" cy="2742478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28A735-9E25-B31F-CA73-63AAAE9A653F}"/>
              </a:ext>
            </a:extLst>
          </p:cNvPr>
          <p:cNvSpPr/>
          <p:nvPr/>
        </p:nvSpPr>
        <p:spPr>
          <a:xfrm rot="10800000">
            <a:off x="2280598" y="1700549"/>
            <a:ext cx="1008522" cy="3180423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0366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9AC1F80A-5BB9-0E80-9231-D2A97D915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808" y="880715"/>
            <a:ext cx="8428450" cy="42904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04418A-EF71-2500-997B-CB4E50B82971}"/>
              </a:ext>
            </a:extLst>
          </p:cNvPr>
          <p:cNvSpPr txBox="1"/>
          <p:nvPr/>
        </p:nvSpPr>
        <p:spPr>
          <a:xfrm>
            <a:off x="3748145" y="217129"/>
            <a:ext cx="33639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+mj-lt"/>
              </a:rPr>
              <a:t>H2AK119ub1 patterns</a:t>
            </a:r>
            <a:endParaRPr lang="en-US" sz="28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55E08C-A5B3-3753-A287-1C4A2AC69E83}"/>
              </a:ext>
            </a:extLst>
          </p:cNvPr>
          <p:cNvSpPr txBox="1"/>
          <p:nvPr/>
        </p:nvSpPr>
        <p:spPr>
          <a:xfrm>
            <a:off x="3064412" y="5319283"/>
            <a:ext cx="5383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E8 = constitutive PRC1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E7, E9, E10 = gain of H2AK119ub1 in DTKOs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E9, E10 = gain of H2AK119ub1 in EKO c15 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797BBB8-4DB4-1F5F-EC81-3D4879B780F8}"/>
              </a:ext>
            </a:extLst>
          </p:cNvPr>
          <p:cNvGrpSpPr/>
          <p:nvPr/>
        </p:nvGrpSpPr>
        <p:grpSpPr>
          <a:xfrm>
            <a:off x="9291996" y="198446"/>
            <a:ext cx="3223045" cy="6313911"/>
            <a:chOff x="-3677299" y="704293"/>
            <a:chExt cx="3223045" cy="6313911"/>
          </a:xfrm>
          <a:solidFill>
            <a:schemeClr val="bg1"/>
          </a:solidFill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2007271-3EF7-1E1D-4801-815B99C83360}"/>
                </a:ext>
              </a:extLst>
            </p:cNvPr>
            <p:cNvGrpSpPr/>
            <p:nvPr/>
          </p:nvGrpSpPr>
          <p:grpSpPr>
            <a:xfrm>
              <a:off x="-3677299" y="704293"/>
              <a:ext cx="2712903" cy="6313911"/>
              <a:chOff x="1591247" y="774290"/>
              <a:chExt cx="2361321" cy="5495651"/>
            </a:xfrm>
            <a:grpFill/>
          </p:grpSpPr>
          <p:pic>
            <p:nvPicPr>
              <p:cNvPr id="34" name="Picture 33" descr="A screen shot of a chart&#10;&#10;AI-generated content may be incorrect.">
                <a:extLst>
                  <a:ext uri="{FF2B5EF4-FFF2-40B4-BE49-F238E27FC236}">
                    <a16:creationId xmlns:a16="http://schemas.microsoft.com/office/drawing/2014/main" id="{34C0663D-DB36-9CF4-E801-2CF0F9E1F0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732" t="5841" r="65870" b="-1989"/>
              <a:stretch/>
            </p:blipFill>
            <p:spPr>
              <a:xfrm>
                <a:off x="1591247" y="803191"/>
                <a:ext cx="482154" cy="5466750"/>
              </a:xfrm>
              <a:prstGeom prst="rect">
                <a:avLst/>
              </a:prstGeom>
              <a:grpFill/>
            </p:spPr>
          </p:pic>
          <p:pic>
            <p:nvPicPr>
              <p:cNvPr id="35" name="Picture 34" descr="A screen shot of a chart&#10;&#10;AI-generated content may be incorrect.">
                <a:extLst>
                  <a:ext uri="{FF2B5EF4-FFF2-40B4-BE49-F238E27FC236}">
                    <a16:creationId xmlns:a16="http://schemas.microsoft.com/office/drawing/2014/main" id="{DF340383-B76F-EDDB-4EE6-629788151E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9371" t="6361" r="32" b="259"/>
              <a:stretch/>
            </p:blipFill>
            <p:spPr>
              <a:xfrm>
                <a:off x="2035277" y="774290"/>
                <a:ext cx="1917291" cy="5407542"/>
              </a:xfrm>
              <a:prstGeom prst="rect">
                <a:avLst/>
              </a:prstGeom>
              <a:grpFill/>
            </p:spPr>
          </p:pic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9C1A43A-8BD0-5F0E-E415-EA7422C14459}"/>
                </a:ext>
              </a:extLst>
            </p:cNvPr>
            <p:cNvSpPr txBox="1"/>
            <p:nvPr/>
          </p:nvSpPr>
          <p:spPr>
            <a:xfrm>
              <a:off x="-3248632" y="729692"/>
              <a:ext cx="2727932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(TTKO </a:t>
              </a:r>
              <a:r>
                <a:rPr lang="en-GB" sz="1100" dirty="0"/>
                <a:t>strong, WT weak)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99DFC18-023B-B59E-2CE9-BDD045E85DEE}"/>
                </a:ext>
              </a:extLst>
            </p:cNvPr>
            <p:cNvSpPr txBox="1"/>
            <p:nvPr/>
          </p:nvSpPr>
          <p:spPr>
            <a:xfrm>
              <a:off x="-3215003" y="1199592"/>
              <a:ext cx="2727932" cy="4308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(TTKO </a:t>
              </a:r>
              <a:r>
                <a:rPr lang="en-GB" sz="1100" dirty="0"/>
                <a:t>strong, WT weak) </a:t>
              </a:r>
              <a:r>
                <a:rPr lang="en-US" sz="1100" b="1" dirty="0"/>
                <a:t>H3K9me3 (DTKO</a:t>
              </a:r>
              <a:r>
                <a:rPr lang="en-US" sz="1100" dirty="0"/>
                <a:t>, strong)</a:t>
              </a:r>
              <a:endParaRPr lang="en-GB" sz="11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F62E0A2-357D-FEEE-51DA-09D23B89B850}"/>
                </a:ext>
              </a:extLst>
            </p:cNvPr>
            <p:cNvSpPr txBox="1"/>
            <p:nvPr/>
          </p:nvSpPr>
          <p:spPr>
            <a:xfrm>
              <a:off x="-3248632" y="1788215"/>
              <a:ext cx="2727932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H3K9me3 (DTKO</a:t>
              </a:r>
              <a:r>
                <a:rPr lang="en-US" sz="1100" dirty="0"/>
                <a:t> strong)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32B0BDF-D078-649D-8034-026F4D4D95A6}"/>
                </a:ext>
              </a:extLst>
            </p:cNvPr>
            <p:cNvSpPr txBox="1"/>
            <p:nvPr/>
          </p:nvSpPr>
          <p:spPr>
            <a:xfrm>
              <a:off x="-3248632" y="2203882"/>
              <a:ext cx="2727932" cy="4308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(DTKO</a:t>
              </a:r>
              <a:r>
                <a:rPr lang="en-GB" sz="1100" dirty="0"/>
                <a:t> strong, TTKO weak) </a:t>
              </a:r>
              <a:r>
                <a:rPr lang="en-GB" sz="1100" b="1" dirty="0"/>
                <a:t>H3K9me3 (DTKO, </a:t>
              </a:r>
              <a:r>
                <a:rPr lang="en-GB" sz="1100" dirty="0"/>
                <a:t>strong)</a:t>
              </a:r>
              <a:endParaRPr lang="en-US" sz="11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9B7B310-E795-0647-E8DC-FD3951B12609}"/>
                </a:ext>
              </a:extLst>
            </p:cNvPr>
            <p:cNvSpPr txBox="1"/>
            <p:nvPr/>
          </p:nvSpPr>
          <p:spPr>
            <a:xfrm>
              <a:off x="-3248632" y="2831751"/>
              <a:ext cx="2727932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(DTKO</a:t>
              </a:r>
              <a:r>
                <a:rPr lang="en-GB" sz="1100" dirty="0"/>
                <a:t> strong, TTKO weak)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7750106-F7D9-F713-E29F-AB923B20417E}"/>
                </a:ext>
              </a:extLst>
            </p:cNvPr>
            <p:cNvSpPr txBox="1"/>
            <p:nvPr/>
          </p:nvSpPr>
          <p:spPr>
            <a:xfrm>
              <a:off x="-3248632" y="3220782"/>
              <a:ext cx="2727932" cy="4308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(constitutive)</a:t>
              </a:r>
            </a:p>
            <a:p>
              <a:r>
                <a:rPr lang="en-GB" sz="1100" dirty="0"/>
                <a:t>H3K9me3 (DTKO, weak)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0E8A283-421F-B9F2-31BB-4A60A2CED00B}"/>
                </a:ext>
              </a:extLst>
            </p:cNvPr>
            <p:cNvSpPr txBox="1"/>
            <p:nvPr/>
          </p:nvSpPr>
          <p:spPr>
            <a:xfrm>
              <a:off x="-3248632" y="3676064"/>
              <a:ext cx="2727932" cy="60016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(constitutive)</a:t>
              </a:r>
            </a:p>
            <a:p>
              <a:r>
                <a:rPr lang="en-GB" sz="1100" dirty="0"/>
                <a:t>H2AK119ub1 (DTKO, strong)</a:t>
              </a:r>
            </a:p>
            <a:p>
              <a:r>
                <a:rPr lang="en-GB" sz="1100" dirty="0"/>
                <a:t>H3K9me3 (DTKO, weak)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BFA737B-7C20-EB07-6649-29A9713D5660}"/>
                </a:ext>
              </a:extLst>
            </p:cNvPr>
            <p:cNvSpPr txBox="1"/>
            <p:nvPr/>
          </p:nvSpPr>
          <p:spPr>
            <a:xfrm>
              <a:off x="-3252298" y="4309695"/>
              <a:ext cx="2727932" cy="60016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(constitutive)</a:t>
              </a:r>
            </a:p>
            <a:p>
              <a:r>
                <a:rPr lang="en-GB" sz="1100" b="1" dirty="0"/>
                <a:t>H2AK119ub1 </a:t>
              </a:r>
              <a:r>
                <a:rPr lang="en-GB" sz="1100" dirty="0"/>
                <a:t>(medium in WT,  TTKO &amp; EZKOc14) (strong in DTKO &amp; EKOc15)</a:t>
              </a:r>
              <a:endParaRPr lang="en-US" sz="11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AF382F0-3EC6-B5A1-3B47-F56D05EE8F1D}"/>
                </a:ext>
              </a:extLst>
            </p:cNvPr>
            <p:cNvSpPr txBox="1"/>
            <p:nvPr/>
          </p:nvSpPr>
          <p:spPr>
            <a:xfrm>
              <a:off x="-3255964" y="4908792"/>
              <a:ext cx="2727932" cy="4308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(DTKO</a:t>
              </a:r>
              <a:r>
                <a:rPr lang="en-GB" sz="1100" dirty="0"/>
                <a:t> strong, TTKO weak)</a:t>
              </a:r>
            </a:p>
            <a:p>
              <a:r>
                <a:rPr lang="en-GB" sz="1100" b="1" dirty="0"/>
                <a:t>H2AK119ub1 (DTKO </a:t>
              </a:r>
              <a:r>
                <a:rPr lang="en-GB" sz="1100" dirty="0"/>
                <a:t>strong)</a:t>
              </a:r>
              <a:endParaRPr lang="en-US" sz="11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786D343-EBBB-D088-33B7-13D8720CFA1D}"/>
                </a:ext>
              </a:extLst>
            </p:cNvPr>
            <p:cNvSpPr txBox="1"/>
            <p:nvPr/>
          </p:nvSpPr>
          <p:spPr>
            <a:xfrm>
              <a:off x="-3255964" y="5429431"/>
              <a:ext cx="2727932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H2AK119ub1 (DTKO</a:t>
              </a:r>
              <a:r>
                <a:rPr lang="en-GB" sz="1100" dirty="0"/>
                <a:t>, EKOc15 middle)</a:t>
              </a:r>
              <a:endParaRPr lang="en-US" sz="11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3CF13A3-881C-1579-4458-02DDF25DB9FC}"/>
                </a:ext>
              </a:extLst>
            </p:cNvPr>
            <p:cNvSpPr txBox="1"/>
            <p:nvPr/>
          </p:nvSpPr>
          <p:spPr>
            <a:xfrm>
              <a:off x="-3217271" y="5945837"/>
              <a:ext cx="2727932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dirty="0"/>
                <a:t>Background (all marks low)</a:t>
              </a:r>
              <a:endParaRPr lang="en-US" sz="11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103640A-986A-F344-DB24-B022E6C3250A}"/>
                </a:ext>
              </a:extLst>
            </p:cNvPr>
            <p:cNvSpPr txBox="1"/>
            <p:nvPr/>
          </p:nvSpPr>
          <p:spPr>
            <a:xfrm>
              <a:off x="-3182186" y="6400149"/>
              <a:ext cx="2727932" cy="4308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H3K9me3 (constitutive</a:t>
              </a:r>
              <a:r>
                <a:rPr lang="en-GB" sz="1100" dirty="0"/>
                <a:t>)</a:t>
              </a:r>
            </a:p>
            <a:p>
              <a:r>
                <a:rPr lang="en-GB" sz="1100" dirty="0"/>
                <a:t>H3K27me3 (weak)</a:t>
              </a:r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A1EDD3D7-C627-802B-C7CA-0458AAC1CF88}"/>
              </a:ext>
            </a:extLst>
          </p:cNvPr>
          <p:cNvSpPr/>
          <p:nvPr/>
        </p:nvSpPr>
        <p:spPr>
          <a:xfrm rot="5400000">
            <a:off x="10494240" y="2114818"/>
            <a:ext cx="533420" cy="2727933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336229-9146-03E6-3D61-5F78F4B6E80A}"/>
              </a:ext>
            </a:extLst>
          </p:cNvPr>
          <p:cNvSpPr/>
          <p:nvPr/>
        </p:nvSpPr>
        <p:spPr>
          <a:xfrm rot="10800000">
            <a:off x="4729048" y="1352017"/>
            <a:ext cx="619129" cy="3648076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7ED5D6-7EAF-1C8E-C07D-920FB0B5F870}"/>
              </a:ext>
            </a:extLst>
          </p:cNvPr>
          <p:cNvSpPr/>
          <p:nvPr/>
        </p:nvSpPr>
        <p:spPr>
          <a:xfrm rot="5400000">
            <a:off x="10443546" y="2715424"/>
            <a:ext cx="632564" cy="274247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A24170-1053-677A-55F8-983129232704}"/>
              </a:ext>
            </a:extLst>
          </p:cNvPr>
          <p:cNvSpPr/>
          <p:nvPr/>
        </p:nvSpPr>
        <p:spPr>
          <a:xfrm rot="10800000">
            <a:off x="5372097" y="1352549"/>
            <a:ext cx="619128" cy="364807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D9B67E-ACFF-3057-0C48-C2A8E2AE6BD3}"/>
              </a:ext>
            </a:extLst>
          </p:cNvPr>
          <p:cNvSpPr/>
          <p:nvPr/>
        </p:nvSpPr>
        <p:spPr>
          <a:xfrm rot="10800000">
            <a:off x="6015143" y="1352549"/>
            <a:ext cx="1195281" cy="3648076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DA7389-757B-5B47-012A-F614EE4E72A9}"/>
              </a:ext>
            </a:extLst>
          </p:cNvPr>
          <p:cNvSpPr/>
          <p:nvPr/>
        </p:nvSpPr>
        <p:spPr>
          <a:xfrm rot="5400000">
            <a:off x="10307033" y="3504646"/>
            <a:ext cx="891044" cy="2727933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3805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orange and purple bars&#10;&#10;AI-generated content may be incorrect.">
            <a:extLst>
              <a:ext uri="{FF2B5EF4-FFF2-40B4-BE49-F238E27FC236}">
                <a16:creationId xmlns:a16="http://schemas.microsoft.com/office/drawing/2014/main" id="{69F680CA-0B2D-E617-66E4-7B6374B44B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233" y="892386"/>
            <a:ext cx="8382726" cy="42294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04418A-EF71-2500-997B-CB4E50B82971}"/>
              </a:ext>
            </a:extLst>
          </p:cNvPr>
          <p:cNvSpPr txBox="1"/>
          <p:nvPr/>
        </p:nvSpPr>
        <p:spPr>
          <a:xfrm>
            <a:off x="3748145" y="217129"/>
            <a:ext cx="28862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+mj-lt"/>
              </a:rPr>
              <a:t>H3K9me3 patterns</a:t>
            </a:r>
            <a:endParaRPr lang="en-US" sz="28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55E08C-A5B3-3753-A287-1C4A2AC69E83}"/>
              </a:ext>
            </a:extLst>
          </p:cNvPr>
          <p:cNvSpPr txBox="1"/>
          <p:nvPr/>
        </p:nvSpPr>
        <p:spPr>
          <a:xfrm>
            <a:off x="3064412" y="5319283"/>
            <a:ext cx="5383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E12 = constitutive heterochromatin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E2, E3, E4 = strong H3K9me3 in DTKO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E6, E7, E8, E9, E10 = mild H3K9me3 in DTKO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797BBB8-4DB4-1F5F-EC81-3D4879B780F8}"/>
              </a:ext>
            </a:extLst>
          </p:cNvPr>
          <p:cNvGrpSpPr/>
          <p:nvPr/>
        </p:nvGrpSpPr>
        <p:grpSpPr>
          <a:xfrm>
            <a:off x="9291996" y="198446"/>
            <a:ext cx="3223045" cy="6313911"/>
            <a:chOff x="-3677299" y="704293"/>
            <a:chExt cx="3223045" cy="6313911"/>
          </a:xfrm>
          <a:solidFill>
            <a:schemeClr val="bg1"/>
          </a:solidFill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2007271-3EF7-1E1D-4801-815B99C83360}"/>
                </a:ext>
              </a:extLst>
            </p:cNvPr>
            <p:cNvGrpSpPr/>
            <p:nvPr/>
          </p:nvGrpSpPr>
          <p:grpSpPr>
            <a:xfrm>
              <a:off x="-3677299" y="704293"/>
              <a:ext cx="2712903" cy="6313911"/>
              <a:chOff x="1591247" y="774290"/>
              <a:chExt cx="2361321" cy="5495651"/>
            </a:xfrm>
            <a:grpFill/>
          </p:grpSpPr>
          <p:pic>
            <p:nvPicPr>
              <p:cNvPr id="34" name="Picture 33" descr="A screen shot of a chart&#10;&#10;AI-generated content may be incorrect.">
                <a:extLst>
                  <a:ext uri="{FF2B5EF4-FFF2-40B4-BE49-F238E27FC236}">
                    <a16:creationId xmlns:a16="http://schemas.microsoft.com/office/drawing/2014/main" id="{34C0663D-DB36-9CF4-E801-2CF0F9E1F0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732" t="5841" r="65870" b="-1989"/>
              <a:stretch/>
            </p:blipFill>
            <p:spPr>
              <a:xfrm>
                <a:off x="1591247" y="803191"/>
                <a:ext cx="482154" cy="5466750"/>
              </a:xfrm>
              <a:prstGeom prst="rect">
                <a:avLst/>
              </a:prstGeom>
              <a:grpFill/>
            </p:spPr>
          </p:pic>
          <p:pic>
            <p:nvPicPr>
              <p:cNvPr id="35" name="Picture 34" descr="A screen shot of a chart&#10;&#10;AI-generated content may be incorrect.">
                <a:extLst>
                  <a:ext uri="{FF2B5EF4-FFF2-40B4-BE49-F238E27FC236}">
                    <a16:creationId xmlns:a16="http://schemas.microsoft.com/office/drawing/2014/main" id="{DF340383-B76F-EDDB-4EE6-629788151E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9371" t="6361" r="32" b="259"/>
              <a:stretch/>
            </p:blipFill>
            <p:spPr>
              <a:xfrm>
                <a:off x="2035277" y="774290"/>
                <a:ext cx="1917291" cy="5407542"/>
              </a:xfrm>
              <a:prstGeom prst="rect">
                <a:avLst/>
              </a:prstGeom>
              <a:grpFill/>
            </p:spPr>
          </p:pic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9C1A43A-8BD0-5F0E-E415-EA7422C14459}"/>
                </a:ext>
              </a:extLst>
            </p:cNvPr>
            <p:cNvSpPr txBox="1"/>
            <p:nvPr/>
          </p:nvSpPr>
          <p:spPr>
            <a:xfrm>
              <a:off x="-3248632" y="729692"/>
              <a:ext cx="2727932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(TTKO </a:t>
              </a:r>
              <a:r>
                <a:rPr lang="en-GB" sz="1100" dirty="0"/>
                <a:t>strong, WT weak)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99DFC18-023B-B59E-2CE9-BDD045E85DEE}"/>
                </a:ext>
              </a:extLst>
            </p:cNvPr>
            <p:cNvSpPr txBox="1"/>
            <p:nvPr/>
          </p:nvSpPr>
          <p:spPr>
            <a:xfrm>
              <a:off x="-3215003" y="1199592"/>
              <a:ext cx="2727932" cy="4308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(TTKO </a:t>
              </a:r>
              <a:r>
                <a:rPr lang="en-GB" sz="1100" dirty="0"/>
                <a:t>strong, WT weak) </a:t>
              </a:r>
              <a:r>
                <a:rPr lang="en-US" sz="1100" b="1" dirty="0"/>
                <a:t>H3K9me3 (DTKO</a:t>
              </a:r>
              <a:r>
                <a:rPr lang="en-US" sz="1100" dirty="0"/>
                <a:t>, strong)</a:t>
              </a:r>
              <a:endParaRPr lang="en-GB" sz="11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F62E0A2-357D-FEEE-51DA-09D23B89B850}"/>
                </a:ext>
              </a:extLst>
            </p:cNvPr>
            <p:cNvSpPr txBox="1"/>
            <p:nvPr/>
          </p:nvSpPr>
          <p:spPr>
            <a:xfrm>
              <a:off x="-3248632" y="1788215"/>
              <a:ext cx="2727932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H3K9me3 (DTKO</a:t>
              </a:r>
              <a:r>
                <a:rPr lang="en-US" sz="1100" dirty="0"/>
                <a:t> strong)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32B0BDF-D078-649D-8034-026F4D4D95A6}"/>
                </a:ext>
              </a:extLst>
            </p:cNvPr>
            <p:cNvSpPr txBox="1"/>
            <p:nvPr/>
          </p:nvSpPr>
          <p:spPr>
            <a:xfrm>
              <a:off x="-3248632" y="2203882"/>
              <a:ext cx="2727932" cy="4308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(DTKO</a:t>
              </a:r>
              <a:r>
                <a:rPr lang="en-GB" sz="1100" dirty="0"/>
                <a:t> strong, TTKO weak) </a:t>
              </a:r>
              <a:r>
                <a:rPr lang="en-GB" sz="1100" b="1" dirty="0"/>
                <a:t>H3K9me3 (DTKO, </a:t>
              </a:r>
              <a:r>
                <a:rPr lang="en-GB" sz="1100" dirty="0"/>
                <a:t>strong)</a:t>
              </a:r>
              <a:endParaRPr lang="en-US" sz="11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9B7B310-E795-0647-E8DC-FD3951B12609}"/>
                </a:ext>
              </a:extLst>
            </p:cNvPr>
            <p:cNvSpPr txBox="1"/>
            <p:nvPr/>
          </p:nvSpPr>
          <p:spPr>
            <a:xfrm>
              <a:off x="-3248632" y="2831751"/>
              <a:ext cx="2727932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(DTKO</a:t>
              </a:r>
              <a:r>
                <a:rPr lang="en-GB" sz="1100" dirty="0"/>
                <a:t> strong, TTKO weak)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7750106-F7D9-F713-E29F-AB923B20417E}"/>
                </a:ext>
              </a:extLst>
            </p:cNvPr>
            <p:cNvSpPr txBox="1"/>
            <p:nvPr/>
          </p:nvSpPr>
          <p:spPr>
            <a:xfrm>
              <a:off x="-3248632" y="3220782"/>
              <a:ext cx="2727932" cy="4308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(constitutive)</a:t>
              </a:r>
            </a:p>
            <a:p>
              <a:r>
                <a:rPr lang="en-GB" sz="1100" dirty="0"/>
                <a:t>H3K9me3 (DTKO, weak)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0E8A283-421F-B9F2-31BB-4A60A2CED00B}"/>
                </a:ext>
              </a:extLst>
            </p:cNvPr>
            <p:cNvSpPr txBox="1"/>
            <p:nvPr/>
          </p:nvSpPr>
          <p:spPr>
            <a:xfrm>
              <a:off x="-3248632" y="3676064"/>
              <a:ext cx="2727932" cy="60016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(constitutive)</a:t>
              </a:r>
            </a:p>
            <a:p>
              <a:r>
                <a:rPr lang="en-GB" sz="1100" dirty="0"/>
                <a:t>H2AK119ub1 (DTKO, strong)</a:t>
              </a:r>
            </a:p>
            <a:p>
              <a:r>
                <a:rPr lang="en-GB" sz="1100" dirty="0"/>
                <a:t>H3K9me3 (DTKO, weak)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BFA737B-7C20-EB07-6649-29A9713D5660}"/>
                </a:ext>
              </a:extLst>
            </p:cNvPr>
            <p:cNvSpPr txBox="1"/>
            <p:nvPr/>
          </p:nvSpPr>
          <p:spPr>
            <a:xfrm>
              <a:off x="-3252298" y="4309695"/>
              <a:ext cx="2727932" cy="60016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(constitutive)</a:t>
              </a:r>
            </a:p>
            <a:p>
              <a:r>
                <a:rPr lang="en-GB" sz="1100" b="1" dirty="0"/>
                <a:t>H2AK119ub1 </a:t>
              </a:r>
              <a:r>
                <a:rPr lang="en-GB" sz="1100" dirty="0"/>
                <a:t>(medium in WT,  TTKO &amp; EZKOc14) (strong in DTKO &amp; EKOc15)</a:t>
              </a:r>
              <a:endParaRPr lang="en-US" sz="11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AF382F0-3EC6-B5A1-3B47-F56D05EE8F1D}"/>
                </a:ext>
              </a:extLst>
            </p:cNvPr>
            <p:cNvSpPr txBox="1"/>
            <p:nvPr/>
          </p:nvSpPr>
          <p:spPr>
            <a:xfrm>
              <a:off x="-3255964" y="4908792"/>
              <a:ext cx="2727932" cy="4308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(DTKO</a:t>
              </a:r>
              <a:r>
                <a:rPr lang="en-GB" sz="1100" dirty="0"/>
                <a:t> strong, TTKO weak)</a:t>
              </a:r>
            </a:p>
            <a:p>
              <a:r>
                <a:rPr lang="en-GB" sz="1100" b="1" dirty="0"/>
                <a:t>H2AK119ub1 (DTKO </a:t>
              </a:r>
              <a:r>
                <a:rPr lang="en-GB" sz="1100" dirty="0"/>
                <a:t>strong)</a:t>
              </a:r>
              <a:endParaRPr lang="en-US" sz="11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786D343-EBBB-D088-33B7-13D8720CFA1D}"/>
                </a:ext>
              </a:extLst>
            </p:cNvPr>
            <p:cNvSpPr txBox="1"/>
            <p:nvPr/>
          </p:nvSpPr>
          <p:spPr>
            <a:xfrm>
              <a:off x="-3255964" y="5429431"/>
              <a:ext cx="2727932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H2AK119ub1 (DTKO</a:t>
              </a:r>
              <a:r>
                <a:rPr lang="en-GB" sz="1100" dirty="0"/>
                <a:t>, EKOc15 middle)</a:t>
              </a:r>
              <a:endParaRPr lang="en-US" sz="11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3CF13A3-881C-1579-4458-02DDF25DB9FC}"/>
                </a:ext>
              </a:extLst>
            </p:cNvPr>
            <p:cNvSpPr txBox="1"/>
            <p:nvPr/>
          </p:nvSpPr>
          <p:spPr>
            <a:xfrm>
              <a:off x="-3217271" y="5945837"/>
              <a:ext cx="2727932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dirty="0"/>
                <a:t>Background (all marks low)</a:t>
              </a:r>
              <a:endParaRPr lang="en-US" sz="11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103640A-986A-F344-DB24-B022E6C3250A}"/>
                </a:ext>
              </a:extLst>
            </p:cNvPr>
            <p:cNvSpPr txBox="1"/>
            <p:nvPr/>
          </p:nvSpPr>
          <p:spPr>
            <a:xfrm>
              <a:off x="-3182186" y="6400149"/>
              <a:ext cx="2727932" cy="4308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H3K9me3 (constitutive</a:t>
              </a:r>
              <a:r>
                <a:rPr lang="en-GB" sz="1100" dirty="0"/>
                <a:t>)</a:t>
              </a:r>
            </a:p>
            <a:p>
              <a:r>
                <a:rPr lang="en-GB" sz="1100" dirty="0"/>
                <a:t>H3K27me3 (weak)</a:t>
              </a:r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A1EDD3D7-C627-802B-C7CA-0458AAC1CF88}"/>
              </a:ext>
            </a:extLst>
          </p:cNvPr>
          <p:cNvSpPr/>
          <p:nvPr/>
        </p:nvSpPr>
        <p:spPr>
          <a:xfrm rot="5400000">
            <a:off x="9977829" y="56671"/>
            <a:ext cx="1487247" cy="279014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336229-9146-03E6-3D61-5F78F4B6E80A}"/>
              </a:ext>
            </a:extLst>
          </p:cNvPr>
          <p:cNvSpPr/>
          <p:nvPr/>
        </p:nvSpPr>
        <p:spPr>
          <a:xfrm rot="10800000">
            <a:off x="1722053" y="1340834"/>
            <a:ext cx="1840296" cy="3648076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7ED5D6-7EAF-1C8E-C07D-920FB0B5F870}"/>
              </a:ext>
            </a:extLst>
          </p:cNvPr>
          <p:cNvSpPr/>
          <p:nvPr/>
        </p:nvSpPr>
        <p:spPr>
          <a:xfrm rot="5400000">
            <a:off x="10443545" y="4662592"/>
            <a:ext cx="632564" cy="274247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A24170-1053-677A-55F8-983129232704}"/>
              </a:ext>
            </a:extLst>
          </p:cNvPr>
          <p:cNvSpPr/>
          <p:nvPr/>
        </p:nvSpPr>
        <p:spPr>
          <a:xfrm rot="10800000">
            <a:off x="7658141" y="1346179"/>
            <a:ext cx="619128" cy="364807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D9B67E-ACFF-3057-0C48-C2A8E2AE6BD3}"/>
              </a:ext>
            </a:extLst>
          </p:cNvPr>
          <p:cNvSpPr/>
          <p:nvPr/>
        </p:nvSpPr>
        <p:spPr>
          <a:xfrm rot="10800000">
            <a:off x="4020256" y="1340834"/>
            <a:ext cx="3112779" cy="3648076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DA7389-757B-5B47-012A-F614EE4E72A9}"/>
              </a:ext>
            </a:extLst>
          </p:cNvPr>
          <p:cNvSpPr/>
          <p:nvPr/>
        </p:nvSpPr>
        <p:spPr>
          <a:xfrm rot="5400000">
            <a:off x="9658515" y="2375828"/>
            <a:ext cx="2125871" cy="279014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3797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04418A-EF71-2500-997B-CB4E50B82971}"/>
              </a:ext>
            </a:extLst>
          </p:cNvPr>
          <p:cNvSpPr txBox="1"/>
          <p:nvPr/>
        </p:nvSpPr>
        <p:spPr>
          <a:xfrm>
            <a:off x="3632531" y="117811"/>
            <a:ext cx="51835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+mj-lt"/>
              </a:rPr>
              <a:t>State enrichment around TES &amp;TSS</a:t>
            </a:r>
            <a:endParaRPr lang="en-US" sz="2800" dirty="0">
              <a:latin typeface="+mj-lt"/>
            </a:endParaRPr>
          </a:p>
        </p:txBody>
      </p:sp>
      <p:pic>
        <p:nvPicPr>
          <p:cNvPr id="8" name="Picture 7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220DEB44-836A-FDE5-65AD-F19875C4EB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" t="4569" r="5144"/>
          <a:stretch/>
        </p:blipFill>
        <p:spPr>
          <a:xfrm>
            <a:off x="616377" y="1378174"/>
            <a:ext cx="7991476" cy="4101651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A62FF84C-0FD6-459B-FB8F-9401AA198B88}"/>
              </a:ext>
            </a:extLst>
          </p:cNvPr>
          <p:cNvGrpSpPr/>
          <p:nvPr/>
        </p:nvGrpSpPr>
        <p:grpSpPr>
          <a:xfrm>
            <a:off x="9021590" y="379421"/>
            <a:ext cx="3621853" cy="6313911"/>
            <a:chOff x="-4076107" y="704293"/>
            <a:chExt cx="3621853" cy="6313911"/>
          </a:xfrm>
          <a:solidFill>
            <a:schemeClr val="bg1"/>
          </a:solidFill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311D0F4-9FB7-34F1-2844-17BCCBEB228F}"/>
                </a:ext>
              </a:extLst>
            </p:cNvPr>
            <p:cNvGrpSpPr/>
            <p:nvPr/>
          </p:nvGrpSpPr>
          <p:grpSpPr>
            <a:xfrm>
              <a:off x="-4076107" y="704293"/>
              <a:ext cx="3111710" cy="6313911"/>
              <a:chOff x="1244123" y="774290"/>
              <a:chExt cx="2708445" cy="5495651"/>
            </a:xfrm>
            <a:grpFill/>
          </p:grpSpPr>
          <p:pic>
            <p:nvPicPr>
              <p:cNvPr id="45" name="Picture 44" descr="A screen shot of a chart&#10;&#10;AI-generated content may be incorrect.">
                <a:extLst>
                  <a:ext uri="{FF2B5EF4-FFF2-40B4-BE49-F238E27FC236}">
                    <a16:creationId xmlns:a16="http://schemas.microsoft.com/office/drawing/2014/main" id="{3A2FF2AA-1CC6-81FE-BFF6-F620463C4B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246" t="5841" r="65870" b="-1989"/>
              <a:stretch/>
            </p:blipFill>
            <p:spPr>
              <a:xfrm>
                <a:off x="1244123" y="803191"/>
                <a:ext cx="829279" cy="5466750"/>
              </a:xfrm>
              <a:prstGeom prst="rect">
                <a:avLst/>
              </a:prstGeom>
              <a:grpFill/>
            </p:spPr>
          </p:pic>
          <p:pic>
            <p:nvPicPr>
              <p:cNvPr id="46" name="Picture 45" descr="A screen shot of a chart&#10;&#10;AI-generated content may be incorrect.">
                <a:extLst>
                  <a:ext uri="{FF2B5EF4-FFF2-40B4-BE49-F238E27FC236}">
                    <a16:creationId xmlns:a16="http://schemas.microsoft.com/office/drawing/2014/main" id="{F50C40AD-AAF6-EE78-2992-A152CFC97A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9371" t="6361" r="32" b="259"/>
              <a:stretch/>
            </p:blipFill>
            <p:spPr>
              <a:xfrm>
                <a:off x="2035277" y="774290"/>
                <a:ext cx="1917291" cy="5407542"/>
              </a:xfrm>
              <a:prstGeom prst="rect">
                <a:avLst/>
              </a:prstGeom>
              <a:grpFill/>
            </p:spPr>
          </p:pic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8E51176-0F86-0223-B222-3BF8ABC83E4C}"/>
                </a:ext>
              </a:extLst>
            </p:cNvPr>
            <p:cNvSpPr txBox="1"/>
            <p:nvPr/>
          </p:nvSpPr>
          <p:spPr>
            <a:xfrm>
              <a:off x="-3248632" y="729692"/>
              <a:ext cx="2727932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(TTKO </a:t>
              </a:r>
              <a:r>
                <a:rPr lang="en-GB" sz="1100" dirty="0"/>
                <a:t>strong, WT weak)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39095BE-7CA0-59DC-17CB-4AE4BE8D284B}"/>
                </a:ext>
              </a:extLst>
            </p:cNvPr>
            <p:cNvSpPr txBox="1"/>
            <p:nvPr/>
          </p:nvSpPr>
          <p:spPr>
            <a:xfrm>
              <a:off x="-3215003" y="1199592"/>
              <a:ext cx="2727932" cy="4308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(TTKO </a:t>
              </a:r>
              <a:r>
                <a:rPr lang="en-GB" sz="1100" dirty="0"/>
                <a:t>strong, WT weak) </a:t>
              </a:r>
              <a:r>
                <a:rPr lang="en-US" sz="1100" b="1" dirty="0"/>
                <a:t>H3K9me3 (DTKO</a:t>
              </a:r>
              <a:r>
                <a:rPr lang="en-US" sz="1100" dirty="0"/>
                <a:t>, strong)</a:t>
              </a:r>
              <a:endParaRPr lang="en-GB" sz="11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F41E443-4B36-EAEC-72E9-AAF7237A3FDD}"/>
                </a:ext>
              </a:extLst>
            </p:cNvPr>
            <p:cNvSpPr txBox="1"/>
            <p:nvPr/>
          </p:nvSpPr>
          <p:spPr>
            <a:xfrm>
              <a:off x="-3248632" y="1788215"/>
              <a:ext cx="2727932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H3K9me3 (DTKO</a:t>
              </a:r>
              <a:r>
                <a:rPr lang="en-US" sz="1100" dirty="0"/>
                <a:t> strong)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C8355CA-1B8C-00FD-5505-E25FAF1759D2}"/>
                </a:ext>
              </a:extLst>
            </p:cNvPr>
            <p:cNvSpPr txBox="1"/>
            <p:nvPr/>
          </p:nvSpPr>
          <p:spPr>
            <a:xfrm>
              <a:off x="-3248632" y="2203882"/>
              <a:ext cx="2727932" cy="4308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(DTKO</a:t>
              </a:r>
              <a:r>
                <a:rPr lang="en-GB" sz="1100" dirty="0"/>
                <a:t> strong, TTKO weak) </a:t>
              </a:r>
              <a:r>
                <a:rPr lang="en-GB" sz="1100" b="1" dirty="0"/>
                <a:t>H3K9me3 (DTKO, </a:t>
              </a:r>
              <a:r>
                <a:rPr lang="en-GB" sz="1100" dirty="0"/>
                <a:t>strong)</a:t>
              </a:r>
              <a:endParaRPr lang="en-US" sz="1100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79F3CDC-FB10-F044-8AA9-9B63C2B71164}"/>
                </a:ext>
              </a:extLst>
            </p:cNvPr>
            <p:cNvSpPr txBox="1"/>
            <p:nvPr/>
          </p:nvSpPr>
          <p:spPr>
            <a:xfrm>
              <a:off x="-3248632" y="2831751"/>
              <a:ext cx="2727932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(DTKO</a:t>
              </a:r>
              <a:r>
                <a:rPr lang="en-GB" sz="1100" dirty="0"/>
                <a:t> strong, TTKO weak)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45A7966-483B-8477-BB9F-746743FEFBEB}"/>
                </a:ext>
              </a:extLst>
            </p:cNvPr>
            <p:cNvSpPr txBox="1"/>
            <p:nvPr/>
          </p:nvSpPr>
          <p:spPr>
            <a:xfrm>
              <a:off x="-3248632" y="3220782"/>
              <a:ext cx="2727932" cy="4308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(constitutive)</a:t>
              </a:r>
            </a:p>
            <a:p>
              <a:r>
                <a:rPr lang="en-GB" sz="1100" dirty="0"/>
                <a:t>H3K9me3 (DTKO, weak)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6905097-23DF-1775-6858-930919B96788}"/>
                </a:ext>
              </a:extLst>
            </p:cNvPr>
            <p:cNvSpPr txBox="1"/>
            <p:nvPr/>
          </p:nvSpPr>
          <p:spPr>
            <a:xfrm>
              <a:off x="-3248632" y="3676064"/>
              <a:ext cx="2727932" cy="60016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(constitutive)</a:t>
              </a:r>
            </a:p>
            <a:p>
              <a:r>
                <a:rPr lang="en-GB" sz="1100" dirty="0"/>
                <a:t>H2AK119ub1 (DTKO, strong)</a:t>
              </a:r>
            </a:p>
            <a:p>
              <a:r>
                <a:rPr lang="en-GB" sz="1100" dirty="0"/>
                <a:t>H3K9me3 (DTKO, weak)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54F53E8-7D61-6623-06EB-C04BDCD663CF}"/>
                </a:ext>
              </a:extLst>
            </p:cNvPr>
            <p:cNvSpPr txBox="1"/>
            <p:nvPr/>
          </p:nvSpPr>
          <p:spPr>
            <a:xfrm>
              <a:off x="-3252298" y="4309695"/>
              <a:ext cx="2727932" cy="60016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(constitutive)</a:t>
              </a:r>
            </a:p>
            <a:p>
              <a:r>
                <a:rPr lang="en-GB" sz="1100" b="1" dirty="0"/>
                <a:t>H2AK119ub1 </a:t>
              </a:r>
              <a:r>
                <a:rPr lang="en-GB" sz="1100" dirty="0"/>
                <a:t>(medium in WT,  TTKO &amp; EZKOc14) (strong in DTKO &amp; EKOc15)</a:t>
              </a:r>
              <a:endParaRPr lang="en-US" sz="110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4B3ACFA-B33E-5F85-27AA-212E4877C2C3}"/>
                </a:ext>
              </a:extLst>
            </p:cNvPr>
            <p:cNvSpPr txBox="1"/>
            <p:nvPr/>
          </p:nvSpPr>
          <p:spPr>
            <a:xfrm>
              <a:off x="-3255964" y="4908792"/>
              <a:ext cx="2727932" cy="4308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(DTKO</a:t>
              </a:r>
              <a:r>
                <a:rPr lang="en-GB" sz="1100" dirty="0"/>
                <a:t> strong, TTKO weak)</a:t>
              </a:r>
            </a:p>
            <a:p>
              <a:r>
                <a:rPr lang="en-GB" sz="1100" b="1" dirty="0"/>
                <a:t>H2AK119ub1 (DTKO </a:t>
              </a:r>
              <a:r>
                <a:rPr lang="en-GB" sz="1100" dirty="0"/>
                <a:t>strong)</a:t>
              </a:r>
              <a:endParaRPr lang="en-US" sz="1100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8B3059B-5492-6327-7B03-43F26FEE2864}"/>
                </a:ext>
              </a:extLst>
            </p:cNvPr>
            <p:cNvSpPr txBox="1"/>
            <p:nvPr/>
          </p:nvSpPr>
          <p:spPr>
            <a:xfrm>
              <a:off x="-3255964" y="5429431"/>
              <a:ext cx="2727932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H2AK119ub1 (DTKO</a:t>
              </a:r>
              <a:r>
                <a:rPr lang="en-GB" sz="1100" dirty="0"/>
                <a:t>, EKOc15 middle)</a:t>
              </a:r>
              <a:endParaRPr lang="en-US" sz="1100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44E89DC-9071-47C0-F22A-46DC86C70D04}"/>
                </a:ext>
              </a:extLst>
            </p:cNvPr>
            <p:cNvSpPr txBox="1"/>
            <p:nvPr/>
          </p:nvSpPr>
          <p:spPr>
            <a:xfrm>
              <a:off x="-3217271" y="5945837"/>
              <a:ext cx="2727932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dirty="0"/>
                <a:t>Background (all marks low)</a:t>
              </a:r>
              <a:endParaRPr lang="en-US" sz="11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31B4B03-5F8F-5D5F-8ABF-AF1E5637858A}"/>
                </a:ext>
              </a:extLst>
            </p:cNvPr>
            <p:cNvSpPr txBox="1"/>
            <p:nvPr/>
          </p:nvSpPr>
          <p:spPr>
            <a:xfrm>
              <a:off x="-3182186" y="6400149"/>
              <a:ext cx="2727932" cy="4308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H3K9me3 (constitutive</a:t>
              </a:r>
              <a:r>
                <a:rPr lang="en-GB" sz="1100" dirty="0"/>
                <a:t>)</a:t>
              </a:r>
            </a:p>
            <a:p>
              <a:r>
                <a:rPr lang="en-GB" sz="1100" dirty="0"/>
                <a:t>H3K27me3 (weak)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398542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04418A-EF71-2500-997B-CB4E50B82971}"/>
              </a:ext>
            </a:extLst>
          </p:cNvPr>
          <p:cNvSpPr txBox="1"/>
          <p:nvPr/>
        </p:nvSpPr>
        <p:spPr>
          <a:xfrm>
            <a:off x="3311038" y="335813"/>
            <a:ext cx="55699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+mj-lt"/>
              </a:rPr>
              <a:t>Genome coverage by chromatin state</a:t>
            </a:r>
            <a:endParaRPr lang="en-US" sz="2800" dirty="0">
              <a:latin typeface="+mj-lt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62FF84C-0FD6-459B-FB8F-9401AA198B88}"/>
              </a:ext>
            </a:extLst>
          </p:cNvPr>
          <p:cNvGrpSpPr/>
          <p:nvPr/>
        </p:nvGrpSpPr>
        <p:grpSpPr>
          <a:xfrm>
            <a:off x="9021590" y="379421"/>
            <a:ext cx="3621853" cy="6313911"/>
            <a:chOff x="-4076107" y="704293"/>
            <a:chExt cx="3621853" cy="6313911"/>
          </a:xfrm>
          <a:solidFill>
            <a:schemeClr val="bg1"/>
          </a:solidFill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311D0F4-9FB7-34F1-2844-17BCCBEB228F}"/>
                </a:ext>
              </a:extLst>
            </p:cNvPr>
            <p:cNvGrpSpPr/>
            <p:nvPr/>
          </p:nvGrpSpPr>
          <p:grpSpPr>
            <a:xfrm>
              <a:off x="-4076107" y="704293"/>
              <a:ext cx="3111710" cy="6313911"/>
              <a:chOff x="1244123" y="774290"/>
              <a:chExt cx="2708445" cy="5495651"/>
            </a:xfrm>
            <a:grpFill/>
          </p:grpSpPr>
          <p:pic>
            <p:nvPicPr>
              <p:cNvPr id="45" name="Picture 44" descr="A screen shot of a chart&#10;&#10;AI-generated content may be incorrect.">
                <a:extLst>
                  <a:ext uri="{FF2B5EF4-FFF2-40B4-BE49-F238E27FC236}">
                    <a16:creationId xmlns:a16="http://schemas.microsoft.com/office/drawing/2014/main" id="{3A2FF2AA-1CC6-81FE-BFF6-F620463C4B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246" t="5841" r="65870" b="-1989"/>
              <a:stretch/>
            </p:blipFill>
            <p:spPr>
              <a:xfrm>
                <a:off x="1244123" y="803191"/>
                <a:ext cx="829279" cy="5466750"/>
              </a:xfrm>
              <a:prstGeom prst="rect">
                <a:avLst/>
              </a:prstGeom>
              <a:grpFill/>
            </p:spPr>
          </p:pic>
          <p:pic>
            <p:nvPicPr>
              <p:cNvPr id="46" name="Picture 45" descr="A screen shot of a chart&#10;&#10;AI-generated content may be incorrect.">
                <a:extLst>
                  <a:ext uri="{FF2B5EF4-FFF2-40B4-BE49-F238E27FC236}">
                    <a16:creationId xmlns:a16="http://schemas.microsoft.com/office/drawing/2014/main" id="{F50C40AD-AAF6-EE78-2992-A152CFC97A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9371" t="6361" r="32" b="259"/>
              <a:stretch/>
            </p:blipFill>
            <p:spPr>
              <a:xfrm>
                <a:off x="2035277" y="774290"/>
                <a:ext cx="1917291" cy="5407542"/>
              </a:xfrm>
              <a:prstGeom prst="rect">
                <a:avLst/>
              </a:prstGeom>
              <a:grpFill/>
            </p:spPr>
          </p:pic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8E51176-0F86-0223-B222-3BF8ABC83E4C}"/>
                </a:ext>
              </a:extLst>
            </p:cNvPr>
            <p:cNvSpPr txBox="1"/>
            <p:nvPr/>
          </p:nvSpPr>
          <p:spPr>
            <a:xfrm>
              <a:off x="-3248632" y="729692"/>
              <a:ext cx="2727932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(TTKO </a:t>
              </a:r>
              <a:r>
                <a:rPr lang="en-GB" sz="1100" dirty="0"/>
                <a:t>strong, WT weak)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39095BE-7CA0-59DC-17CB-4AE4BE8D284B}"/>
                </a:ext>
              </a:extLst>
            </p:cNvPr>
            <p:cNvSpPr txBox="1"/>
            <p:nvPr/>
          </p:nvSpPr>
          <p:spPr>
            <a:xfrm>
              <a:off x="-3215003" y="1199592"/>
              <a:ext cx="2727932" cy="4308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(TTKO </a:t>
              </a:r>
              <a:r>
                <a:rPr lang="en-GB" sz="1100" dirty="0"/>
                <a:t>strong, WT weak) </a:t>
              </a:r>
              <a:r>
                <a:rPr lang="en-US" sz="1100" b="1" dirty="0"/>
                <a:t>H3K9me3 (DTKO</a:t>
              </a:r>
              <a:r>
                <a:rPr lang="en-US" sz="1100" dirty="0"/>
                <a:t>, strong)</a:t>
              </a:r>
              <a:endParaRPr lang="en-GB" sz="11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F41E443-4B36-EAEC-72E9-AAF7237A3FDD}"/>
                </a:ext>
              </a:extLst>
            </p:cNvPr>
            <p:cNvSpPr txBox="1"/>
            <p:nvPr/>
          </p:nvSpPr>
          <p:spPr>
            <a:xfrm>
              <a:off x="-3248632" y="1788215"/>
              <a:ext cx="2727932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H3K9me3 (DTKO</a:t>
              </a:r>
              <a:r>
                <a:rPr lang="en-US" sz="1100" dirty="0"/>
                <a:t> strong)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C8355CA-1B8C-00FD-5505-E25FAF1759D2}"/>
                </a:ext>
              </a:extLst>
            </p:cNvPr>
            <p:cNvSpPr txBox="1"/>
            <p:nvPr/>
          </p:nvSpPr>
          <p:spPr>
            <a:xfrm>
              <a:off x="-3248632" y="2203882"/>
              <a:ext cx="2727932" cy="4308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(DTKO</a:t>
              </a:r>
              <a:r>
                <a:rPr lang="en-GB" sz="1100" dirty="0"/>
                <a:t> strong, TTKO weak) </a:t>
              </a:r>
              <a:r>
                <a:rPr lang="en-GB" sz="1100" b="1" dirty="0"/>
                <a:t>H3K9me3 (DTKO, </a:t>
              </a:r>
              <a:r>
                <a:rPr lang="en-GB" sz="1100" dirty="0"/>
                <a:t>strong)</a:t>
              </a:r>
              <a:endParaRPr lang="en-US" sz="1100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79F3CDC-FB10-F044-8AA9-9B63C2B71164}"/>
                </a:ext>
              </a:extLst>
            </p:cNvPr>
            <p:cNvSpPr txBox="1"/>
            <p:nvPr/>
          </p:nvSpPr>
          <p:spPr>
            <a:xfrm>
              <a:off x="-3248632" y="2831751"/>
              <a:ext cx="2727932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(DTKO</a:t>
              </a:r>
              <a:r>
                <a:rPr lang="en-GB" sz="1100" dirty="0"/>
                <a:t> strong, TTKO weak)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45A7966-483B-8477-BB9F-746743FEFBEB}"/>
                </a:ext>
              </a:extLst>
            </p:cNvPr>
            <p:cNvSpPr txBox="1"/>
            <p:nvPr/>
          </p:nvSpPr>
          <p:spPr>
            <a:xfrm>
              <a:off x="-3248632" y="3220782"/>
              <a:ext cx="2727932" cy="4308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(constitutive)</a:t>
              </a:r>
            </a:p>
            <a:p>
              <a:r>
                <a:rPr lang="en-GB" sz="1100" dirty="0"/>
                <a:t>H3K9me3 (DTKO, weak)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6905097-23DF-1775-6858-930919B96788}"/>
                </a:ext>
              </a:extLst>
            </p:cNvPr>
            <p:cNvSpPr txBox="1"/>
            <p:nvPr/>
          </p:nvSpPr>
          <p:spPr>
            <a:xfrm>
              <a:off x="-3248632" y="3676064"/>
              <a:ext cx="2727932" cy="60016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(constitutive)</a:t>
              </a:r>
            </a:p>
            <a:p>
              <a:r>
                <a:rPr lang="en-GB" sz="1100" dirty="0"/>
                <a:t>H2AK119ub1 (DTKO, strong)</a:t>
              </a:r>
            </a:p>
            <a:p>
              <a:r>
                <a:rPr lang="en-GB" sz="1100" dirty="0"/>
                <a:t>H3K9me3 (DTKO, weak)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54F53E8-7D61-6623-06EB-C04BDCD663CF}"/>
                </a:ext>
              </a:extLst>
            </p:cNvPr>
            <p:cNvSpPr txBox="1"/>
            <p:nvPr/>
          </p:nvSpPr>
          <p:spPr>
            <a:xfrm>
              <a:off x="-3252298" y="4309695"/>
              <a:ext cx="2727932" cy="60016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(constitutive)</a:t>
              </a:r>
            </a:p>
            <a:p>
              <a:r>
                <a:rPr lang="en-GB" sz="1100" b="1" dirty="0"/>
                <a:t>H2AK119ub1 </a:t>
              </a:r>
              <a:r>
                <a:rPr lang="en-GB" sz="1100" dirty="0"/>
                <a:t>(medium in WT,  TTKO &amp; EZKOc14) (strong in DTKO &amp; EKOc15)</a:t>
              </a:r>
              <a:endParaRPr lang="en-US" sz="110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4B3ACFA-B33E-5F85-27AA-212E4877C2C3}"/>
                </a:ext>
              </a:extLst>
            </p:cNvPr>
            <p:cNvSpPr txBox="1"/>
            <p:nvPr/>
          </p:nvSpPr>
          <p:spPr>
            <a:xfrm>
              <a:off x="-3255964" y="4908792"/>
              <a:ext cx="2727932" cy="4308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(DTKO</a:t>
              </a:r>
              <a:r>
                <a:rPr lang="en-GB" sz="1100" dirty="0"/>
                <a:t> strong, TTKO weak)</a:t>
              </a:r>
            </a:p>
            <a:p>
              <a:r>
                <a:rPr lang="en-GB" sz="1100" b="1" dirty="0"/>
                <a:t>H2AK119ub1 (DTKO </a:t>
              </a:r>
              <a:r>
                <a:rPr lang="en-GB" sz="1100" dirty="0"/>
                <a:t>strong)</a:t>
              </a:r>
              <a:endParaRPr lang="en-US" sz="1100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8B3059B-5492-6327-7B03-43F26FEE2864}"/>
                </a:ext>
              </a:extLst>
            </p:cNvPr>
            <p:cNvSpPr txBox="1"/>
            <p:nvPr/>
          </p:nvSpPr>
          <p:spPr>
            <a:xfrm>
              <a:off x="-3255964" y="5429431"/>
              <a:ext cx="2727932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H2AK119ub1 (DTKO</a:t>
              </a:r>
              <a:r>
                <a:rPr lang="en-GB" sz="1100" dirty="0"/>
                <a:t>, EKOc15 middle)</a:t>
              </a:r>
              <a:endParaRPr lang="en-US" sz="1100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44E89DC-9071-47C0-F22A-46DC86C70D04}"/>
                </a:ext>
              </a:extLst>
            </p:cNvPr>
            <p:cNvSpPr txBox="1"/>
            <p:nvPr/>
          </p:nvSpPr>
          <p:spPr>
            <a:xfrm>
              <a:off x="-3217271" y="5945837"/>
              <a:ext cx="2727932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dirty="0"/>
                <a:t>Background (all marks low)</a:t>
              </a:r>
              <a:endParaRPr lang="en-US" sz="11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31B4B03-5F8F-5D5F-8ABF-AF1E5637858A}"/>
                </a:ext>
              </a:extLst>
            </p:cNvPr>
            <p:cNvSpPr txBox="1"/>
            <p:nvPr/>
          </p:nvSpPr>
          <p:spPr>
            <a:xfrm>
              <a:off x="-3182186" y="6400149"/>
              <a:ext cx="2727932" cy="4308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H3K9me3 (constitutive</a:t>
              </a:r>
              <a:r>
                <a:rPr lang="en-GB" sz="1100" dirty="0"/>
                <a:t>)</a:t>
              </a:r>
            </a:p>
            <a:p>
              <a:r>
                <a:rPr lang="en-GB" sz="1100" dirty="0"/>
                <a:t>H3K27me3 (weak)</a:t>
              </a:r>
            </a:p>
          </p:txBody>
        </p:sp>
      </p:grpSp>
      <p:pic>
        <p:nvPicPr>
          <p:cNvPr id="3" name="Picture 2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92A9F9E2-4C9C-0103-631B-9DF0BB571C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155" y="1783745"/>
            <a:ext cx="7898048" cy="30156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E45561-5916-B832-04BD-D68A3754C7D3}"/>
              </a:ext>
            </a:extLst>
          </p:cNvPr>
          <p:cNvSpPr txBox="1"/>
          <p:nvPr/>
        </p:nvSpPr>
        <p:spPr>
          <a:xfrm>
            <a:off x="879472" y="5104559"/>
            <a:ext cx="80718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B</a:t>
            </a:r>
            <a:r>
              <a:rPr lang="en-US" sz="1200" b="0" i="0" dirty="0">
                <a:effectLst/>
              </a:rPr>
              <a:t>ackground dominates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</a:rPr>
              <a:t>H3K9me3 gain in DTKO shows high coverage (E3), similar to constitutive H3K9me3 (E9)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Next dominates constitutive PRC1/2 (E8), followed by increased PRC1/2 in DTKO (E9, E5, E4)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H3K27me3 gain in TTKO shows a 5% coverage in the genome (E1)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Constitutive ONLY PRC2 regions (E7, E8, total ~10%) shows similar coverage than PRC1/2 regions (E8, ~10%)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H2AK119ub1 in DTKO represents ~5% of the genome (E10)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H3K9me3 in DTKO and H3K27me3 in TTKO represent 4% of the genome coverage (E2)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881990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04418A-EF71-2500-997B-CB4E50B82971}"/>
              </a:ext>
            </a:extLst>
          </p:cNvPr>
          <p:cNvSpPr txBox="1"/>
          <p:nvPr/>
        </p:nvSpPr>
        <p:spPr>
          <a:xfrm>
            <a:off x="3170411" y="143210"/>
            <a:ext cx="51263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+mj-lt"/>
              </a:rPr>
              <a:t>Segment width by chromatin state</a:t>
            </a:r>
            <a:endParaRPr lang="en-US" sz="2800" dirty="0">
              <a:latin typeface="+mj-lt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62FF84C-0FD6-459B-FB8F-9401AA198B88}"/>
              </a:ext>
            </a:extLst>
          </p:cNvPr>
          <p:cNvGrpSpPr/>
          <p:nvPr/>
        </p:nvGrpSpPr>
        <p:grpSpPr>
          <a:xfrm>
            <a:off x="9021590" y="379421"/>
            <a:ext cx="3621853" cy="6313911"/>
            <a:chOff x="-4076107" y="704293"/>
            <a:chExt cx="3621853" cy="6313911"/>
          </a:xfrm>
          <a:solidFill>
            <a:schemeClr val="bg1"/>
          </a:solidFill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311D0F4-9FB7-34F1-2844-17BCCBEB228F}"/>
                </a:ext>
              </a:extLst>
            </p:cNvPr>
            <p:cNvGrpSpPr/>
            <p:nvPr/>
          </p:nvGrpSpPr>
          <p:grpSpPr>
            <a:xfrm>
              <a:off x="-4076107" y="704293"/>
              <a:ext cx="3111710" cy="6313911"/>
              <a:chOff x="1244123" y="774290"/>
              <a:chExt cx="2708445" cy="5495651"/>
            </a:xfrm>
            <a:grpFill/>
          </p:grpSpPr>
          <p:pic>
            <p:nvPicPr>
              <p:cNvPr id="45" name="Picture 44" descr="A screen shot of a chart&#10;&#10;AI-generated content may be incorrect.">
                <a:extLst>
                  <a:ext uri="{FF2B5EF4-FFF2-40B4-BE49-F238E27FC236}">
                    <a16:creationId xmlns:a16="http://schemas.microsoft.com/office/drawing/2014/main" id="{3A2FF2AA-1CC6-81FE-BFF6-F620463C4B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246" t="5841" r="65870" b="-1989"/>
              <a:stretch/>
            </p:blipFill>
            <p:spPr>
              <a:xfrm>
                <a:off x="1244123" y="803191"/>
                <a:ext cx="829279" cy="5466750"/>
              </a:xfrm>
              <a:prstGeom prst="rect">
                <a:avLst/>
              </a:prstGeom>
              <a:grpFill/>
            </p:spPr>
          </p:pic>
          <p:pic>
            <p:nvPicPr>
              <p:cNvPr id="46" name="Picture 45" descr="A screen shot of a chart&#10;&#10;AI-generated content may be incorrect.">
                <a:extLst>
                  <a:ext uri="{FF2B5EF4-FFF2-40B4-BE49-F238E27FC236}">
                    <a16:creationId xmlns:a16="http://schemas.microsoft.com/office/drawing/2014/main" id="{F50C40AD-AAF6-EE78-2992-A152CFC97A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9371" t="6361" r="32" b="259"/>
              <a:stretch/>
            </p:blipFill>
            <p:spPr>
              <a:xfrm>
                <a:off x="2035277" y="774290"/>
                <a:ext cx="1917291" cy="5407542"/>
              </a:xfrm>
              <a:prstGeom prst="rect">
                <a:avLst/>
              </a:prstGeom>
              <a:grpFill/>
            </p:spPr>
          </p:pic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8E51176-0F86-0223-B222-3BF8ABC83E4C}"/>
                </a:ext>
              </a:extLst>
            </p:cNvPr>
            <p:cNvSpPr txBox="1"/>
            <p:nvPr/>
          </p:nvSpPr>
          <p:spPr>
            <a:xfrm>
              <a:off x="-3248632" y="729692"/>
              <a:ext cx="2727932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(TTKO </a:t>
              </a:r>
              <a:r>
                <a:rPr lang="en-GB" sz="1100" dirty="0"/>
                <a:t>strong, WT weak)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39095BE-7CA0-59DC-17CB-4AE4BE8D284B}"/>
                </a:ext>
              </a:extLst>
            </p:cNvPr>
            <p:cNvSpPr txBox="1"/>
            <p:nvPr/>
          </p:nvSpPr>
          <p:spPr>
            <a:xfrm>
              <a:off x="-3215003" y="1199592"/>
              <a:ext cx="2727932" cy="4308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(TTKO </a:t>
              </a:r>
              <a:r>
                <a:rPr lang="en-GB" sz="1100" dirty="0"/>
                <a:t>strong, WT weak) </a:t>
              </a:r>
              <a:r>
                <a:rPr lang="en-US" sz="1100" b="1" dirty="0"/>
                <a:t>H3K9me3 (DTKO</a:t>
              </a:r>
              <a:r>
                <a:rPr lang="en-US" sz="1100" dirty="0"/>
                <a:t>, strong)</a:t>
              </a:r>
              <a:endParaRPr lang="en-GB" sz="11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F41E443-4B36-EAEC-72E9-AAF7237A3FDD}"/>
                </a:ext>
              </a:extLst>
            </p:cNvPr>
            <p:cNvSpPr txBox="1"/>
            <p:nvPr/>
          </p:nvSpPr>
          <p:spPr>
            <a:xfrm>
              <a:off x="-3248632" y="1788215"/>
              <a:ext cx="2727932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H3K9me3 (DTKO</a:t>
              </a:r>
              <a:r>
                <a:rPr lang="en-US" sz="1100" dirty="0"/>
                <a:t> strong)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C8355CA-1B8C-00FD-5505-E25FAF1759D2}"/>
                </a:ext>
              </a:extLst>
            </p:cNvPr>
            <p:cNvSpPr txBox="1"/>
            <p:nvPr/>
          </p:nvSpPr>
          <p:spPr>
            <a:xfrm>
              <a:off x="-3248632" y="2203882"/>
              <a:ext cx="2727932" cy="4308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(DTKO</a:t>
              </a:r>
              <a:r>
                <a:rPr lang="en-GB" sz="1100" dirty="0"/>
                <a:t> strong, TTKO weak) </a:t>
              </a:r>
              <a:r>
                <a:rPr lang="en-GB" sz="1100" b="1" dirty="0"/>
                <a:t>H3K9me3 (DTKO, </a:t>
              </a:r>
              <a:r>
                <a:rPr lang="en-GB" sz="1100" dirty="0"/>
                <a:t>strong)</a:t>
              </a:r>
              <a:endParaRPr lang="en-US" sz="1100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79F3CDC-FB10-F044-8AA9-9B63C2B71164}"/>
                </a:ext>
              </a:extLst>
            </p:cNvPr>
            <p:cNvSpPr txBox="1"/>
            <p:nvPr/>
          </p:nvSpPr>
          <p:spPr>
            <a:xfrm>
              <a:off x="-3248632" y="2831751"/>
              <a:ext cx="2727932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(DTKO</a:t>
              </a:r>
              <a:r>
                <a:rPr lang="en-GB" sz="1100" dirty="0"/>
                <a:t> strong, TTKO weak)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45A7966-483B-8477-BB9F-746743FEFBEB}"/>
                </a:ext>
              </a:extLst>
            </p:cNvPr>
            <p:cNvSpPr txBox="1"/>
            <p:nvPr/>
          </p:nvSpPr>
          <p:spPr>
            <a:xfrm>
              <a:off x="-3248632" y="3220782"/>
              <a:ext cx="2727932" cy="4308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(constitutive)</a:t>
              </a:r>
            </a:p>
            <a:p>
              <a:r>
                <a:rPr lang="en-GB" sz="1100" dirty="0"/>
                <a:t>H3K9me3 (DTKO, weak)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6905097-23DF-1775-6858-930919B96788}"/>
                </a:ext>
              </a:extLst>
            </p:cNvPr>
            <p:cNvSpPr txBox="1"/>
            <p:nvPr/>
          </p:nvSpPr>
          <p:spPr>
            <a:xfrm>
              <a:off x="-3248632" y="3676064"/>
              <a:ext cx="2727932" cy="60016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(constitutive)</a:t>
              </a:r>
            </a:p>
            <a:p>
              <a:r>
                <a:rPr lang="en-GB" sz="1100" dirty="0"/>
                <a:t>H2AK119ub1 (DTKO, strong)</a:t>
              </a:r>
            </a:p>
            <a:p>
              <a:r>
                <a:rPr lang="en-GB" sz="1100" dirty="0"/>
                <a:t>H3K9me3 (DTKO, weak)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54F53E8-7D61-6623-06EB-C04BDCD663CF}"/>
                </a:ext>
              </a:extLst>
            </p:cNvPr>
            <p:cNvSpPr txBox="1"/>
            <p:nvPr/>
          </p:nvSpPr>
          <p:spPr>
            <a:xfrm>
              <a:off x="-3252298" y="4309695"/>
              <a:ext cx="2727932" cy="60016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(constitutive)</a:t>
              </a:r>
            </a:p>
            <a:p>
              <a:r>
                <a:rPr lang="en-GB" sz="1100" b="1" dirty="0"/>
                <a:t>H2AK119ub1 </a:t>
              </a:r>
              <a:r>
                <a:rPr lang="en-GB" sz="1100" dirty="0"/>
                <a:t>(medium in WT,  TTKO &amp; EZKOc14) (strong in DTKO &amp; EKOc15)</a:t>
              </a:r>
              <a:endParaRPr lang="en-US" sz="110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4B3ACFA-B33E-5F85-27AA-212E4877C2C3}"/>
                </a:ext>
              </a:extLst>
            </p:cNvPr>
            <p:cNvSpPr txBox="1"/>
            <p:nvPr/>
          </p:nvSpPr>
          <p:spPr>
            <a:xfrm>
              <a:off x="-3255964" y="4908792"/>
              <a:ext cx="2727932" cy="4308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(DTKO</a:t>
              </a:r>
              <a:r>
                <a:rPr lang="en-GB" sz="1100" dirty="0"/>
                <a:t> strong, TTKO weak)</a:t>
              </a:r>
            </a:p>
            <a:p>
              <a:r>
                <a:rPr lang="en-GB" sz="1100" b="1" dirty="0"/>
                <a:t>H2AK119ub1 (DTKO </a:t>
              </a:r>
              <a:r>
                <a:rPr lang="en-GB" sz="1100" dirty="0"/>
                <a:t>strong)</a:t>
              </a:r>
              <a:endParaRPr lang="en-US" sz="1100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8B3059B-5492-6327-7B03-43F26FEE2864}"/>
                </a:ext>
              </a:extLst>
            </p:cNvPr>
            <p:cNvSpPr txBox="1"/>
            <p:nvPr/>
          </p:nvSpPr>
          <p:spPr>
            <a:xfrm>
              <a:off x="-3255964" y="5429431"/>
              <a:ext cx="2727932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H2AK119ub1 (DTKO</a:t>
              </a:r>
              <a:r>
                <a:rPr lang="en-GB" sz="1100" dirty="0"/>
                <a:t>, EKOc15 middle)</a:t>
              </a:r>
              <a:endParaRPr lang="en-US" sz="1100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44E89DC-9071-47C0-F22A-46DC86C70D04}"/>
                </a:ext>
              </a:extLst>
            </p:cNvPr>
            <p:cNvSpPr txBox="1"/>
            <p:nvPr/>
          </p:nvSpPr>
          <p:spPr>
            <a:xfrm>
              <a:off x="-3217271" y="5945837"/>
              <a:ext cx="2727932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dirty="0"/>
                <a:t>Background (all marks low)</a:t>
              </a:r>
              <a:endParaRPr lang="en-US" sz="11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31B4B03-5F8F-5D5F-8ABF-AF1E5637858A}"/>
                </a:ext>
              </a:extLst>
            </p:cNvPr>
            <p:cNvSpPr txBox="1"/>
            <p:nvPr/>
          </p:nvSpPr>
          <p:spPr>
            <a:xfrm>
              <a:off x="-3182186" y="6400149"/>
              <a:ext cx="2727932" cy="4308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H3K9me3 (constitutive</a:t>
              </a:r>
              <a:r>
                <a:rPr lang="en-GB" sz="1100" dirty="0"/>
                <a:t>)</a:t>
              </a:r>
            </a:p>
            <a:p>
              <a:r>
                <a:rPr lang="en-GB" sz="1100" dirty="0"/>
                <a:t>H3K27me3 (weak)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DE45561-5916-B832-04BD-D68A3754C7D3}"/>
              </a:ext>
            </a:extLst>
          </p:cNvPr>
          <p:cNvSpPr txBox="1"/>
          <p:nvPr/>
        </p:nvSpPr>
        <p:spPr>
          <a:xfrm>
            <a:off x="790810" y="5360573"/>
            <a:ext cx="80718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Constitutive PRC1/2 (E8) shows the highest segment width, while, followed by increased PRC1/2 in DTKO (E9, E5, E4)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H3K27me3/H3K9me3 in DTKO and H3K27me3 in TTKO shows the smaller segment width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pic>
        <p:nvPicPr>
          <p:cNvPr id="6" name="Picture 5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0F6DD311-6376-E4CC-E5FF-F05EC6D9DD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11" y="666430"/>
            <a:ext cx="7820736" cy="448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4851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04418A-EF71-2500-997B-CB4E50B82971}"/>
              </a:ext>
            </a:extLst>
          </p:cNvPr>
          <p:cNvSpPr txBox="1"/>
          <p:nvPr/>
        </p:nvSpPr>
        <p:spPr>
          <a:xfrm>
            <a:off x="3170411" y="143210"/>
            <a:ext cx="34809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+mj-lt"/>
              </a:rPr>
              <a:t>EZHO KO state splitting</a:t>
            </a:r>
            <a:endParaRPr lang="en-US" sz="2800" dirty="0">
              <a:latin typeface="+mj-lt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62FF84C-0FD6-459B-FB8F-9401AA198B88}"/>
              </a:ext>
            </a:extLst>
          </p:cNvPr>
          <p:cNvGrpSpPr/>
          <p:nvPr/>
        </p:nvGrpSpPr>
        <p:grpSpPr>
          <a:xfrm>
            <a:off x="9021590" y="379421"/>
            <a:ext cx="3621853" cy="6313911"/>
            <a:chOff x="-4076107" y="704293"/>
            <a:chExt cx="3621853" cy="6313911"/>
          </a:xfrm>
          <a:solidFill>
            <a:schemeClr val="bg1"/>
          </a:solidFill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311D0F4-9FB7-34F1-2844-17BCCBEB228F}"/>
                </a:ext>
              </a:extLst>
            </p:cNvPr>
            <p:cNvGrpSpPr/>
            <p:nvPr/>
          </p:nvGrpSpPr>
          <p:grpSpPr>
            <a:xfrm>
              <a:off x="-4076107" y="704293"/>
              <a:ext cx="3111710" cy="6313911"/>
              <a:chOff x="1244123" y="774290"/>
              <a:chExt cx="2708445" cy="5495651"/>
            </a:xfrm>
            <a:grpFill/>
          </p:grpSpPr>
          <p:pic>
            <p:nvPicPr>
              <p:cNvPr id="45" name="Picture 44" descr="A screen shot of a chart&#10;&#10;AI-generated content may be incorrect.">
                <a:extLst>
                  <a:ext uri="{FF2B5EF4-FFF2-40B4-BE49-F238E27FC236}">
                    <a16:creationId xmlns:a16="http://schemas.microsoft.com/office/drawing/2014/main" id="{3A2FF2AA-1CC6-81FE-BFF6-F620463C4B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246" t="5841" r="65870" b="-1989"/>
              <a:stretch/>
            </p:blipFill>
            <p:spPr>
              <a:xfrm>
                <a:off x="1244123" y="803191"/>
                <a:ext cx="829279" cy="5466750"/>
              </a:xfrm>
              <a:prstGeom prst="rect">
                <a:avLst/>
              </a:prstGeom>
              <a:grpFill/>
            </p:spPr>
          </p:pic>
          <p:pic>
            <p:nvPicPr>
              <p:cNvPr id="46" name="Picture 45" descr="A screen shot of a chart&#10;&#10;AI-generated content may be incorrect.">
                <a:extLst>
                  <a:ext uri="{FF2B5EF4-FFF2-40B4-BE49-F238E27FC236}">
                    <a16:creationId xmlns:a16="http://schemas.microsoft.com/office/drawing/2014/main" id="{F50C40AD-AAF6-EE78-2992-A152CFC97A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9371" t="6361" r="32" b="259"/>
              <a:stretch/>
            </p:blipFill>
            <p:spPr>
              <a:xfrm>
                <a:off x="2035277" y="774290"/>
                <a:ext cx="1917291" cy="5407542"/>
              </a:xfrm>
              <a:prstGeom prst="rect">
                <a:avLst/>
              </a:prstGeom>
              <a:grpFill/>
            </p:spPr>
          </p:pic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8E51176-0F86-0223-B222-3BF8ABC83E4C}"/>
                </a:ext>
              </a:extLst>
            </p:cNvPr>
            <p:cNvSpPr txBox="1"/>
            <p:nvPr/>
          </p:nvSpPr>
          <p:spPr>
            <a:xfrm>
              <a:off x="-3248632" y="729692"/>
              <a:ext cx="2727932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(TTKO </a:t>
              </a:r>
              <a:r>
                <a:rPr lang="en-GB" sz="1100" dirty="0"/>
                <a:t>strong, WT weak)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39095BE-7CA0-59DC-17CB-4AE4BE8D284B}"/>
                </a:ext>
              </a:extLst>
            </p:cNvPr>
            <p:cNvSpPr txBox="1"/>
            <p:nvPr/>
          </p:nvSpPr>
          <p:spPr>
            <a:xfrm>
              <a:off x="-3215003" y="1199592"/>
              <a:ext cx="2727932" cy="4308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(TTKO </a:t>
              </a:r>
              <a:r>
                <a:rPr lang="en-GB" sz="1100" dirty="0"/>
                <a:t>strong, WT weak) </a:t>
              </a:r>
              <a:r>
                <a:rPr lang="en-US" sz="1100" b="1" dirty="0"/>
                <a:t>H3K9me3 (DTKO</a:t>
              </a:r>
              <a:r>
                <a:rPr lang="en-US" sz="1100" dirty="0"/>
                <a:t>, strong)</a:t>
              </a:r>
              <a:endParaRPr lang="en-GB" sz="11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F41E443-4B36-EAEC-72E9-AAF7237A3FDD}"/>
                </a:ext>
              </a:extLst>
            </p:cNvPr>
            <p:cNvSpPr txBox="1"/>
            <p:nvPr/>
          </p:nvSpPr>
          <p:spPr>
            <a:xfrm>
              <a:off x="-3248632" y="1788215"/>
              <a:ext cx="2727932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H3K9me3 (DTKO</a:t>
              </a:r>
              <a:r>
                <a:rPr lang="en-US" sz="1100" dirty="0"/>
                <a:t> strong)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C8355CA-1B8C-00FD-5505-E25FAF1759D2}"/>
                </a:ext>
              </a:extLst>
            </p:cNvPr>
            <p:cNvSpPr txBox="1"/>
            <p:nvPr/>
          </p:nvSpPr>
          <p:spPr>
            <a:xfrm>
              <a:off x="-3248632" y="2203882"/>
              <a:ext cx="2727932" cy="4308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(DTKO</a:t>
              </a:r>
              <a:r>
                <a:rPr lang="en-GB" sz="1100" dirty="0"/>
                <a:t> strong, TTKO weak) </a:t>
              </a:r>
              <a:r>
                <a:rPr lang="en-GB" sz="1100" b="1" dirty="0"/>
                <a:t>H3K9me3 (DTKO, </a:t>
              </a:r>
              <a:r>
                <a:rPr lang="en-GB" sz="1100" dirty="0"/>
                <a:t>strong)</a:t>
              </a:r>
              <a:endParaRPr lang="en-US" sz="1100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79F3CDC-FB10-F044-8AA9-9B63C2B71164}"/>
                </a:ext>
              </a:extLst>
            </p:cNvPr>
            <p:cNvSpPr txBox="1"/>
            <p:nvPr/>
          </p:nvSpPr>
          <p:spPr>
            <a:xfrm>
              <a:off x="-3248632" y="2831751"/>
              <a:ext cx="2727932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(DTKO</a:t>
              </a:r>
              <a:r>
                <a:rPr lang="en-GB" sz="1100" dirty="0"/>
                <a:t> strong, TTKO weak)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45A7966-483B-8477-BB9F-746743FEFBEB}"/>
                </a:ext>
              </a:extLst>
            </p:cNvPr>
            <p:cNvSpPr txBox="1"/>
            <p:nvPr/>
          </p:nvSpPr>
          <p:spPr>
            <a:xfrm>
              <a:off x="-3248632" y="3220782"/>
              <a:ext cx="2727932" cy="4308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(constitutive)</a:t>
              </a:r>
            </a:p>
            <a:p>
              <a:r>
                <a:rPr lang="en-GB" sz="1100" dirty="0"/>
                <a:t>H3K9me3 (DTKO, weak)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6905097-23DF-1775-6858-930919B96788}"/>
                </a:ext>
              </a:extLst>
            </p:cNvPr>
            <p:cNvSpPr txBox="1"/>
            <p:nvPr/>
          </p:nvSpPr>
          <p:spPr>
            <a:xfrm>
              <a:off x="-3248632" y="3676064"/>
              <a:ext cx="2727932" cy="60016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(constitutive)</a:t>
              </a:r>
            </a:p>
            <a:p>
              <a:r>
                <a:rPr lang="en-GB" sz="1100" dirty="0"/>
                <a:t>H2AK119ub1 (DTKO, strong)</a:t>
              </a:r>
            </a:p>
            <a:p>
              <a:r>
                <a:rPr lang="en-GB" sz="1100" dirty="0"/>
                <a:t>H3K9me3 (DTKO, weak)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54F53E8-7D61-6623-06EB-C04BDCD663CF}"/>
                </a:ext>
              </a:extLst>
            </p:cNvPr>
            <p:cNvSpPr txBox="1"/>
            <p:nvPr/>
          </p:nvSpPr>
          <p:spPr>
            <a:xfrm>
              <a:off x="-3252298" y="4309695"/>
              <a:ext cx="2727932" cy="60016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(constitutive)</a:t>
              </a:r>
            </a:p>
            <a:p>
              <a:r>
                <a:rPr lang="en-GB" sz="1100" b="1" dirty="0"/>
                <a:t>H2AK119ub1 </a:t>
              </a:r>
              <a:r>
                <a:rPr lang="en-GB" sz="1100" dirty="0"/>
                <a:t>(medium in WT,  TTKO &amp; EZKOc14) (strong in DTKO &amp; EKOc15)</a:t>
              </a:r>
              <a:endParaRPr lang="en-US" sz="110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4B3ACFA-B33E-5F85-27AA-212E4877C2C3}"/>
                </a:ext>
              </a:extLst>
            </p:cNvPr>
            <p:cNvSpPr txBox="1"/>
            <p:nvPr/>
          </p:nvSpPr>
          <p:spPr>
            <a:xfrm>
              <a:off x="-3255964" y="4908792"/>
              <a:ext cx="2727932" cy="4308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H3K27me3 (DTKO</a:t>
              </a:r>
              <a:r>
                <a:rPr lang="en-GB" sz="1100" dirty="0"/>
                <a:t> strong, TTKO weak)</a:t>
              </a:r>
            </a:p>
            <a:p>
              <a:r>
                <a:rPr lang="en-GB" sz="1100" b="1" dirty="0"/>
                <a:t>H2AK119ub1 (DTKO </a:t>
              </a:r>
              <a:r>
                <a:rPr lang="en-GB" sz="1100" dirty="0"/>
                <a:t>strong)</a:t>
              </a:r>
              <a:endParaRPr lang="en-US" sz="1100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8B3059B-5492-6327-7B03-43F26FEE2864}"/>
                </a:ext>
              </a:extLst>
            </p:cNvPr>
            <p:cNvSpPr txBox="1"/>
            <p:nvPr/>
          </p:nvSpPr>
          <p:spPr>
            <a:xfrm>
              <a:off x="-3255964" y="5429431"/>
              <a:ext cx="2727932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H2AK119ub1 (DTKO</a:t>
              </a:r>
              <a:r>
                <a:rPr lang="en-GB" sz="1100" dirty="0"/>
                <a:t>, EKOc15 middle)</a:t>
              </a:r>
              <a:endParaRPr lang="en-US" sz="1100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44E89DC-9071-47C0-F22A-46DC86C70D04}"/>
                </a:ext>
              </a:extLst>
            </p:cNvPr>
            <p:cNvSpPr txBox="1"/>
            <p:nvPr/>
          </p:nvSpPr>
          <p:spPr>
            <a:xfrm>
              <a:off x="-3217271" y="5945837"/>
              <a:ext cx="2727932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dirty="0"/>
                <a:t>Background (all marks low)</a:t>
              </a:r>
              <a:endParaRPr lang="en-US" sz="11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31B4B03-5F8F-5D5F-8ABF-AF1E5637858A}"/>
                </a:ext>
              </a:extLst>
            </p:cNvPr>
            <p:cNvSpPr txBox="1"/>
            <p:nvPr/>
          </p:nvSpPr>
          <p:spPr>
            <a:xfrm>
              <a:off x="-3182186" y="6400149"/>
              <a:ext cx="2727932" cy="4308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H3K9me3 (constitutive</a:t>
              </a:r>
              <a:r>
                <a:rPr lang="en-GB" sz="1100" dirty="0"/>
                <a:t>)</a:t>
              </a:r>
            </a:p>
            <a:p>
              <a:r>
                <a:rPr lang="en-GB" sz="1100" dirty="0"/>
                <a:t>H3K27me3 (weak)</a:t>
              </a:r>
            </a:p>
          </p:txBody>
        </p:sp>
      </p:grpSp>
      <p:pic>
        <p:nvPicPr>
          <p:cNvPr id="3" name="Picture 2" descr="A graph of gray and pink bars&#10;&#10;AI-generated content may be incorrect.">
            <a:extLst>
              <a:ext uri="{FF2B5EF4-FFF2-40B4-BE49-F238E27FC236}">
                <a16:creationId xmlns:a16="http://schemas.microsoft.com/office/drawing/2014/main" id="{D4274B81-D183-56AA-EDE2-05642F348D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80" y="766372"/>
            <a:ext cx="7332320" cy="35298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003A7F-E269-299D-5F69-EF14367944D9}"/>
              </a:ext>
            </a:extLst>
          </p:cNvPr>
          <p:cNvSpPr txBox="1"/>
          <p:nvPr/>
        </p:nvSpPr>
        <p:spPr>
          <a:xfrm>
            <a:off x="742534" y="5014807"/>
            <a:ext cx="83134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Some loci retain H3K27me3 through compensation by EZH1 in EZHO KO cells</a:t>
            </a:r>
          </a:p>
          <a:p>
            <a:pPr algn="l"/>
            <a:endParaRPr lang="en-US" sz="12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Regions in state E8 (constitutive PRC1/2)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Regions in E12: constitutive </a:t>
            </a:r>
            <a:r>
              <a:rPr lang="en-US" sz="1200" dirty="0" err="1"/>
              <a:t>hrterochromatin</a:t>
            </a:r>
            <a:endParaRPr lang="en-US" sz="1200" b="0" i="0" dirty="0">
              <a:effectLst/>
            </a:endParaRPr>
          </a:p>
        </p:txBody>
      </p:sp>
      <p:pic>
        <p:nvPicPr>
          <p:cNvPr id="9" name="Picture 8" descr="A pie chart with numbers and text&#10;&#10;AI-generated content may be incorrect.">
            <a:extLst>
              <a:ext uri="{FF2B5EF4-FFF2-40B4-BE49-F238E27FC236}">
                <a16:creationId xmlns:a16="http://schemas.microsoft.com/office/drawing/2014/main" id="{48B5FD73-F5A4-9FB2-B7C1-F96559EC80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0740" y="3984822"/>
            <a:ext cx="2329773" cy="258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561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535A6C-FB16-3645-F3D5-AAB0DDFFCA0D}"/>
              </a:ext>
            </a:extLst>
          </p:cNvPr>
          <p:cNvSpPr txBox="1"/>
          <p:nvPr/>
        </p:nvSpPr>
        <p:spPr>
          <a:xfrm>
            <a:off x="4788174" y="372533"/>
            <a:ext cx="26156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+mj-lt"/>
              </a:rPr>
              <a:t>Work in progress</a:t>
            </a:r>
            <a:endParaRPr lang="en-US" sz="28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FD01A8-4ED1-60B5-F1B5-4A070370305F}"/>
              </a:ext>
            </a:extLst>
          </p:cNvPr>
          <p:cNvSpPr txBox="1"/>
          <p:nvPr/>
        </p:nvSpPr>
        <p:spPr>
          <a:xfrm>
            <a:off x="756356" y="993422"/>
            <a:ext cx="57635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Integrate ONT data: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Integrate 5mC &amp; 5hmC data into the </a:t>
            </a:r>
            <a:r>
              <a:rPr lang="en-GB" dirty="0" err="1"/>
              <a:t>ChromHMM</a:t>
            </a:r>
            <a:r>
              <a:rPr lang="en-GB" dirty="0"/>
              <a:t> results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502B62-51E9-BBAB-A37C-A0A31398A266}"/>
              </a:ext>
            </a:extLst>
          </p:cNvPr>
          <p:cNvSpPr txBox="1"/>
          <p:nvPr/>
        </p:nvSpPr>
        <p:spPr>
          <a:xfrm>
            <a:off x="756356" y="3987758"/>
            <a:ext cx="80661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Integrate RNA-</a:t>
            </a:r>
            <a:r>
              <a:rPr lang="en-GB" dirty="0" err="1"/>
              <a:t>seq</a:t>
            </a:r>
            <a:r>
              <a:rPr lang="en-GB" dirty="0"/>
              <a:t> data: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Map  gene upregulation, downregulation or absence of changes within each state</a:t>
            </a:r>
          </a:p>
        </p:txBody>
      </p:sp>
    </p:spTree>
    <p:extLst>
      <p:ext uri="{BB962C8B-B14F-4D97-AF65-F5344CB8AC3E}">
        <p14:creationId xmlns:p14="http://schemas.microsoft.com/office/powerpoint/2010/main" val="12357073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6565D-1EB7-E985-C588-1C13CC469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1503" y="324465"/>
            <a:ext cx="4422058" cy="1051591"/>
          </a:xfrm>
        </p:spPr>
        <p:txBody>
          <a:bodyPr/>
          <a:lstStyle/>
          <a:p>
            <a:r>
              <a:rPr lang="en-GB" dirty="0"/>
              <a:t>DNA methylation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6AAD74-1170-4951-82D5-0BA21C57D35A}"/>
              </a:ext>
            </a:extLst>
          </p:cNvPr>
          <p:cNvSpPr txBox="1"/>
          <p:nvPr/>
        </p:nvSpPr>
        <p:spPr>
          <a:xfrm>
            <a:off x="482600" y="1278388"/>
            <a:ext cx="120142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2000" dirty="0">
                <a:effectLst/>
              </a:rPr>
              <a:t>DNA </a:t>
            </a:r>
            <a:r>
              <a:rPr lang="en-GB" sz="2000" dirty="0" err="1">
                <a:effectLst/>
              </a:rPr>
              <a:t>hydroxymethylation</a:t>
            </a:r>
            <a:r>
              <a:rPr lang="en-GB" sz="2000" dirty="0">
                <a:effectLst/>
              </a:rPr>
              <a:t>: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GB" sz="2000" dirty="0">
              <a:effectLst/>
            </a:endParaRP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effectLst/>
              </a:rPr>
              <a:t>WT vs TTKO: higher 5hmC, as expected</a:t>
            </a: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effectLst/>
              </a:rPr>
              <a:t>EKO vs WT: maybe lower </a:t>
            </a:r>
            <a:r>
              <a:rPr lang="en-GB" sz="2000" dirty="0" err="1">
                <a:effectLst/>
              </a:rPr>
              <a:t>hmC</a:t>
            </a:r>
            <a:r>
              <a:rPr lang="en-GB" sz="2000" dirty="0">
                <a:effectLst/>
              </a:rPr>
              <a:t> in EKO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2000" dirty="0">
                <a:effectLst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2000" dirty="0">
                <a:effectLst/>
              </a:rPr>
              <a:t>DNA methylation: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GB" sz="2000" dirty="0">
              <a:effectLst/>
            </a:endParaRP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effectLst/>
              </a:rPr>
              <a:t>EKO vs WT: not diff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</a:pPr>
            <a:endParaRPr lang="en-GB" sz="2000" dirty="0">
              <a:effectLst/>
            </a:endParaRP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effectLst/>
              </a:rPr>
              <a:t>TTKO vs WT: TTKO vs WT comparison shows ~8 million significantly different positions (23% of all </a:t>
            </a:r>
            <a:r>
              <a:rPr lang="en-GB" sz="2000" dirty="0" err="1">
                <a:effectLst/>
              </a:rPr>
              <a:t>CpGs</a:t>
            </a:r>
            <a:r>
              <a:rPr lang="en-GB" sz="2000" dirty="0">
                <a:effectLst/>
              </a:rPr>
              <a:t>), reflecting the widespread methylation changes when TET-mediated </a:t>
            </a:r>
            <a:r>
              <a:rPr lang="en-GB" sz="2000" dirty="0" err="1">
                <a:effectLst/>
              </a:rPr>
              <a:t>hydroxymethylation</a:t>
            </a:r>
            <a:r>
              <a:rPr lang="en-GB" sz="2000" dirty="0">
                <a:effectLst/>
              </a:rPr>
              <a:t> is abolished. </a:t>
            </a:r>
            <a:r>
              <a:rPr lang="en-GB" sz="2000" dirty="0"/>
              <a:t>D</a:t>
            </a:r>
            <a:r>
              <a:rPr lang="en-GB" sz="2000" dirty="0">
                <a:effectLst/>
              </a:rPr>
              <a:t>epending on the region, higher 5mC in TTKO or lower 5mC in TTKO.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</a:pPr>
            <a:r>
              <a:rPr lang="en-GB" sz="2000" dirty="0"/>
              <a:t>     C</a:t>
            </a:r>
            <a:r>
              <a:rPr lang="en-GB" sz="2000" dirty="0">
                <a:effectLst/>
              </a:rPr>
              <a:t>hanges in RNA? H3K27me3? H2AK119ub1?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</a:pPr>
            <a:endParaRPr lang="en-GB" sz="2000" dirty="0">
              <a:effectLst/>
            </a:endParaRPr>
          </a:p>
          <a:p>
            <a:pPr marL="342900" indent="-34290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effectLst/>
              </a:rPr>
              <a:t>EKO vs TTKO: higher 5mC in EKO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447416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A6BDE-6F20-7CEF-9A73-01DC84561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23" y="1690688"/>
            <a:ext cx="10515600" cy="3152260"/>
          </a:xfrm>
        </p:spPr>
        <p:txBody>
          <a:bodyPr>
            <a:normAutofit/>
          </a:bodyPr>
          <a:lstStyle/>
          <a:p>
            <a:r>
              <a:rPr lang="en-GB" sz="2000" dirty="0">
                <a:effectLst/>
              </a:rPr>
              <a:t>Where does </a:t>
            </a:r>
            <a:r>
              <a:rPr lang="en-GB" sz="2000" dirty="0" err="1">
                <a:effectLst/>
              </a:rPr>
              <a:t>hmC</a:t>
            </a:r>
            <a:r>
              <a:rPr lang="en-GB" sz="2000" dirty="0">
                <a:effectLst/>
              </a:rPr>
              <a:t> lies? </a:t>
            </a:r>
          </a:p>
          <a:p>
            <a:r>
              <a:rPr lang="en-GB" sz="2000" dirty="0">
                <a:effectLst/>
              </a:rPr>
              <a:t>What consequences does loss of 5hmC have at the gene expression level? </a:t>
            </a:r>
          </a:p>
          <a:p>
            <a:r>
              <a:rPr lang="en-GB" sz="2000" dirty="0">
                <a:effectLst/>
              </a:rPr>
              <a:t>Is there widespread </a:t>
            </a:r>
            <a:r>
              <a:rPr lang="en-GB" sz="2000" dirty="0"/>
              <a:t>di</a:t>
            </a:r>
            <a:r>
              <a:rPr lang="en-GB" sz="2000" dirty="0">
                <a:effectLst/>
              </a:rPr>
              <a:t>stribution of 5mC in the absence of 5hmC?</a:t>
            </a:r>
          </a:p>
          <a:p>
            <a:r>
              <a:rPr lang="en-GB" sz="2000" dirty="0"/>
              <a:t>Is 5mC re-distribution prevented by remodelling of other repressive marks?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8B0BDE2-8F04-CB7A-3F55-780EE114F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How to represent 5mC/5hmC?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C30BCE-1AB1-D4BA-D5FA-BA976F1C9C6C}"/>
              </a:ext>
            </a:extLst>
          </p:cNvPr>
          <p:cNvSpPr txBox="1"/>
          <p:nvPr/>
        </p:nvSpPr>
        <p:spPr>
          <a:xfrm>
            <a:off x="341923" y="3568031"/>
            <a:ext cx="10693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Threshold for blacklisting TTKO 5hmC+ positions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Need data for unmodified cytosines in </a:t>
            </a:r>
            <a:r>
              <a:rPr lang="en-GB" sz="2000" dirty="0" err="1"/>
              <a:t>CpGs</a:t>
            </a:r>
            <a:r>
              <a:rPr lang="en-GB" sz="2000" dirty="0">
                <a:sym typeface="Wingdings" panose="05000000000000000000" pitchFamily="2" charset="2"/>
              </a:rPr>
              <a:t> Silvia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Line plots showing differential enrichment of 5mC and 5hmC across estates 1-12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Components of coding genes (CGI, Promoter, gene bodies) and classes of repeats (LTR, SINE, LTR) differentially enriched in DMRs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9750205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4D9FA8-9E0E-F228-8C49-D2F0E1CD0D54}"/>
              </a:ext>
            </a:extLst>
          </p:cNvPr>
          <p:cNvSpPr txBox="1"/>
          <p:nvPr/>
        </p:nvSpPr>
        <p:spPr>
          <a:xfrm>
            <a:off x="1516538" y="157364"/>
            <a:ext cx="94678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i="0" dirty="0">
                <a:solidFill>
                  <a:srgbClr val="373A3C"/>
                </a:solidFill>
                <a:effectLst/>
                <a:latin typeface="+mj-lt"/>
              </a:rPr>
              <a:t>New </a:t>
            </a:r>
            <a:r>
              <a:rPr lang="en-US" sz="3200" i="0" dirty="0" err="1">
                <a:solidFill>
                  <a:srgbClr val="373A3C"/>
                </a:solidFill>
                <a:effectLst/>
                <a:latin typeface="+mj-lt"/>
              </a:rPr>
              <a:t>chromhmm</a:t>
            </a:r>
            <a:r>
              <a:rPr lang="en-US" sz="3200" i="0" dirty="0">
                <a:solidFill>
                  <a:srgbClr val="373A3C"/>
                </a:solidFill>
                <a:effectLst/>
                <a:latin typeface="+mj-lt"/>
              </a:rPr>
              <a:t>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600CCB-6626-1B59-514F-C492B89A99D5}"/>
              </a:ext>
            </a:extLst>
          </p:cNvPr>
          <p:cNvSpPr txBox="1"/>
          <p:nvPr/>
        </p:nvSpPr>
        <p:spPr>
          <a:xfrm>
            <a:off x="2593786" y="686179"/>
            <a:ext cx="75705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i="0" dirty="0">
                <a:solidFill>
                  <a:srgbClr val="373A3C"/>
                </a:solidFill>
                <a:effectLst/>
              </a:rPr>
              <a:t>Model redefined in order to integrate the EKO split threshold in the initial </a:t>
            </a:r>
            <a:r>
              <a:rPr lang="en-US" dirty="0" err="1">
                <a:solidFill>
                  <a:srgbClr val="373A3C"/>
                </a:solidFill>
              </a:rPr>
              <a:t>C</a:t>
            </a:r>
            <a:r>
              <a:rPr lang="en-US" b="0" i="0" dirty="0" err="1">
                <a:solidFill>
                  <a:srgbClr val="373A3C"/>
                </a:solidFill>
                <a:effectLst/>
              </a:rPr>
              <a:t>hromHMM</a:t>
            </a:r>
            <a:r>
              <a:rPr lang="en-US" b="0" i="0" dirty="0">
                <a:solidFill>
                  <a:srgbClr val="373A3C"/>
                </a:solidFill>
                <a:effectLst/>
              </a:rPr>
              <a:t> analysis. However additional </a:t>
            </a:r>
            <a:r>
              <a:rPr lang="en-US" b="0" i="0" dirty="0" err="1">
                <a:solidFill>
                  <a:srgbClr val="373A3C"/>
                </a:solidFill>
                <a:effectLst/>
              </a:rPr>
              <a:t>additional</a:t>
            </a:r>
            <a:r>
              <a:rPr lang="en-US" b="0" i="0" dirty="0">
                <a:solidFill>
                  <a:srgbClr val="373A3C"/>
                </a:solidFill>
                <a:effectLst/>
              </a:rPr>
              <a:t> parameters were changed</a:t>
            </a:r>
          </a:p>
          <a:p>
            <a:pPr algn="ctr"/>
            <a:endParaRPr lang="en-US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D18DD0C-5483-180E-D38D-819BA35270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852" y="1457172"/>
            <a:ext cx="8402517" cy="35737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4B6AD8-C66A-E8AF-181E-479D613E5052}"/>
              </a:ext>
            </a:extLst>
          </p:cNvPr>
          <p:cNvSpPr txBox="1"/>
          <p:nvPr/>
        </p:nvSpPr>
        <p:spPr>
          <a:xfrm>
            <a:off x="10231511" y="2755597"/>
            <a:ext cx="49564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5</a:t>
            </a:r>
          </a:p>
          <a:p>
            <a:r>
              <a:rPr lang="en-GB" sz="2400" dirty="0"/>
              <a:t>8</a:t>
            </a:r>
          </a:p>
          <a:p>
            <a:r>
              <a:rPr lang="en-GB" sz="2400" dirty="0"/>
              <a:t>10</a:t>
            </a:r>
          </a:p>
          <a:p>
            <a:r>
              <a:rPr lang="en-GB" sz="2400" dirty="0"/>
              <a:t>7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2D1582-E950-682E-5C2D-DDC3792A8A46}"/>
              </a:ext>
            </a:extLst>
          </p:cNvPr>
          <p:cNvSpPr txBox="1"/>
          <p:nvPr/>
        </p:nvSpPr>
        <p:spPr>
          <a:xfrm>
            <a:off x="10211474" y="2119060"/>
            <a:ext cx="651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500</a:t>
            </a:r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48F48E-2C31-A6B2-0048-F17B0BE77A21}"/>
              </a:ext>
            </a:extLst>
          </p:cNvPr>
          <p:cNvSpPr txBox="1"/>
          <p:nvPr/>
        </p:nvSpPr>
        <p:spPr>
          <a:xfrm>
            <a:off x="10149068" y="1476766"/>
            <a:ext cx="204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Original parameters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65E1CF-94B5-A64D-2B06-112E138081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799" y="5044872"/>
            <a:ext cx="6957663" cy="477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1096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de5100be94156bf77f4c44"/>
  <p:tag name="BIOJSON" val="{&quot;id&quot;:&quot;88372c26-2253-4046-919a-7a24662373cb&quot;,&quot;objects&quot;:{&quot;88372c26-2253-4046-919a-7a24662373cb&quot;:{&quot;id&quot;:&quot;88372c26-2253-4046-919a-7a24662373cb&quot;,&quot;type&quot;:&quot;FIGURE_OBJECT&quot;,&quot;document&quot;:{&quot;type&quot;:&quot;DOCUMENT_GROUP&quot;,&quot;canvasType&quot;:&quot;FIGURE&quot;,&quot;units&quot;:&quot;in&quot;}},&quot;d4c5bb83-5440-4b10-9ed5-a9ab55184f19&quot;:{&quot;id&quot;:&quot;d4c5bb83-5440-4b10-9ed5-a9ab55184f19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88372c26-2253-4046-919a-7a24662373cb&quot;,&quot;type&quot;:&quot;FRAME&quot;,&quot;order&quot;:&quot;5&quot;}},&quot;bf0613c7-bc0b-4d53-959f-ca93202df818&quot;:{&quot;id&quot;:&quot;bf0613c7-bc0b-4d53-959f-ca93202df818&quot;,&quot;type&quot;:&quot;FIGURE_OBJECT&quot;,&quot;document&quot;:{&quot;type&quot;:&quot;FIGURE&quot;,&quot;canvasType&quot;:&quot;FIGURE&quot;,&quot;units&quot;:&quot;in&quot;},&quot;parent&quot;:{&quot;parentId&quot;:&quot;88372c26-2253-4046-919a-7a24662373cb&quot;,&quot;type&quot;:&quot;DOCUMENT&quot;,&quot;order&quot;:&quot;5&quot;}},&quot;80d132b1-5867-4b5e-bb46-0d6ef04ea2fe&quot;:{&quot;id&quot;:&quot;80d132b1-5867-4b5e-bb46-0d6ef04ea2fe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bf0613c7-bc0b-4d53-959f-ca93202df818&quot;,&quot;order&quot;:&quot;5&quot;}},&quot;0b883e53-d308-445a-96e1-020e21d85a79&quot;:{&quot;id&quot;:&quot;0b883e53-d308-445a-96e1-020e21d85a79&quot;,&quot;type&quot;:&quot;FIGURE_OBJECT&quot;,&quot;guide&quot;:{&quot;type&quot;:&quot;GRID&quot;,&quot;distance&quot;:0.5,&quot;units&quot;:&quot;in&quot;},&quot;parent&quot;:{&quot;parentId&quot;:&quot;88372c26-2253-4046-919a-7a24662373cb&quot;,&quot;type&quot;:&quot;GUIDE&quot;,&quot;order&quot;:&quot;5&quot;}},&quot;44a1297f-c512-43e4-91e4-2ce1dcc52146&quot;:{&quot;id&quot;:&quot;44a1297f-c512-43e4-91e4-2ce1dcc52146&quot;,&quot;name&quot;:&quot;Lymphocyte (T-cell)&quot;,&quot;displayName&quot;:&quot;T-cell&quot;,&quot;type&quot;:&quot;FIGURE_OBJECT&quot;,&quot;relativeTransform&quot;:{&quot;translate&quot;:{&quot;x&quot;:-332.125335929738,&quot;y&quot;:-65.34094715932176},&quot;rotate&quot;:0,&quot;skewX&quot;:0,&quot;scale&quot;:{&quot;x&quot;:1.9304788848816123,&quot;y&quot;:1.9304788848816123}},&quot;image&quot;:{&quot;url&quot;:&quot;https://icons.cdn.biorender.com/biorender/61533259e75ac20029699c0c/61532fe8e75ac20029699b8c.png&quot;,&quot;isPremium&quot;:false,&quot;isOrgIcon&quot;:false,&quot;size&quot;:{&quot;x&quot;:100,&quot;y&quot;:102.83687943262412},&quot;fallbackUrl&quot;:&quot;sources/icons/61533259e75ac20029699c0c/61532fe8e75ac20029699b8c.svg&quot;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5&quot;}},&quot;4189d661-2fba-4111-bbc9-62b78b5dece9&quot;:{&quot;id&quot;:&quot;4189d661-2fba-4111-bbc9-62b78b5dece9&quot;,&quot;name&quot;:&quot;Lymphocyte (T-cell)&quot;,&quot;displayName&quot;:&quot;T-cell&quot;,&quot;type&quot;:&quot;FIGURE_OBJECT&quot;,&quot;relativeTransform&quot;:{&quot;translate&quot;:{&quot;x&quot;:-117.08059937351851,&quot;y&quot;:-65.34066644232013},&quot;rotate&quot;:0,&quot;skewX&quot;:0,&quot;scale&quot;:{&quot;x&quot;:1.9304788848816123,&quot;y&quot;:1.9304788848816123}},&quot;image&quot;:{&quot;url&quot;:&quot;https://icons.cdn.biorender.com/biorender/61532fe8e75ac20029699b8c/20210928151717/image/61532fe8e75ac20029699b8c.png&quot;,&quot;isPremium&quot;:false,&quot;isOrgIcon&quot;:false,&quot;size&quot;:{&quot;x&quot;:100,&quot;y&quot;:102.83687943262412}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7&quot;}},&quot;0bf65e8e-aa97-400d-96de-e6cdd2f77b45&quot;:{&quot;id&quot;:&quot;0bf65e8e-aa97-400d-96de-e6cdd2f77b45&quot;,&quot;name&quot;:&quot;Lymphocyte (T-cell)&quot;,&quot;displayName&quot;:&quot;T-cell&quot;,&quot;type&quot;:&quot;FIGURE_OBJECT&quot;,&quot;relativeTransform&quot;:{&quot;translate&quot;:{&quot;x&quot;:111.63378628644881,&quot;y&quot;:-65.34094715932176},&quot;rotate&quot;:0,&quot;skewX&quot;:0,&quot;scale&quot;:{&quot;x&quot;:1.9304788848816123,&quot;y&quot;:1.9304788848816123}},&quot;image&quot;:{&quot;url&quot;:&quot;https://icons.cdn.biorender.com/biorender/61533248e75ac20029699c02/61532fe8e75ac20029699b8c.png&quot;,&quot;isPremium&quot;:false,&quot;isOrgIcon&quot;:false,&quot;size&quot;:{&quot;x&quot;:100,&quot;y&quot;:102.83687943262412},&quot;fallbackUrl&quot;:&quot;sources/icons/61533248e75ac20029699c02/61532fe8e75ac20029699b8c.svg&quot;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8&quot;}},&quot;adf22e99-3051-419c-9494-5ccd36af0fa6&quot;:{&quot;id&quot;:&quot;adf22e99-3051-419c-9494-5ccd36af0fa6&quot;,&quot;name&quot;:&quot;Lymphocyte (T-cell)&quot;,&quot;displayName&quot;:&quot;T-cell&quot;,&quot;type&quot;:&quot;FIGURE_OBJECT&quot;,&quot;relativeTransform&quot;:{&quot;translate&quot;:{&quot;x&quot;:340.34810176716576,&quot;y&quot;:-65.34070153194534},&quot;rotate&quot;:0,&quot;skewX&quot;:0,&quot;scale&quot;:{&quot;x&quot;:1.9304788848816123,&quot;y&quot;:1.9304788848816123}},&quot;image&quot;:{&quot;url&quot;:&quot;https://icons.cdn.biorender.com/biorender/61533248e75ac20029699c05/61532fe8e75ac20029699b8c.png&quot;,&quot;isPremium&quot;:false,&quot;isOrgIcon&quot;:false,&quot;size&quot;:{&quot;x&quot;:100,&quot;y&quot;:102.83687943262412},&quot;fallbackUrl&quot;:&quot;sources/icons/61533248e75ac20029699c05/61532fe8e75ac20029699b8c.svg&quot;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9&quot;}}}}"/>
  <p:tag name="TRANSPARENTBACKGROUND" val="false"/>
  <p:tag name="VERSION" val="1776177495133"/>
  <p:tag name="TITLE" val="Untitled"/>
  <p:tag name="CREATORNAME" val="Beatriz Fernandez"/>
  <p:tag name="DATEINSERTED" val="177617751522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de5100be94156bf77f4c44"/>
  <p:tag name="BIOJSON" val="{&quot;id&quot;:&quot;88372c26-2253-4046-919a-7a24662373cb&quot;,&quot;objects&quot;:{&quot;88372c26-2253-4046-919a-7a24662373cb&quot;:{&quot;id&quot;:&quot;88372c26-2253-4046-919a-7a24662373cb&quot;,&quot;type&quot;:&quot;FIGURE_OBJECT&quot;,&quot;document&quot;:{&quot;type&quot;:&quot;DOCUMENT_GROUP&quot;,&quot;canvasType&quot;:&quot;FIGURE&quot;,&quot;units&quot;:&quot;in&quot;}},&quot;d4c5bb83-5440-4b10-9ed5-a9ab55184f19&quot;:{&quot;id&quot;:&quot;d4c5bb83-5440-4b10-9ed5-a9ab55184f19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88372c26-2253-4046-919a-7a24662373cb&quot;,&quot;type&quot;:&quot;FRAME&quot;,&quot;order&quot;:&quot;5&quot;}},&quot;bf0613c7-bc0b-4d53-959f-ca93202df818&quot;:{&quot;id&quot;:&quot;bf0613c7-bc0b-4d53-959f-ca93202df818&quot;,&quot;type&quot;:&quot;FIGURE_OBJECT&quot;,&quot;document&quot;:{&quot;type&quot;:&quot;FIGURE&quot;,&quot;canvasType&quot;:&quot;FIGURE&quot;,&quot;units&quot;:&quot;in&quot;},&quot;parent&quot;:{&quot;parentId&quot;:&quot;88372c26-2253-4046-919a-7a24662373cb&quot;,&quot;type&quot;:&quot;DOCUMENT&quot;,&quot;order&quot;:&quot;5&quot;}},&quot;80d132b1-5867-4b5e-bb46-0d6ef04ea2fe&quot;:{&quot;id&quot;:&quot;80d132b1-5867-4b5e-bb46-0d6ef04ea2fe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bf0613c7-bc0b-4d53-959f-ca93202df818&quot;,&quot;order&quot;:&quot;5&quot;}},&quot;0b883e53-d308-445a-96e1-020e21d85a79&quot;:{&quot;id&quot;:&quot;0b883e53-d308-445a-96e1-020e21d85a79&quot;,&quot;type&quot;:&quot;FIGURE_OBJECT&quot;,&quot;guide&quot;:{&quot;type&quot;:&quot;GRID&quot;,&quot;distance&quot;:0.5,&quot;units&quot;:&quot;in&quot;},&quot;parent&quot;:{&quot;parentId&quot;:&quot;88372c26-2253-4046-919a-7a24662373cb&quot;,&quot;type&quot;:&quot;GUIDE&quot;,&quot;order&quot;:&quot;5&quot;}},&quot;44a1297f-c512-43e4-91e4-2ce1dcc52146&quot;:{&quot;id&quot;:&quot;44a1297f-c512-43e4-91e4-2ce1dcc52146&quot;,&quot;name&quot;:&quot;Lymphocyte (T-cell)&quot;,&quot;displayName&quot;:&quot;T-cell&quot;,&quot;type&quot;:&quot;FIGURE_OBJECT&quot;,&quot;relativeTransform&quot;:{&quot;translate&quot;:{&quot;x&quot;:-332.125335929738,&quot;y&quot;:-65.34094715932176},&quot;rotate&quot;:0,&quot;skewX&quot;:0,&quot;scale&quot;:{&quot;x&quot;:1.9304788848816123,&quot;y&quot;:1.9304788848816123}},&quot;image&quot;:{&quot;url&quot;:&quot;https://icons.cdn.biorender.com/biorender/61533259e75ac20029699c0c/61532fe8e75ac20029699b8c.png&quot;,&quot;isPremium&quot;:false,&quot;isOrgIcon&quot;:false,&quot;size&quot;:{&quot;x&quot;:100,&quot;y&quot;:102.83687943262412},&quot;fallbackUrl&quot;:&quot;sources/icons/61533259e75ac20029699c0c/61532fe8e75ac20029699b8c.svg&quot;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5&quot;}},&quot;4189d661-2fba-4111-bbc9-62b78b5dece9&quot;:{&quot;id&quot;:&quot;4189d661-2fba-4111-bbc9-62b78b5dece9&quot;,&quot;name&quot;:&quot;Lymphocyte (T-cell)&quot;,&quot;displayName&quot;:&quot;T-cell&quot;,&quot;type&quot;:&quot;FIGURE_OBJECT&quot;,&quot;relativeTransform&quot;:{&quot;translate&quot;:{&quot;x&quot;:-117.08059937351851,&quot;y&quot;:-65.34066644232013},&quot;rotate&quot;:0,&quot;skewX&quot;:0,&quot;scale&quot;:{&quot;x&quot;:1.9304788848816123,&quot;y&quot;:1.9304788848816123}},&quot;image&quot;:{&quot;url&quot;:&quot;https://icons.cdn.biorender.com/biorender/61532fe8e75ac20029699b8c/20210928151717/image/61532fe8e75ac20029699b8c.png&quot;,&quot;isPremium&quot;:false,&quot;isOrgIcon&quot;:false,&quot;size&quot;:{&quot;x&quot;:100,&quot;y&quot;:102.83687943262412}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7&quot;}},&quot;0bf65e8e-aa97-400d-96de-e6cdd2f77b45&quot;:{&quot;id&quot;:&quot;0bf65e8e-aa97-400d-96de-e6cdd2f77b45&quot;,&quot;name&quot;:&quot;Lymphocyte (T-cell)&quot;,&quot;displayName&quot;:&quot;T-cell&quot;,&quot;type&quot;:&quot;FIGURE_OBJECT&quot;,&quot;relativeTransform&quot;:{&quot;translate&quot;:{&quot;x&quot;:111.63378628644881,&quot;y&quot;:-65.34094715932176},&quot;rotate&quot;:0,&quot;skewX&quot;:0,&quot;scale&quot;:{&quot;x&quot;:1.9304788848816123,&quot;y&quot;:1.9304788848816123}},&quot;image&quot;:{&quot;url&quot;:&quot;https://icons.cdn.biorender.com/biorender/61533248e75ac20029699c02/61532fe8e75ac20029699b8c.png&quot;,&quot;isPremium&quot;:false,&quot;isOrgIcon&quot;:false,&quot;size&quot;:{&quot;x&quot;:100,&quot;y&quot;:102.83687943262412},&quot;fallbackUrl&quot;:&quot;sources/icons/61533248e75ac20029699c02/61532fe8e75ac20029699b8c.svg&quot;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8&quot;}},&quot;adf22e99-3051-419c-9494-5ccd36af0fa6&quot;:{&quot;id&quot;:&quot;adf22e99-3051-419c-9494-5ccd36af0fa6&quot;,&quot;name&quot;:&quot;Lymphocyte (T-cell)&quot;,&quot;displayName&quot;:&quot;T-cell&quot;,&quot;type&quot;:&quot;FIGURE_OBJECT&quot;,&quot;relativeTransform&quot;:{&quot;translate&quot;:{&quot;x&quot;:340.34810176716576,&quot;y&quot;:-65.34070153194534},&quot;rotate&quot;:0,&quot;skewX&quot;:0,&quot;scale&quot;:{&quot;x&quot;:1.9304788848816123,&quot;y&quot;:1.9304788848816123}},&quot;image&quot;:{&quot;url&quot;:&quot;https://icons.cdn.biorender.com/biorender/61533248e75ac20029699c05/61532fe8e75ac20029699b8c.png&quot;,&quot;isPremium&quot;:false,&quot;isOrgIcon&quot;:false,&quot;size&quot;:{&quot;x&quot;:100,&quot;y&quot;:102.83687943262412},&quot;fallbackUrl&quot;:&quot;sources/icons/61533248e75ac20029699c05/61532fe8e75ac20029699b8c.svg&quot;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9&quot;}}}}"/>
  <p:tag name="TRANSPARENTBACKGROUND" val="false"/>
  <p:tag name="VERSION" val="1776177495133"/>
  <p:tag name="TITLE" val="Untitled"/>
  <p:tag name="CREATORNAME" val="Beatriz Fernandez"/>
  <p:tag name="DATEINSERTED" val="177617751522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de5100be94156bf77f4c44"/>
  <p:tag name="BIOJSON" val="{&quot;id&quot;:&quot;88372c26-2253-4046-919a-7a24662373cb&quot;,&quot;objects&quot;:{&quot;88372c26-2253-4046-919a-7a24662373cb&quot;:{&quot;id&quot;:&quot;88372c26-2253-4046-919a-7a24662373cb&quot;,&quot;type&quot;:&quot;FIGURE_OBJECT&quot;,&quot;document&quot;:{&quot;type&quot;:&quot;DOCUMENT_GROUP&quot;,&quot;canvasType&quot;:&quot;FIGURE&quot;,&quot;units&quot;:&quot;in&quot;}},&quot;d4c5bb83-5440-4b10-9ed5-a9ab55184f19&quot;:{&quot;id&quot;:&quot;d4c5bb83-5440-4b10-9ed5-a9ab55184f19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88372c26-2253-4046-919a-7a24662373cb&quot;,&quot;type&quot;:&quot;FRAME&quot;,&quot;order&quot;:&quot;5&quot;}},&quot;bf0613c7-bc0b-4d53-959f-ca93202df818&quot;:{&quot;id&quot;:&quot;bf0613c7-bc0b-4d53-959f-ca93202df818&quot;,&quot;type&quot;:&quot;FIGURE_OBJECT&quot;,&quot;document&quot;:{&quot;type&quot;:&quot;FIGURE&quot;,&quot;canvasType&quot;:&quot;FIGURE&quot;,&quot;units&quot;:&quot;in&quot;},&quot;parent&quot;:{&quot;parentId&quot;:&quot;88372c26-2253-4046-919a-7a24662373cb&quot;,&quot;type&quot;:&quot;DOCUMENT&quot;,&quot;order&quot;:&quot;5&quot;}},&quot;80d132b1-5867-4b5e-bb46-0d6ef04ea2fe&quot;:{&quot;id&quot;:&quot;80d132b1-5867-4b5e-bb46-0d6ef04ea2fe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bf0613c7-bc0b-4d53-959f-ca93202df818&quot;,&quot;order&quot;:&quot;5&quot;}},&quot;0b883e53-d308-445a-96e1-020e21d85a79&quot;:{&quot;id&quot;:&quot;0b883e53-d308-445a-96e1-020e21d85a79&quot;,&quot;type&quot;:&quot;FIGURE_OBJECT&quot;,&quot;guide&quot;:{&quot;type&quot;:&quot;GRID&quot;,&quot;distance&quot;:0.5,&quot;units&quot;:&quot;in&quot;},&quot;parent&quot;:{&quot;parentId&quot;:&quot;88372c26-2253-4046-919a-7a24662373cb&quot;,&quot;type&quot;:&quot;GUIDE&quot;,&quot;order&quot;:&quot;5&quot;}},&quot;44a1297f-c512-43e4-91e4-2ce1dcc52146&quot;:{&quot;id&quot;:&quot;44a1297f-c512-43e4-91e4-2ce1dcc52146&quot;,&quot;name&quot;:&quot;Lymphocyte (T-cell)&quot;,&quot;displayName&quot;:&quot;T-cell&quot;,&quot;type&quot;:&quot;FIGURE_OBJECT&quot;,&quot;relativeTransform&quot;:{&quot;translate&quot;:{&quot;x&quot;:-332.125335929738,&quot;y&quot;:-65.34094715932176},&quot;rotate&quot;:0,&quot;skewX&quot;:0,&quot;scale&quot;:{&quot;x&quot;:1.9304788848816123,&quot;y&quot;:1.9304788848816123}},&quot;image&quot;:{&quot;url&quot;:&quot;https://icons.cdn.biorender.com/biorender/61533259e75ac20029699c0c/61532fe8e75ac20029699b8c.png&quot;,&quot;isPremium&quot;:false,&quot;isOrgIcon&quot;:false,&quot;size&quot;:{&quot;x&quot;:100,&quot;y&quot;:102.83687943262412},&quot;fallbackUrl&quot;:&quot;sources/icons/61533259e75ac20029699c0c/61532fe8e75ac20029699b8c.svg&quot;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5&quot;}},&quot;4189d661-2fba-4111-bbc9-62b78b5dece9&quot;:{&quot;id&quot;:&quot;4189d661-2fba-4111-bbc9-62b78b5dece9&quot;,&quot;name&quot;:&quot;Lymphocyte (T-cell)&quot;,&quot;displayName&quot;:&quot;T-cell&quot;,&quot;type&quot;:&quot;FIGURE_OBJECT&quot;,&quot;relativeTransform&quot;:{&quot;translate&quot;:{&quot;x&quot;:-117.08059937351851,&quot;y&quot;:-65.34066644232013},&quot;rotate&quot;:0,&quot;skewX&quot;:0,&quot;scale&quot;:{&quot;x&quot;:1.9304788848816123,&quot;y&quot;:1.9304788848816123}},&quot;image&quot;:{&quot;url&quot;:&quot;https://icons.cdn.biorender.com/biorender/61532fe8e75ac20029699b8c/20210928151717/image/61532fe8e75ac20029699b8c.png&quot;,&quot;isPremium&quot;:false,&quot;isOrgIcon&quot;:false,&quot;size&quot;:{&quot;x&quot;:100,&quot;y&quot;:102.83687943262412}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7&quot;}},&quot;0bf65e8e-aa97-400d-96de-e6cdd2f77b45&quot;:{&quot;id&quot;:&quot;0bf65e8e-aa97-400d-96de-e6cdd2f77b45&quot;,&quot;name&quot;:&quot;Lymphocyte (T-cell)&quot;,&quot;displayName&quot;:&quot;T-cell&quot;,&quot;type&quot;:&quot;FIGURE_OBJECT&quot;,&quot;relativeTransform&quot;:{&quot;translate&quot;:{&quot;x&quot;:111.63378628644881,&quot;y&quot;:-65.34094715932176},&quot;rotate&quot;:0,&quot;skewX&quot;:0,&quot;scale&quot;:{&quot;x&quot;:1.9304788848816123,&quot;y&quot;:1.9304788848816123}},&quot;image&quot;:{&quot;url&quot;:&quot;https://icons.cdn.biorender.com/biorender/61533248e75ac20029699c02/61532fe8e75ac20029699b8c.png&quot;,&quot;isPremium&quot;:false,&quot;isOrgIcon&quot;:false,&quot;size&quot;:{&quot;x&quot;:100,&quot;y&quot;:102.83687943262412},&quot;fallbackUrl&quot;:&quot;sources/icons/61533248e75ac20029699c02/61532fe8e75ac20029699b8c.svg&quot;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8&quot;}},&quot;adf22e99-3051-419c-9494-5ccd36af0fa6&quot;:{&quot;id&quot;:&quot;adf22e99-3051-419c-9494-5ccd36af0fa6&quot;,&quot;name&quot;:&quot;Lymphocyte (T-cell)&quot;,&quot;displayName&quot;:&quot;T-cell&quot;,&quot;type&quot;:&quot;FIGURE_OBJECT&quot;,&quot;relativeTransform&quot;:{&quot;translate&quot;:{&quot;x&quot;:340.34810176716576,&quot;y&quot;:-65.34070153194534},&quot;rotate&quot;:0,&quot;skewX&quot;:0,&quot;scale&quot;:{&quot;x&quot;:1.9304788848816123,&quot;y&quot;:1.9304788848816123}},&quot;image&quot;:{&quot;url&quot;:&quot;https://icons.cdn.biorender.com/biorender/61533248e75ac20029699c05/61532fe8e75ac20029699b8c.png&quot;,&quot;isPremium&quot;:false,&quot;isOrgIcon&quot;:false,&quot;size&quot;:{&quot;x&quot;:100,&quot;y&quot;:102.83687943262412},&quot;fallbackUrl&quot;:&quot;sources/icons/61533248e75ac20029699c05/61532fe8e75ac20029699b8c.svg&quot;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9&quot;}}}}"/>
  <p:tag name="TRANSPARENTBACKGROUND" val="false"/>
  <p:tag name="VERSION" val="1776177495133"/>
  <p:tag name="TITLE" val="Untitled"/>
  <p:tag name="CREATORNAME" val="Beatriz Fernandez"/>
  <p:tag name="DATEINSERTED" val="177617751522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de5100be94156bf77f4c44"/>
  <p:tag name="BIOJSON" val="{&quot;id&quot;:&quot;88372c26-2253-4046-919a-7a24662373cb&quot;,&quot;objects&quot;:{&quot;88372c26-2253-4046-919a-7a24662373cb&quot;:{&quot;id&quot;:&quot;88372c26-2253-4046-919a-7a24662373cb&quot;,&quot;type&quot;:&quot;FIGURE_OBJECT&quot;,&quot;document&quot;:{&quot;type&quot;:&quot;DOCUMENT_GROUP&quot;,&quot;canvasType&quot;:&quot;FIGURE&quot;,&quot;units&quot;:&quot;in&quot;}},&quot;d4c5bb83-5440-4b10-9ed5-a9ab55184f19&quot;:{&quot;id&quot;:&quot;d4c5bb83-5440-4b10-9ed5-a9ab55184f19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88372c26-2253-4046-919a-7a24662373cb&quot;,&quot;type&quot;:&quot;FRAME&quot;,&quot;order&quot;:&quot;5&quot;}},&quot;bf0613c7-bc0b-4d53-959f-ca93202df818&quot;:{&quot;id&quot;:&quot;bf0613c7-bc0b-4d53-959f-ca93202df818&quot;,&quot;type&quot;:&quot;FIGURE_OBJECT&quot;,&quot;document&quot;:{&quot;type&quot;:&quot;FIGURE&quot;,&quot;canvasType&quot;:&quot;FIGURE&quot;,&quot;units&quot;:&quot;in&quot;},&quot;parent&quot;:{&quot;parentId&quot;:&quot;88372c26-2253-4046-919a-7a24662373cb&quot;,&quot;type&quot;:&quot;DOCUMENT&quot;,&quot;order&quot;:&quot;5&quot;}},&quot;80d132b1-5867-4b5e-bb46-0d6ef04ea2fe&quot;:{&quot;id&quot;:&quot;80d132b1-5867-4b5e-bb46-0d6ef04ea2fe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bf0613c7-bc0b-4d53-959f-ca93202df818&quot;,&quot;order&quot;:&quot;5&quot;}},&quot;0b883e53-d308-445a-96e1-020e21d85a79&quot;:{&quot;id&quot;:&quot;0b883e53-d308-445a-96e1-020e21d85a79&quot;,&quot;type&quot;:&quot;FIGURE_OBJECT&quot;,&quot;guide&quot;:{&quot;type&quot;:&quot;GRID&quot;,&quot;distance&quot;:0.5,&quot;units&quot;:&quot;in&quot;},&quot;parent&quot;:{&quot;parentId&quot;:&quot;88372c26-2253-4046-919a-7a24662373cb&quot;,&quot;type&quot;:&quot;GUIDE&quot;,&quot;order&quot;:&quot;5&quot;}},&quot;44a1297f-c512-43e4-91e4-2ce1dcc52146&quot;:{&quot;id&quot;:&quot;44a1297f-c512-43e4-91e4-2ce1dcc52146&quot;,&quot;name&quot;:&quot;Lymphocyte (T-cell)&quot;,&quot;displayName&quot;:&quot;T-cell&quot;,&quot;type&quot;:&quot;FIGURE_OBJECT&quot;,&quot;relativeTransform&quot;:{&quot;translate&quot;:{&quot;x&quot;:-332.125335929738,&quot;y&quot;:-65.34094715932176},&quot;rotate&quot;:0,&quot;skewX&quot;:0,&quot;scale&quot;:{&quot;x&quot;:1.9304788848816123,&quot;y&quot;:1.9304788848816123}},&quot;image&quot;:{&quot;url&quot;:&quot;https://icons.cdn.biorender.com/biorender/61533259e75ac20029699c0c/61532fe8e75ac20029699b8c.png&quot;,&quot;isPremium&quot;:false,&quot;isOrgIcon&quot;:false,&quot;size&quot;:{&quot;x&quot;:100,&quot;y&quot;:102.83687943262412},&quot;fallbackUrl&quot;:&quot;sources/icons/61533259e75ac20029699c0c/61532fe8e75ac20029699b8c.svg&quot;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5&quot;}},&quot;4189d661-2fba-4111-bbc9-62b78b5dece9&quot;:{&quot;id&quot;:&quot;4189d661-2fba-4111-bbc9-62b78b5dece9&quot;,&quot;name&quot;:&quot;Lymphocyte (T-cell)&quot;,&quot;displayName&quot;:&quot;T-cell&quot;,&quot;type&quot;:&quot;FIGURE_OBJECT&quot;,&quot;relativeTransform&quot;:{&quot;translate&quot;:{&quot;x&quot;:-117.08059937351851,&quot;y&quot;:-65.34066644232013},&quot;rotate&quot;:0,&quot;skewX&quot;:0,&quot;scale&quot;:{&quot;x&quot;:1.9304788848816123,&quot;y&quot;:1.9304788848816123}},&quot;image&quot;:{&quot;url&quot;:&quot;https://icons.cdn.biorender.com/biorender/61532fe8e75ac20029699b8c/20210928151717/image/61532fe8e75ac20029699b8c.png&quot;,&quot;isPremium&quot;:false,&quot;isOrgIcon&quot;:false,&quot;size&quot;:{&quot;x&quot;:100,&quot;y&quot;:102.83687943262412}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7&quot;}},&quot;0bf65e8e-aa97-400d-96de-e6cdd2f77b45&quot;:{&quot;id&quot;:&quot;0bf65e8e-aa97-400d-96de-e6cdd2f77b45&quot;,&quot;name&quot;:&quot;Lymphocyte (T-cell)&quot;,&quot;displayName&quot;:&quot;T-cell&quot;,&quot;type&quot;:&quot;FIGURE_OBJECT&quot;,&quot;relativeTransform&quot;:{&quot;translate&quot;:{&quot;x&quot;:111.63378628644881,&quot;y&quot;:-65.34094715932176},&quot;rotate&quot;:0,&quot;skewX&quot;:0,&quot;scale&quot;:{&quot;x&quot;:1.9304788848816123,&quot;y&quot;:1.9304788848816123}},&quot;image&quot;:{&quot;url&quot;:&quot;https://icons.cdn.biorender.com/biorender/61533248e75ac20029699c02/61532fe8e75ac20029699b8c.png&quot;,&quot;isPremium&quot;:false,&quot;isOrgIcon&quot;:false,&quot;size&quot;:{&quot;x&quot;:100,&quot;y&quot;:102.83687943262412},&quot;fallbackUrl&quot;:&quot;sources/icons/61533248e75ac20029699c02/61532fe8e75ac20029699b8c.svg&quot;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8&quot;}},&quot;adf22e99-3051-419c-9494-5ccd36af0fa6&quot;:{&quot;id&quot;:&quot;adf22e99-3051-419c-9494-5ccd36af0fa6&quot;,&quot;name&quot;:&quot;Lymphocyte (T-cell)&quot;,&quot;displayName&quot;:&quot;T-cell&quot;,&quot;type&quot;:&quot;FIGURE_OBJECT&quot;,&quot;relativeTransform&quot;:{&quot;translate&quot;:{&quot;x&quot;:340.34810176716576,&quot;y&quot;:-65.34070153194534},&quot;rotate&quot;:0,&quot;skewX&quot;:0,&quot;scale&quot;:{&quot;x&quot;:1.9304788848816123,&quot;y&quot;:1.9304788848816123}},&quot;image&quot;:{&quot;url&quot;:&quot;https://icons.cdn.biorender.com/biorender/61533248e75ac20029699c05/61532fe8e75ac20029699b8c.png&quot;,&quot;isPremium&quot;:false,&quot;isOrgIcon&quot;:false,&quot;size&quot;:{&quot;x&quot;:100,&quot;y&quot;:102.83687943262412},&quot;fallbackUrl&quot;:&quot;sources/icons/61533248e75ac20029699c05/61532fe8e75ac20029699b8c.svg&quot;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9&quot;}}}}"/>
  <p:tag name="TRANSPARENTBACKGROUND" val="false"/>
  <p:tag name="VERSION" val="1776177495133"/>
  <p:tag name="TITLE" val="Untitled"/>
  <p:tag name="CREATORNAME" val="Beatriz Fernandez"/>
  <p:tag name="DATEINSERTED" val="177617751522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de35872cc9aa79b639d018"/>
  <p:tag name="BIOJSON" val="{&quot;id&quot;:&quot;60bc71c6-6376-4756-a524-ea8be73869d2&quot;,&quot;objects&quot;:{&quot;60bc71c6-6376-4756-a524-ea8be73869d2&quot;:{&quot;id&quot;:&quot;60bc71c6-6376-4756-a524-ea8be73869d2&quot;,&quot;type&quot;:&quot;FIGURE_OBJECT&quot;,&quot;document&quot;:{&quot;type&quot;:&quot;DOCUMENT_GROUP&quot;,&quot;canvasType&quot;:&quot;FIGURE&quot;,&quot;units&quot;:&quot;in&quot;}},&quot;b1d4e628-f548-455f-b5e1-3ebef2515757&quot;:{&quot;id&quot;:&quot;b1d4e628-f548-455f-b5e1-3ebef2515757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60bc71c6-6376-4756-a524-ea8be73869d2&quot;,&quot;type&quot;:&quot;FRAME&quot;,&quot;order&quot;:&quot;5&quot;}},&quot;9b9e0192-258a-4353-ace2-899338407232&quot;:{&quot;id&quot;:&quot;9b9e0192-258a-4353-ace2-899338407232&quot;,&quot;type&quot;:&quot;FIGURE_OBJECT&quot;,&quot;document&quot;:{&quot;type&quot;:&quot;FIGURE&quot;,&quot;canvasType&quot;:&quot;FIGURE&quot;,&quot;units&quot;:&quot;in&quot;},&quot;parent&quot;:{&quot;parentId&quot;:&quot;60bc71c6-6376-4756-a524-ea8be73869d2&quot;,&quot;type&quot;:&quot;DOCUMENT&quot;,&quot;order&quot;:&quot;5&quot;}},&quot;6159c9a1-1466-4192-aa26-5175a0b75f5d&quot;:{&quot;id&quot;:&quot;6159c9a1-1466-4192-aa26-5175a0b75f5d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9b9e0192-258a-4353-ace2-899338407232&quot;,&quot;order&quot;:&quot;5&quot;}},&quot;303ea281-cfe9-48fb-b9e0-bf6f90ab3956&quot;:{&quot;id&quot;:&quot;303ea281-cfe9-48fb-b9e0-bf6f90ab3956&quot;,&quot;type&quot;:&quot;FIGURE_OBJECT&quot;,&quot;guide&quot;:{&quot;type&quot;:&quot;GRID&quot;,&quot;distance&quot;:0.5,&quot;units&quot;:&quot;in&quot;},&quot;parent&quot;:{&quot;parentId&quot;:&quot;60bc71c6-6376-4756-a524-ea8be73869d2&quot;,&quot;type&quot;:&quot;GUIDE&quot;,&quot;order&quot;:&quot;5&quot;}},&quot;b96e3d93-e048-43ff-9243-630e6875d18a&quot;:{&quot;relativeTransform&quot;:{&quot;translate&quot;:{&quot;x&quot;:-84.33633760662133,&quot;y&quot;:-247.84250964687982},&quot;rotate&quot;:0,&quot;skewX&quot;:0,&quot;scale&quot;:{&quot;x&quot;:1,&quot;y&quot;:1}},&quot;type&quot;:&quot;FIGURE_OBJECT&quot;,&quot;id&quot;:&quot;b96e3d93-e048-43ff-9243-630e6875d18a&quot;,&quot;parent&quot;:{&quot;type&quot;:&quot;CHILD&quot;,&quot;parentId&quot;:&quot;9b9e0192-258a-4353-ace2-899338407232&quot;,&quot;order&quot;:&quot;5&quot;},&quot;name&quot;:&quot;RNA map sequencing&quot;,&quot;displayName&quot;:&quot;RNA map sequencing&quot;,&quot;source&quot;:{&quot;id&quot;:&quot;63407fa472ecc23b36c85f2e&quot;,&quot;type&quot;:&quot;ASSETS&quot;},&quot;isPremium&quot;:true},&quot;cc26443a-202b-4614-950f-0908acac4033&quot;:{&quot;type&quot;:&quot;FIGURE_OBJECT&quot;,&quot;id&quot;:&quot;cc26443a-202b-4614-950f-0908acac4033&quot;,&quot;relativeTransform&quot;:{&quot;translate&quot;:{&quot;x&quot;:-363.02081797561743,&quot;y&quot;:221.13028700237544},&quot;rotate&quot;:0},&quot;opacity&quot;:1,&quot;path&quot;:{&quot;type&quot;:&quot;POLY_LINE&quot;,&quot;points&quot;:[{&quot;x&quot;:-8.948190327793963,&quot;y&quot;:9.281769815138825},{&quot;x&quot;:-8.948190327793963,&quot;y&quot;:-9.281769815138825},{&quot;x&quot;:6.908407992088083,&quot;y&quot;:-9.281769815138825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96e3d93-e048-43ff-9243-630e6875d18a&quot;,&quot;order&quot;:&quot;7&quot;},&quot;connectorInfo&quot;:{&quot;connectedObjects&quot;:[],&quot;type&quot;:&quot;ELBOW&quot;,&quot;offset&quot;:{&quot;x&quot;:0,&quot;y&quot;:0},&quot;bending&quot;:-0.1,&quot;firstElementIsHead&quot;:true,&quot;customized&quot;:false}},&quot;b932121b-e66f-43b0-947c-a731f73ab320&quot;:{&quot;relativeTransform&quot;:{&quot;translate&quot;:{&quot;x&quot;:-302.1238188037735,&quot;y&quot;:315.96390663805704},&quot;rotate&quot;:0},&quot;type&quot;:&quot;FIGURE_OBJECT&quot;,&quot;id&quot;:&quot;b932121b-e66f-43b0-947c-a731f73ab320&quot;,&quot;parent&quot;:{&quot;type&quot;:&quot;CHILD&quot;,&quot;parentId&quot;:&quot;b96e3d93-e048-43ff-9243-630e6875d18a&quot;,&quot;order&quot;:&quot;1&quot;},&quot;name&quot;:&quot;Pre-sliced introns and exons (editable)&quot;,&quot;displayName&quot;:&quot;Pre-sliced introns and exons&quot;,&quot;source&quot;:{&quot;id&quot;:&quot;603298ba59681400a6b4b680&quot;,&quot;type&quot;:&quot;ASSETS&quot;},&quot;isPremium&quot;:true},&quot;48d1234f-6ffd-4738-9153-10deb8545649&quot;:{&quot;type&quot;:&quot;FIGURE_OBJECT&quot;,&quot;id&quot;:&quot;48d1234f-6ffd-4738-9153-10deb8545649&quot;,&quot;relativeTransform&quot;:{&quot;translate&quot;:{&quot;x&quot;:19.474904705088232,&quot;y&quot;:-84.86369834863886},&quot;rotate&quot;:0},&quot;opacity&quot;:1,&quot;path&quot;:{&quot;type&quot;:&quot;POLY_LINE&quot;,&quot;points&quot;:[{&quot;x&quot;:-96.61148919091383,&quot;y&quot;:0},{&quot;x&quot;:92.4209409991372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,&quot;dashArray&quot;:[0,0]}],&quot;isLocked&quot;:false,&quot;parent&quot;:{&quot;type&quot;:&quot;CHILD&quot;,&quot;parentId&quot;:&quot;b932121b-e66f-43b0-947c-a731f73ab320&quot;,&quot;order&quot;:&quot;05&quot;}},&quot;26ee692c-7384-49e9-881d-2265aa09321c&quot;:{&quot;type&quot;:&quot;FIGURE_OBJECT&quot;,&quot;id&quot;:&quot;26ee692c-7384-49e9-881d-2265aa09321c&quot;,&quot;relativeTransform&quot;:{&quot;translate&quot;:{&quot;x&quot;:-29.916724409371266,&quot;y&quot;:-84.86374213048548},&quot;rotate&quot;:0},&quot;layout&quot;:{&quot;sizeRatio&quot;:{&quot;x&quot;:0.88,&quot;y&quot;:0.88},&quot;keepAspectRatio&quot;:false},&quot;opacity&quot;:1,&quot;path&quot;:{&quot;type&quot;:&quot;RECT&quot;,&quot;size&quot;:{&quot;x&quot;:48.893094333962594,&quot;y&quot;:17.045454545454547},&quot;cornerRounding&quot;:{&quot;type&quot;:&quot;ARC_LENGTH&quot;,&quot;global&quot;:0}},&quot;pathStyles&quot;:[{&quot;type&quot;:&quot;FILL&quot;,&quot;fillStyle&quot;:&quot;rgba(216, 240, 246, 1)&quot;},{&quot;type&quot;:&quot;STROKE&quot;,&quot;strokeStyle&quot;:&quot;rgba(48, 110, 128, 1)&quot;,&quot;lineWidth&quot;:0.7395512418615802,&quot;lineJoin&quot;:&quot;round&quot;}],&quot;isLocked&quot;:false,&quot;parent&quot;:{&quot;type&quot;:&quot;CHILD&quot;,&quot;parentId&quot;:&quot;b932121b-e66f-43b0-947c-a731f73ab320&quot;,&quot;order&quot;:&quot;1&quot;}},&quot;10427504-8e71-4250-a8a6-33fe2e67f6a1&quot;:{&quot;type&quot;:&quot;FIGURE_OBJECT&quot;,&quot;id&quot;:&quot;10427504-8e71-4250-a8a6-33fe2e67f6a1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12.58383924308821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43.02592301388709,&quot;y&quot;:15},&quot;targetSize&quot;:{&quot;x&quot;:43.02592301388709,&quot;y&quot;:2},&quot;format&quot;:&quot;BETTER_TEXT&quot;,&quot;verticalAlign&quot;:&quot;TOP&quot;},&quot;parent&quot;:{&quot;type&quot;:&quot;CHILD&quot;,&quot;parentId&quot;:&quot;26ee692c-7384-49e9-881d-2265aa09321c&quot;,&quot;order&quot;:&quot;5&quot;}},&quot;8b7dd6a1-1869-460e-8845-4660531a17cb&quot;:{&quot;type&quot;:&quot;FIGURE_OBJECT&quot;,&quot;id&quot;:&quot;8b7dd6a1-1869-460e-8845-4660531a17cb&quot;,&quot;parent&quot;:{&quot;type&quot;:&quot;CHILD&quot;,&quot;parentId&quot;:&quot;b96e3d93-e048-43ff-9243-630e6875d18a&quot;,&quot;order&quot;:&quot;2&quot;},&quot;relativeTransform&quot;:{&quot;translate&quot;:{&quot;x&quot;:-512.6052103798372,&quot;y&quot;:43.54220832815986},&quot;rotate&quot;:0}},&quot;16f42f49-5ed1-408d-ba08-219eec563b6c&quot;:{&quot;type&quot;:&quot;FIGURE_OBJECT&quot;,&quot;id&quot;:&quot;16f42f49-5ed1-408d-ba08-219eec563b6c&quot;,&quot;relativeTransform&quot;:{&quot;translate&quot;:{&quot;x&quot;:172.04117835477342,&quot;y&quot;:117.52705113178165},&quot;rotate&quot;:0},&quot;opacity&quot;:1,&quot;path&quot;:{&quot;type&quot;:&quot;POLY_LINE&quot;,&quot;points&quot;:[{&quot;x&quot;:-15.353850883818001,&quot;y&quot;:0},{&quot;x&quot;:15.35385088381800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05&quot;},&quot;connectorInfo&quot;:{&quot;connectedObjects&quot;:[],&quot;type&quot;:&quot;LINE&quot;,&quot;offset&quot;:{&quot;x&quot;:0,&quot;y&quot;:0},&quot;bending&quot;:0.1,&quot;firstElementIsHead&quot;:true,&quot;customized&quot;:false}},&quot;2199f358-412d-4f9e-900d-44dccab2eb8b&quot;:{&quot;type&quot;:&quot;FIGURE_OBJECT&quot;,&quot;id&quot;:&quot;2199f358-412d-4f9e-900d-44dccab2eb8b&quot;,&quot;relativeTransform&quot;:{&quot;translate&quot;:{&quot;x&quot;:188.0983014527451,&quot;y&quot;:125.06310319339735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1&quot;},&quot;connectorInfo&quot;:{&quot;connectedObjects&quot;:[],&quot;type&quot;:&quot;LINE&quot;,&quot;offset&quot;:{&quot;x&quot;:0,&quot;y&quot;:0},&quot;bending&quot;:0.1,&quot;firstElementIsHead&quot;:true,&quot;customized&quot;:false}},&quot;782d9856-0958-471e-b6af-fc492fc1c7ab&quot;:{&quot;type&quot;:&quot;FIGURE_OBJECT&quot;,&quot;id&quot;:&quot;782d9856-0958-471e-b6af-fc492fc1c7ab&quot;,&quot;relativeTransform&quot;:{&quot;translate&quot;:{&quot;x&quot;:184.40767999876437,&quot;y&quot;:132.59915525501307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2&quot;},&quot;connectorInfo&quot;:{&quot;connectedObjects&quot;:[],&quot;type&quot;:&quot;LINE&quot;,&quot;offset&quot;:{&quot;x&quot;:0,&quot;y&quot;:0},&quot;bending&quot;:0.1,&quot;firstElementIsHead&quot;:true,&quot;customized&quot;:false}},&quot;0ef9cb4e-d8da-49bb-b905-f32f5cfc7fe9&quot;:{&quot;type&quot;:&quot;FIGURE_OBJECT&quot;,&quot;id&quot;:&quot;0ef9cb4e-d8da-49bb-b905-f32f5cfc7fe9&quot;,&quot;relativeTransform&quot;:{&quot;translate&quot;:{&quot;x&quot;:176.28831280000665,&quot;y&quot;:140.1352073166288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25&quot;},&quot;connectorInfo&quot;:{&quot;connectedObjects&quot;:[],&quot;type&quot;:&quot;LINE&quot;,&quot;offset&quot;:{&quot;x&quot;:0,&quot;y&quot;:0},&quot;bending&quot;:0.1,&quot;firstElementIsHead&quot;:true,&quot;customized&quot;:false}},&quot;c6363c6e-4d48-493f-b65c-468834eadd4f&quot;:{&quot;type&quot;:&quot;FIGURE_OBJECT&quot;,&quot;id&quot;:&quot;c6363c6e-4d48-493f-b65c-468834eadd4f&quot;,&quot;relativeTransform&quot;:{&quot;translate&quot;:{&quot;x&quot;:188.09821984206388,&quot;y&quot;:147.67125937824449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3&quot;},&quot;connectorInfo&quot;:{&quot;connectedObjects&quot;:[],&quot;type&quot;:&quot;LINE&quot;,&quot;offset&quot;:{&quot;x&quot;:0,&quot;y&quot;:0},&quot;bending&quot;:0.1,&quot;firstElementIsHead&quot;:true,&quot;customized&quot;:false}},&quot;1a369be5-b5c5-4787-9f2b-8263d48c8ebd&quot;:{&quot;type&quot;:&quot;FIGURE_OBJECT&quot;,&quot;id&quot;:&quot;1a369be5-b5c5-4787-9f2b-8263d48c8ebd&quot;,&quot;relativeTransform&quot;:{&quot;translate&quot;:{&quot;x&quot;:180.71697693410235,&quot;y&quot;:162.74336350147593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5&quot;},&quot;connectorInfo&quot;:{&quot;connectedObjects&quot;:[],&quot;type&quot;:&quot;LINE&quot;,&quot;offset&quot;:{&quot;x&quot;:0,&quot;y&quot;:0},&quot;bending&quot;:0.1,&quot;firstElementIsHead&quot;:true,&quot;customized&quot;:false}},&quot;437424bf-56b8-4fc2-808f-4094d95774e1&quot;:{&quot;type&quot;:&quot;FIGURE_OBJECT&quot;,&quot;id&quot;:&quot;437424bf-56b8-4fc2-808f-4094d95774e1&quot;,&quot;relativeTransform&quot;:{&quot;translate&quot;:{&quot;x&quot;:166.48658862139692,&quot;y&quot;:155.2073114398602},&quot;rotate&quot;:0},&quot;opacity&quot;:1,&quot;path&quot;:{&quot;type&quot;:&quot;POLY_LINE&quot;,&quot;points&quot;:[{&quot;x&quot;:-9.877007701110603,&quot;y&quot;:0},{&quot;x&quot;:9.877007701110603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55&quot;},&quot;connectorInfo&quot;:{&quot;connectedObjects&quot;:[],&quot;type&quot;:&quot;LINE&quot;,&quot;offset&quot;:{&quot;x&quot;:0,&quot;y&quot;:0},&quot;bending&quot;:0.1,&quot;firstElementIsHead&quot;:true,&quot;customized&quot;:false}},&quot;6a024a35-9c49-426f-a341-992a9ac880b0&quot;:{&quot;type&quot;:&quot;FIGURE_OBJECT&quot;,&quot;id&quot;:&quot;6a024a35-9c49-426f-a341-992a9ac880b0&quot;,&quot;relativeTransform&quot;:{&quot;translate&quot;:{&quot;x&quot;:188.0989257711913,&quot;y&quot;:170.27941556309162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6&quot;},&quot;connectorInfo&quot;:{&quot;connectedObjects&quot;:[],&quot;type&quot;:&quot;LINE&quot;,&quot;offset&quot;:{&quot;x&quot;:0,&quot;y&quot;:0},&quot;bending&quot;:0.1,&quot;firstElementIsHead&quot;:true,&quot;customized&quot;:false}},&quot;936383a3-7b0b-40f1-98a6-9ec67f6a91d7&quot;:{&quot;type&quot;:&quot;FIGURE_OBJECT&quot;,&quot;id&quot;:&quot;936383a3-7b0b-40f1-98a6-9ec67f6a91d7&quot;,&quot;relativeTransform&quot;:{&quot;translate&quot;:{&quot;x&quot;:195.6071307507643,&quot;y&quot;:109.99099907016594},&quot;rotate&quot;:0},&quot;opacity&quot;:1,&quot;path&quot;:{&quot;type&quot;:&quot;POLY_LINE&quot;,&quot;points&quot;:[{&quot;x&quot;:-8.400759155692771,&quot;y&quot;:0},{&quot;x&quot;:8.40075915569277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7&quot;},&quot;connectorInfo&quot;:{&quot;connectedObjects&quot;:[],&quot;type&quot;:&quot;LINE&quot;,&quot;offset&quot;:{&quot;x&quot;:0,&quot;y&quot;:0},&quot;bending&quot;:0.1,&quot;firstElementIsHead&quot;:true,&quot;customized&quot;:false}},&quot;09247a02-d427-4b3d-a8bf-e4c3a750429c&quot;:{&quot;type&quot;:&quot;FIGURE_OBJECT&quot;,&quot;id&quot;:&quot;09247a02-d427-4b3d-a8bf-e4c3a750429c&quot;,&quot;relativeTransform&quot;:{&quot;translate&quot;:{&quot;x&quot;:199.2981118478996,&quot;y&quot;:102.45494700855022},&quot;rotate&quot;:0},&quot;opacity&quot;:1,&quot;path&quot;:{&quot;type&quot;:&quot;POLY_LINE&quot;,&quot;points&quot;:[{&quot;x&quot;:-4.710137792148145,&quot;y&quot;:0},{&quot;x&quot;:4.710137792148145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75&quot;},&quot;connectorInfo&quot;:{&quot;connectedObjects&quot;:[],&quot;type&quot;:&quot;LINE&quot;,&quot;offset&quot;:{&quot;x&quot;:0,&quot;y&quot;:0},&quot;bending&quot;:0.1,&quot;firstElementIsHead&quot;:true,&quot;customized&quot;:false}},&quot;bb40f08f-d932-493c-be87-4592f2fc9ebf&quot;:{&quot;type&quot;:&quot;FIGURE_OBJECT&quot;,&quot;id&quot;:&quot;bb40f08f-d932-493c-be87-4592f2fc9ebf&quot;,&quot;relativeTransform&quot;:{&quot;translate&quot;:{&quot;x&quot;:184.40821114036925,&quot;y&quot;:94.91889494693451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8&quot;},&quot;connectorInfo&quot;:{&quot;connectedObjects&quot;:[],&quot;type&quot;:&quot;LINE&quot;,&quot;offset&quot;:{&quot;x&quot;:0,&quot;y&quot;:0},&quot;bending&quot;:0.1,&quot;firstElementIsHead&quot;:true,&quot;customized&quot;:false}},&quot;0ebc2dbd-56f2-4525-9154-ae46c0fc865d&quot;:{&quot;type&quot;:&quot;FIGURE_OBJECT&quot;,&quot;id&quot;:&quot;0ebc2dbd-56f2-4525-9154-ae46c0fc865d&quot;,&quot;parent&quot;:{&quot;type&quot;:&quot;CHILD&quot;,&quot;parentId&quot;:&quot;b96e3d93-e048-43ff-9243-630e6875d18a&quot;,&quot;order&quot;:&quot;5&quot;},&quot;relativeTransform&quot;:{&quot;translate&quot;:{&quot;x&quot;:-512.6052103798372,&quot;y&quot;:43.54220832815986},&quot;rotate&quot;:0}},&quot;dc3a1746-b880-46b1-a9de-3fa3440d839e&quot;:{&quot;type&quot;:&quot;FIGURE_OBJECT&quot;,&quot;id&quot;:&quot;dc3a1746-b880-46b1-a9de-3fa3440d839e&quot;,&quot;relativeTransform&quot;:{&quot;translate&quot;:{&quot;x&quot;:291.1711650814544,&quot;y&quot;:117.5275031819447},&quot;rotate&quot;:-1.6986101013487643e-16},&quot;opacity&quot;:1,&quot;path&quot;:{&quot;type&quot;:&quot;POLY_LINE&quot;,&quot;points&quot;:[{&quot;x&quot;:12.025748843744207,&quot;y&quot;:0},{&quot;x&quot;:-12.025748843744207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05&quot;},&quot;connectorInfo&quot;:{&quot;connectedObjects&quot;:[],&quot;type&quot;:&quot;LINE&quot;,&quot;offset&quot;:{&quot;x&quot;:0,&quot;y&quot;:0},&quot;bending&quot;:0.1,&quot;firstElementIsHead&quot;:true,&quot;customized&quot;:false}},&quot;206d32ec-ef64-41d7-a870-0e281c1c883a&quot;:{&quot;type&quot;:&quot;FIGURE_OBJECT&quot;,&quot;id&quot;:&quot;206d32ec-ef64-41d7-a870-0e281c1c883a&quot;,&quot;relativeTransform&quot;:{&quot;translate&quot;:{&quot;x&quot;:269.888345340772,&quot;y&quot;:125.06351624594072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1&quot;},&quot;connectorInfo&quot;:{&quot;connectedObjects&quot;:[],&quot;type&quot;:&quot;LINE&quot;,&quot;offset&quot;:{&quot;x&quot;:0,&quot;y&quot;:0},&quot;bending&quot;:0.1,&quot;firstElementIsHead&quot;:true,&quot;customized&quot;:false}},&quot;0f14d77b-9553-443a-8d58-8be8b0fb8787&quot;:{&quot;type&quot;:&quot;FIGURE_OBJECT&quot;,&quot;id&quot;:&quot;0f14d77b-9553-443a-8d58-8be8b0fb8787&quot;,&quot;relativeTransform&quot;:{&quot;translate&quot;:{&quot;x&quot;:265.3094172610062,&quot;y&quot;:132.59952930993674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2&quot;},&quot;connectorInfo&quot;:{&quot;connectedObjects&quot;:[],&quot;type&quot;:&quot;LINE&quot;,&quot;offset&quot;:{&quot;x&quot;:0,&quot;y&quot;:0},&quot;bending&quot;:0.1,&quot;firstElementIsHead&quot;:true,&quot;customized&quot;:false}},&quot;08f8fc87-0b31-43cb-b1cb-7c3fc847f5a3&quot;:{&quot;type&quot;:&quot;FIGURE_OBJECT&quot;,&quot;id&quot;:&quot;08f8fc87-0b31-43cb-b1cb-7c3fc847f5a3&quot;,&quot;relativeTransform&quot;:{&quot;translate&quot;:{&quot;x&quot;:283.4804845808308,&quot;y&quot;:140.1355423739328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25&quot;},&quot;connectorInfo&quot;:{&quot;connectedObjects&quot;:[],&quot;type&quot;:&quot;LINE&quot;,&quot;offset&quot;:{&quot;x&quot;:0,&quot;y&quot;:0},&quot;bending&quot;:0.1,&quot;firstElementIsHead&quot;:true,&quot;customized&quot;:false}},&quot;95875cf0-5349-4f95-b690-b8d601bc62b1&quot;:{&quot;type&quot;:&quot;FIGURE_OBJECT&quot;,&quot;id&quot;:&quot;95875cf0-5349-4f95-b690-b8d601bc62b1&quot;,&quot;relativeTransform&quot;:{&quot;translate&quot;:{&quot;x&quot;:265.3091069266338,&quot;y&quot;:147.67155543792882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3&quot;},&quot;connectorInfo&quot;:{&quot;connectedObjects&quot;:[],&quot;type&quot;:&quot;LINE&quot;,&quot;offset&quot;:{&quot;x&quot;:0,&quot;y&quot;:0},&quot;bending&quot;:0.1,&quot;firstElementIsHead&quot;:true,&quot;customized&quot;:false}},&quot;59ab6e85-0740-494e-b254-92e040d73338&quot;:{&quot;type&quot;:&quot;FIGURE_OBJECT&quot;,&quot;id&quot;:&quot;59ab6e85-0740-494e-b254-92e040d73338&quot;,&quot;relativeTransform&quot;:{&quot;translate&quot;:{&quot;x&quot;:274.4672381997293,&quot;y&quot;:162.74358156592086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5&quot;},&quot;connectorInfo&quot;:{&quot;connectedObjects&quot;:[],&quot;type&quot;:&quot;LINE&quot;,&quot;offset&quot;:{&quot;x&quot;:0,&quot;y&quot;:0},&quot;bending&quot;:0.1,&quot;firstElementIsHead&quot;:true,&quot;customized&quot;:false}},&quot;5b9f0602-cef4-47f8-bcb3-e6a112bfc8bb&quot;:{&quot;type&quot;:&quot;FIGURE_OBJECT&quot;,&quot;id&quot;:&quot;5b9f0602-cef4-47f8-bcb3-e6a112bfc8bb&quot;,&quot;relativeTransform&quot;:{&quot;translate&quot;:{&quot;x&quot;:291.40021996235254,&quot;y&quot;:155.20756850192484},&quot;rotate&quot;:-1.6986101013487643e-16},&quot;opacity&quot;:1,&quot;path&quot;:{&quot;type&quot;:&quot;POLY_LINE&quot;,&quot;points&quot;:[{&quot;x&quot;:12.254702119961328,&quot;y&quot;:0},{&quot;x&quot;:-12.254702119961328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55&quot;},&quot;connectorInfo&quot;:{&quot;connectedObjects&quot;:[],&quot;type&quot;:&quot;LINE&quot;,&quot;offset&quot;:{&quot;x&quot;:0,&quot;y&quot;:0},&quot;bending&quot;:0.1,&quot;firstElementIsHead&quot;:true,&quot;customized&quot;:false}},&quot;9f7aefe2-36c8-4061-99f7-ed185952742d&quot;:{&quot;type&quot;:&quot;FIGURE_OBJECT&quot;,&quot;id&quot;:&quot;9f7aefe2-36c8-4061-99f7-ed185952742d&quot;,&quot;relativeTransform&quot;:{&quot;translate&quot;:{&quot;x&quot;:265.30823105901925,&quot;y&quot;:170.2795946299169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6&quot;},&quot;connectorInfo&quot;:{&quot;connectedObjects&quot;:[],&quot;type&quot;:&quot;LINE&quot;,&quot;offset&quot;:{&quot;x&quot;:0,&quot;y&quot;:0},&quot;bending&quot;:0.1,&quot;firstElementIsHead&quot;:true,&quot;customized&quot;:false}},&quot;5c2bcd77-b26f-48c7-8517-f81efbefb887&quot;:{&quot;type&quot;:&quot;FIGURE_OBJECT&quot;,&quot;id&quot;:&quot;5c2bcd77-b26f-48c7-8517-f81efbefb887&quot;,&quot;relativeTransform&quot;:{&quot;translate&quot;:{&quot;x&quot;:258.68193534046515,&quot;y&quot;:109.99149011794869},&quot;rotate&quot;:-1.6986101013487643e-16},&quot;opacity&quot;:1,&quot;path&quot;:{&quot;type&quot;:&quot;POLY_LINE&quot;,&quot;points&quot;:[{&quot;x&quot;:7.23090967519281,&quot;y&quot;:0},{&quot;x&quot;:-7.2309096751928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7&quot;},&quot;connectorInfo&quot;:{&quot;connectedObjects&quot;:[],&quot;type&quot;:&quot;LINE&quot;,&quot;offset&quot;:{&quot;x&quot;:0,&quot;y&quot;:0},&quot;bending&quot;:0.1,&quot;firstElementIsHead&quot;:true,&quot;customized&quot;:false}},&quot;b6b1084e-b0b5-41ee-b129-0f68e90e45f2&quot;:{&quot;type&quot;:&quot;FIGURE_OBJECT&quot;,&quot;id&quot;:&quot;b6b1084e-b0b5-41ee-b129-0f68e90e45f2&quot;,&quot;relativeTransform&quot;:{&quot;translate&quot;:{&quot;x&quot;:261.8011016531401,&quot;y&quot;:102.45547705395266},&quot;rotate&quot;:-1.6986101013487643e-16},&quot;opacity&quot;:1,&quot;path&quot;:{&quot;type&quot;:&quot;POLY_LINE&quot;,&quot;points&quot;:[{&quot;x&quot;:10.350598011811915,&quot;y&quot;:0},{&quot;x&quot;:-10.350598011811915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75&quot;},&quot;connectorInfo&quot;:{&quot;connectedObjects&quot;:[],&quot;type&quot;:&quot;LINE&quot;,&quot;offset&quot;:{&quot;x&quot;:0,&quot;y&quot;:0},&quot;bending&quot;:0.1,&quot;firstElementIsHead&quot;:true,&quot;customized&quot;:false}},&quot;0a7e41d2-660e-4e39-9d6b-b9ab7f5392fe&quot;:{&quot;type&quot;:&quot;FIGURE_OBJECT&quot;,&quot;id&quot;:&quot;0a7e41d2-660e-4e39-9d6b-b9ab7f5392fe&quot;,&quot;relativeTransform&quot;:{&quot;translate&quot;:{&quot;x&quot;:269.88835431217467,&quot;y&quot;:94.91946398995663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8&quot;},&quot;connectorInfo&quot;:{&quot;connectedObjects&quot;:[],&quot;type&quot;:&quot;LINE&quot;,&quot;offset&quot;:{&quot;x&quot;:0,&quot;y&quot;:0},&quot;bending&quot;:0.1,&quot;firstElementIsHead&quot;:true,&quot;customized&quot;:false}},&quot;46006b8f-4c88-4105-bdeb-8013df0386a1&quot;:{&quot;type&quot;:&quot;FIGURE_OBJECT&quot;,&quot;id&quot;:&quot;46006b8f-4c88-4105-bdeb-8013df0386a1&quot;,&quot;relativeTransform&quot;:{&quot;translate&quot;:{&quot;x&quot;:-67.77905925376835,&quot;y&quot;:-45.041079157915476},&quot;rotate&quot;:0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9b9e0192-258a-4353-ace2-899338407232&quot;,&quot;order&quot;:&quot;6&quot;}},&quot;24fde966-64d8-40a8-ac5a-b97d00e29ddb&quot;:{&quot;type&quot;:&quot;FIGURE_OBJECT&quot;,&quot;id&quot;:&quot;24fde966-64d8-40a8-ac5a-b97d00e29ddb&quot;,&quot;relativeTransform&quot;:{&quot;translate&quot;:{&quot;x&quot;:3.4908584214448584,&quot;y&quot;:-1.2382995116474245},&quot;rotate&quot;:0},&quot;opacity&quot;:1,&quot;path&quot;:{&quot;type&quot;:&quot;POLY_LINE&quot;,&quot;points&quot;:[{&quot;x&quot;:-141.98167441882583,&quot;y&quot;:28.080497724390447},{&quot;x&quot;:-124.9150470995959,&quot;y&quot;:15.660339542130872},{&quot;x&quot;:-93.13229394438183,&quot;y&quot;:-40.13003252784603},{&quot;x&quot;:-49.59253133921675,&quot;y&quot;:17.35201071188839},{&quot;x&quot;:12.408595411691335,&quot;y&quot;:20.18981298229536},{&quot;x&quot;:52.46557685094093,&quot;y&quot;:-14.582174895417065},{&quot;x&quot;:88.39417574432464,&quot;y&quot;:20.052709371433178},{&quot;x&quot;:135.71379287720288,&quot;y&quot;:27.641271458420377}],&quot;closed&quot;:false},&quot;pathStyles&quot;:[{&quot;type&quot;:&quot;FILL&quot;,&quot;fillStyle&quot;:&quot;rgba(0,0,0,0)&quot;},{&quot;type&quot;:&quot;STROKE&quot;,&quot;strokeStyle&quot;:&quot;rgba(79, 96, 156, 1)&quot;,&quot;lineWidth&quot;:3.0362282652613573,&quot;lineJoin&quot;:&quot;round&quot;}],&quot;pathSmoothing&quot;:{&quot;type&quot;:&quot;CATMULL_SMOOTHING&quot;,&quot;smoothing&quot;:0.2},&quot;isLocked&quot;:false,&quot;parent&quot;:{&quot;type&quot;:&quot;CHILD&quot;,&quot;parentId&quot;:&quot;46006b8f-4c88-4105-bdeb-8013df0386a1&quot;,&quot;order&quot;:&quot;5&quot;},&quot;connectorInfo&quot;:{&quot;connectedObjects&quot;:[],&quot;type&quot;:&quot;QUADRATIC&quot;,&quot;offset&quot;:{&quot;x&quot;:0,&quot;y&quot;:0},&quot;bending&quot;:-0.1,&quot;firstElementIsHead&quot;:true,&quot;customized&quot;:true}},&quot;dbcdd7a1-6985-47ac-93d4-411c979d7b15&quot;:{&quot;type&quot;:&quot;FIGURE_OBJECT&quot;,&quot;id&quot;:&quot;dbcdd7a1-6985-47ac-93d4-411c979d7b15&quot;,&quot;relativeTransform&quot;:{&quot;translate&quot;:{&quot;x&quot;:0,&quot;y&quot;:2.6960711798025265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46006b8f-4c88-4105-bdeb-8013df0386a1&quot;,&quot;order&quot;:&quot;2&quot;}},&quot;58f9e9a2-7c84-4230-b7c1-88218adc988e&quot;:{&quot;type&quot;:&quot;FIGURE_OBJECT&quot;,&quot;id&quot;:&quot;58f9e9a2-7c84-4230-b7c1-88218adc988e&quot;,&quot;relativeTransform&quot;:{&quot;translate&quot;:{&quot;x&quot;:0,&quot;y&quot;:31.766083563041047},&quot;rotate&quot;:0},&quot;opacity&quot;:1,&quot;path&quot;:{&quot;type&quot;:&quot;POLY_LINE&quot;,&quot;points&quot;:[{&quot;x&quot;:-138.89474975630085,&quot;y&quot;:0},{&quot;x&quot;:138.89474975630085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02&quot;}},&quot;fc9b6506-c602-4773-a6b6-8f551b30cb9f&quot;:{&quot;type&quot;:&quot;FIGURE_OBJECT&quot;,&quot;id&quot;:&quot;fc9b6506-c602-4773-a6b6-8f551b30cb9f&quot;,&quot;relativeTransform&quot;:{&quot;translate&quot;:{&quot;x&quot;:-33.42089310494606,&quot;y&quot;:23.826912791463272},&quot;rotate&quot;:0},&quot;opacity&quot;:1,&quot;path&quot;:{&quot;type&quot;:&quot;POLY_LINE&quot;,&quot;points&quot;:[{&quot;x&quot;:-21.048973061561796,&quot;y&quot;:0},{&quot;x&quot;:21.048973061561796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05&quot;}},&quot;4c312504-1dbf-431c-b21e-3b3cc4d84cb4&quot;:{&quot;type&quot;:&quot;FIGURE_OBJECT&quot;,&quot;id&quot;:&quot;4c312504-1dbf-431c-b21e-3b3cc4d84cb4&quot;,&quot;relativeTransform&quot;:{&quot;translate&quot;:{&quot;x&quot;:-81.02949826063843,&quot;y&quot;:23.826912791463272},&quot;rotate&quot;:0},&quot;opacity&quot;:1,&quot;path&quot;:{&quot;type&quot;:&quot;POLY_LINE&quot;,&quot;points&quot;:[{&quot;x&quot;:-22.253880931046847,&quot;y&quot;:0},{&quot;x&quot;:22.253880931046847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1&quot;}},&quot;291aac5e-51fd-4ede-8dc9-72c07c66e6e9&quot;:{&quot;type&quot;:&quot;FIGURE_OBJECT&quot;,&quot;id&quot;:&quot;291aac5e-51fd-4ede-8dc9-72c07c66e6e9&quot;,&quot;relativeTransform&quot;:{&quot;translate&quot;:{&quot;x&quot;:69.65738505019742,&quot;y&quot;:15.920905307970376},&quot;rotate&quot;:0},&quot;opacity&quot;:1,&quot;path&quot;:{&quot;type&quot;:&quot;POLY_LINE&quot;,&quot;points&quot;:[{&quot;x&quot;:-14.106950557494931,&quot;y&quot;:0},{&quot;x&quot;:14.106950557494931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12&quot;}},&quot;9d2283b8-1045-41a2-aa84-555d9d81b055&quot;:{&quot;type&quot;:&quot;FIGURE_OBJECT&quot;,&quot;id&quot;:&quot;9d2283b8-1045-41a2-aa84-555d9d81b055&quot;,&quot;relativeTransform&quot;:{&quot;translate&quot;:{&quot;x&quot;:41.443483935207226,&quot;y&quot;:23.826912791463272},&quot;rotate&quot;:0},&quot;opacity&quot;:1,&quot;path&quot;:{&quot;type&quot;:&quot;POLY_LINE&quot;,&quot;points&quot;:[{&quot;x&quot;:-21.42166566138125,&quot;y&quot;:0},{&quot;x&quot;:21.42166566138125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15&quot;}},&quot;523c3361-b016-4fea-9a75-5afa25e4b55f&quot;:{&quot;type&quot;:&quot;FIGURE_OBJECT&quot;,&quot;id&quot;:&quot;523c3361-b016-4fea-9a75-5afa25e4b55f&quot;,&quot;relativeTransform&quot;:{&quot;translate&quot;:{&quot;x&quot;:113.13500666839673,&quot;y&quot;:23.826912791463272},&quot;rotate&quot;:0},&quot;opacity&quot;:1,&quot;path&quot;:{&quot;type&quot;:&quot;POLY_LINE&quot;,&quot;points&quot;:[{&quot;x&quot;:-24.850889405256204,&quot;y&quot;:0},{&quot;x&quot;:24.850889405256204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2&quot;}},&quot;3d928bec-2eb9-46fe-9aa3-ae50cd985a9e&quot;:{&quot;type&quot;:&quot;FIGURE_OBJECT&quot;,&quot;id&quot;:&quot;3d928bec-2eb9-46fe-9aa3-ae50cd985a9e&quot;,&quot;relativeTransform&quot;:{&quot;translate&quot;:{&quot;x&quot;:-112.87966811510708,&quot;y&quot;:15.310960247320354},&quot;rotate&quot;:0},&quot;opacity&quot;:1,&quot;path&quot;:{&quot;type&quot;:&quot;POLY_LINE&quot;,&quot;points&quot;:[{&quot;x&quot;:-11.686207524532222,&quot;y&quot;:0},{&quot;x&quot;:11.686207524532222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22&quot;}},&quot;88bafa97-1fee-4284-85ca-f41e78d76352&quot;:{&quot;type&quot;:&quot;FIGURE_OBJECT&quot;,&quot;id&quot;:&quot;88bafa97-1fee-4284-85ca-f41e78d76352&quot;,&quot;relativeTransform&quot;:{&quot;translate&quot;:{&quot;x&quot;:-88.4835258046955,&quot;y&quot;:15.310960247320354},&quot;rotate&quot;:0},&quot;opacity&quot;:1,&quot;path&quot;:{&quot;type&quot;:&quot;POLY_LINE&quot;,&quot;points&quot;:[{&quot;x&quot;:-8.189251225224256,&quot;y&quot;:0},{&quot;x&quot;:8.189251225224256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25&quot;}},&quot;2e96f8bb-12f6-4f4c-8b1e-5b78dde6dc05&quot;:{&quot;type&quot;:&quot;FIGURE_OBJECT&quot;,&quot;id&quot;:&quot;2e96f8bb-12f6-4f4c-8b1e-5b78dde6dc05&quot;,&quot;relativeTransform&quot;:{&quot;translate&quot;:{&quot;x&quot;:-63.92698224164863,&quot;y&quot;:15.310960247320354},&quot;rotate&quot;:0},&quot;opacity&quot;:1,&quot;path&quot;:{&quot;type&quot;:&quot;POLY_LINE&quot;,&quot;points&quot;:[{&quot;x&quot;:-11.846608777167473,&quot;y&quot;:0},{&quot;x&quot;:11.846608777167473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3&quot;}},&quot;ca0e17b9-1e90-4ad6-b1d4-ec8ce33ce2d9&quot;:{&quot;type&quot;:&quot;FIGURE_OBJECT&quot;,&quot;id&quot;:&quot;ca0e17b9-1e90-4ad6-b1d4-ec8ce33ce2d9&quot;,&quot;relativeTransform&quot;:{&quot;translate&quot;:{&quot;x&quot;:-118.0832325786749,&quot;y&quot;:23.826912791463272},&quot;rotate&quot;:0},&quot;opacity&quot;:1,&quot;path&quot;:{&quot;type&quot;:&quot;POLY_LINE&quot;,&quot;points&quot;:[{&quot;x&quot;:-10.279169826334664,&quot;y&quot;:0},{&quot;x&quot;:10.279169826334664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35&quot;}},&quot;1cbe7718-fe82-4652-bfbd-17b4c660c898&quot;:{&quot;type&quot;:&quot;FIGURE_OBJECT&quot;,&quot;id&quot;:&quot;1cbe7718-fe82-4652-bfbd-17b4c660c898&quot;,&quot;relativeTransform&quot;:{&quot;translate&quot;:{&quot;x&quot;:-90.82672332377064,&quot;y&quot;:-4.03281960897152},&quot;rotate&quot;:0},&quot;opacity&quot;:1,&quot;path&quot;:{&quot;type&quot;:&quot;POLY_LINE&quot;,&quot;points&quot;:[{&quot;x&quot;:22.253880931046847,&quot;y&quot;:0},{&quot;x&quot;:-22.253880931046847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4&quot;}},&quot;525afdaf-45cd-492f-99f0-986fd1493994&quot;:{&quot;type&quot;:&quot;FIGURE_OBJECT&quot;,&quot;id&quot;:&quot;525afdaf-45cd-492f-99f0-986fd1493994&quot;,&quot;relativeTransform&quot;:{&quot;translate&quot;:{&quot;x&quot;:-71.55034175537003,&quot;y&quot;:4.483132935171397},&quot;rotate&quot;:0},&quot;opacity&quot;:1,&quot;path&quot;:{&quot;type&quot;:&quot;POLY_LINE&quot;,&quot;points&quot;:[{&quot;x&quot;:11.686207524532222,&quot;y&quot;:0},{&quot;x&quot;:-11.686207524532222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5&quot;}},&quot;70cea851-3cae-4e85-9dcf-26254e264dbc&quot;:{&quot;type&quot;:&quot;FIGURE_OBJECT&quot;,&quot;id&quot;:&quot;70cea851-3cae-4e85-9dcf-26254e264dbc&quot;,&quot;relativeTransform&quot;:{&quot;translate&quot;:{&quot;x&quot;:-106.73173569646845,&quot;y&quot;:4.483132935171397},&quot;rotate&quot;:0},&quot;opacity&quot;:1,&quot;path&quot;:{&quot;type&quot;:&quot;POLY_LINE&quot;,&quot;points&quot;:[{&quot;x&quot;:11.846608777167473,&quot;y&quot;:0},{&quot;x&quot;:-11.846608777167473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52&quot;}},&quot;6af525d8-ae21-45ce-8c82-2adda7ba95fb&quot;:{&quot;type&quot;:&quot;FIGURE_OBJECT&quot;,&quot;id&quot;:&quot;6af525d8-ae21-45ce-8c82-2adda7ba95fb&quot;,&quot;relativeTransform&quot;:{&quot;translate&quot;:{&quot;x&quot;:-87.82002218170943,&quot;y&quot;:-13.64116949527817},&quot;rotate&quot;:0},&quot;opacity&quot;:1,&quot;path&quot;:{&quot;type&quot;:&quot;POLY_LINE&quot;,&quot;points&quot;:[{&quot;x&quot;:-11.846608777167473,&quot;y&quot;:0},{&quot;x&quot;:11.846608777167473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55&quot;}},&quot;603da382-2faf-4989-bf82-aa13e9c42a7e&quot;:{&quot;type&quot;:&quot;FIGURE_OBJECT&quot;,&quot;id&quot;:&quot;603da382-2faf-4989-bf82-aa13e9c42a7e&quot;,&quot;relativeTransform&quot;:{&quot;translate&quot;:{&quot;x&quot;:-89.64143552293696,&quot;y&quot;:-22.800056375855288},&quot;rotate&quot;:0},&quot;opacity&quot;:1,&quot;path&quot;:{&quot;type&quot;:&quot;POLY_LINE&quot;,&quot;points&quot;:[{&quot;x&quot;:-10.449593005551822,&quot;y&quot;:0},{&quot;x&quot;:10.449593005551822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6&quot;}},&quot;649ded83-e4cf-47c1-9257-9f07e1a3aabf&quot;:{&quot;type&quot;:&quot;FIGURE_OBJECT&quot;,&quot;id&quot;:&quot;649ded83-e4cf-47c1-9257-9f07e1a3aabf&quot;,&quot;relativeTransform&quot;:{&quot;translate&quot;:{&quot;x&quot;:75.57498956924131,&quot;y&quot;:23.826912791463272},&quot;rotate&quot;:0},&quot;opacity&quot;:1,&quot;path&quot;:{&quot;type&quot;:&quot;POLY_LINE&quot;,&quot;points&quot;:[{&quot;x&quot;:-8.189251225224256,&quot;y&quot;:0},{&quot;x&quot;:8.189251225224256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62&quot;}},&quot;9ab5b097-d6f6-4f15-a1fa-e1940dbdd0db&quot;:{&quot;type&quot;:&quot;FIGURE_OBJECT&quot;,&quot;id&quot;:&quot;9ab5b097-d6f6-4f15-a1fa-e1940dbdd0db&quot;,&quot;relativeTransform&quot;:{&quot;translate&quot;:{&quot;x&quot;:36.92299000100575,&quot;y&quot;:15.920905307970376},&quot;rotate&quot;:0},&quot;opacity&quot;:1,&quot;path&quot;:{&quot;type&quot;:&quot;POLY_LINE&quot;,&quot;points&quot;:[{&quot;x&quot;:-14.106950557494931,&quot;y&quot;:0},{&quot;x&quot;:14.106950557494931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65&quot;}},&quot;b8388d29-fe06-490d-8a68-50572375cdcf&quot;:{&quot;type&quot;:&quot;FIGURE_OBJECT&quot;,&quot;id&quot;:&quot;b8388d29-fe06-490d-8a68-50572375cdcf&quot;,&quot;relativeTransform&quot;:{&quot;translate&quot;:{&quot;x&quot;:41.44348393520733,&quot;y&quot;:8.477982865037905},&quot;rotate&quot;:0},&quot;opacity&quot;:1,&quot;path&quot;:{&quot;type&quot;:&quot;POLY_LINE&quot;,&quot;points&quot;:[{&quot;x&quot;:-14.106950557494931,&quot;y&quot;:0},{&quot;x&quot;:14.106950557494931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7&quot;}},&quot;31e0a29e-1fce-46bc-990c-f99580065b02&quot;:{&quot;type&quot;:&quot;FIGURE_OBJECT&quot;,&quot;id&quot;:&quot;31e0a29e-1fce-46bc-990c-f99580065b02&quot;,&quot;relativeTransform&quot;:{&quot;translate&quot;:{&quot;x&quot;:69.66309783009831,&quot;y&quot;:8.477982865037905},&quot;rotate&quot;:0},&quot;opacity&quot;:1,&quot;path&quot;:{&quot;type&quot;:&quot;POLY_LINE&quot;,&quot;points&quot;:[{&quot;x&quot;:-8.887866834620027,&quot;y&quot;:0},{&quot;x&quot;:8.887866834620027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72&quot;}},&quot;e2331caa-93b0-4847-bc44-0afc1cfc61fb&quot;:{&quot;type&quot;:&quot;FIGURE_OBJECT&quot;,&quot;id&quot;:&quot;e2331caa-93b0-4847-bc44-0afc1cfc61fb&quot;,&quot;relativeTransform&quot;:{&quot;translate&quot;:{&quot;x&quot;:53.46051589159208,&quot;y&quot;:0.5719753815447801},&quot;rotate&quot;:0},&quot;opacity&quot;:1,&quot;path&quot;:{&quot;type&quot;:&quot;POLY_LINE&quot;,&quot;points&quot;:[{&quot;x&quot;:-18.80926740999324,&quot;y&quot;:0},{&quot;x&quot;:18.80926740999324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75&quot;}},&quot;95a06921-faf1-4d10-be2a-21217e7becbc&quot;:{&quot;type&quot;:&quot;FIGURE_OBJECT&quot;,&quot;id&quot;:&quot;95a06921-faf1-4d10-be2a-21217e7becbc&quot;,&quot;relativeTransform&quot;:{&quot;translate&quot;:{&quot;x&quot;:58.16283274409038,&quot;y&quot;:-6.870967142035978},&quot;rotate&quot;:0},&quot;opacity&quot;:1,&quot;path&quot;:{&quot;type&quot;:&quot;POLY_LINE&quot;,&quot;points&quot;:[{&quot;x&quot;:-14.106950557494931,&quot;y&quot;:0},{&quot;x&quot;:14.106950557494931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8&quot;}},&quot;fcd47a15-db1b-4f99-80aa-f9439d653cd8&quot;:{&quot;type&quot;:&quot;FIGURE_OBJECT&quot;,&quot;id&quot;:&quot;fcd47a15-db1b-4f99-80aa-f9439d653cd8&quot;,&quot;relativeTransform&quot;:{&quot;translate&quot;:{&quot;x&quot;:4.314209256975107,&quot;y&quot;:23.826912791463272},&quot;rotate&quot;:0},&quot;opacity&quot;:1,&quot;path&quot;:{&quot;type&quot;:&quot;POLY_LINE&quot;,&quot;points&quot;:[{&quot;x&quot;:-11.401907067734273,&quot;y&quot;:0},{&quot;x&quot;:11.401907067734273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85&quot;}},&quot;c3fe122e-0106-478a-aad6-08ac8d7db9ba&quot;:{&quot;type&quot;:&quot;FIGURE_OBJECT&quot;,&quot;id&quot;:&quot;c3fe122e-0106-478a-aad6-08ac8d7db9ba&quot;,&quot;relativeTransform&quot;:{&quot;translate&quot;:{&quot;x&quot;:-88.48362061792204,&quot;y&quot;:-31.766083563040826},&quot;rotate&quot;:0},&quot;opacity&quot;:1,&quot;path&quot;:{&quot;type&quot;:&quot;POLY_LINE&quot;,&quot;points&quot;:[{&quot;x&quot;:-8.189251225224256,&quot;y&quot;:0},{&quot;x&quot;:8.189251225224256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9&quot;}},&quot;925a762d-b0c0-4a11-9f7a-0b6a7bf3cd27&quot;:{&quot;relativeTransform&quot;:{&quot;translate&quot;:{&quot;x&quot;:81.31176321837532,&quot;y&quot;:-52.35191670609808},&quot;rotate&quot;:0,&quot;skewX&quot;:0,&quot;scale&quot;:{&quot;x&quot;:1,&quot;y&quot;:1}},&quot;type&quot;:&quot;FIGURE_OBJECT&quot;,&quot;id&quot;:&quot;925a762d-b0c0-4a11-9f7a-0b6a7bf3cd27&quot;,&quot;parent&quot;:{&quot;type&quot;:&quot;CHILD&quot;,&quot;parentId&quot;:&quot;9b9e0192-258a-4353-ace2-899338407232&quot;,&quot;order&quot;:&quot;8&quot;},&quot;name&quot;:&quot;Nanopore sequencing (simple)&quot;,&quot;displayName&quot;:&quot;Nanopore sequencing (simple)&quot;,&quot;source&quot;:{&quot;id&quot;:&quot;632a23fa6964157864432005&quot;,&quot;type&quot;:&quot;ASSETS&quot;},&quot;isPremium&quot;:true},&quot;21e887e1-86c9-48d8-912c-91224eed7311&quot;:{&quot;type&quot;:&quot;FIGURE_OBJECT&quot;,&quot;id&quot;:&quot;21e887e1-86c9-48d8-912c-91224eed7311&quot;,&quot;name&quot;:&quot;Nanopore&quot;,&quot;relativeTransform&quot;:{&quot;translate&quot;:{&quot;x&quot;:96.19126061713382,&quot;y&quot;:22.311387453069063},&quot;rotate&quot;:0.012862993320372756,&quot;skewX&quot;:0.016243903900101744,&quot;scale&quot;:{&quot;x&quot;:0.10448823437836642,&quot;y&quot;:0.08753049950243647}},&quot;opacity&quot;:1,&quot;image&quot;:{&quot;url&quot;:&quot;https://icons.biorender.com/biorender/5e56c8144b682f00285fd2ed/nanopore.png&quot;,&quot;fallbackUrl&quot;:&quot;https://res.cloudinary.com/dlcjuc3ej/image/upload/v1582745615/xcbqceygzj4bvzmc0qj6.svg#/keystone/api/icons/5e56c8144b682f00285fd2ed/nanopore.svg&quot;,&quot;size&quot;:{&quot;x&quot;:415,&quot;y&quot;:609},&quot;isPremium&quot;:false,&quot;isPacked&quot;:true},&quot;source&quot;:{&quot;id&quot;:&quot;5e56c7724b682f00285fd2d7&quot;,&quot;type&quot;:&quot;ASSETS&quot;},&quot;pathStyles&quot;:[{&quot;type&quot;:&quot;FILL&quot;,&quot;fillStyle&quot;:&quot;rgb(0,0,0)&quot;}],&quot;isLocked&quot;:false,&quot;parent&quot;:{&quot;type&quot;:&quot;CHILD&quot;,&quot;parentId&quot;:&quot;925a762d-b0c0-4a11-9f7a-0b6a7bf3cd27&quot;,&quot;order&quot;:&quot;1&quot;}},&quot;a672bac4-3880-4bc4-856f-82deda84bb87&quot;:{&quot;type&quot;:&quot;FIGURE_OBJECT&quot;,&quot;id&quot;:&quot;a672bac4-3880-4bc4-856f-82deda84bb87&quot;,&quot;name&quot;:&quot;Nanopore (unwinding enzyme)&quot;,&quot;relativeTransform&quot;:{&quot;translate&quot;:{&quot;x&quot;:95.98268468213261,&quot;y&quot;:-9.57568730688443},&quot;rotate&quot;:0.012862993320372737,&quot;skewX&quot;:0.0210185522466482,&quot;scale&quot;:{&quot;x&quot;:0.1073539724929873,&quot;y&quot;:0.11637194230426175}},&quot;opacity&quot;:1,&quot;image&quot;:{&quot;url&quot;:&quot;https://icons.biorender.com/biorender/5e56c89f4b682f00285fd2f2/nanopore-unwinding-enzyme.png&quot;,&quot;fallbackUrl&quot;:&quot;https://res.cloudinary.com/dlcjuc3ej/image/upload/v1582745754/onxnd17agiv4nme8witv.svg#/keystone/api/icons/5e56c89f4b682f00285fd2f2/nanopore-unwinding-enzyme.svg&quot;,&quot;size&quot;:{&quot;x&quot;:335,&quot;y&quot;:244},&quot;isPremium&quot;:false,&quot;isPacked&quot;:true},&quot;source&quot;:{&quot;id&quot;:&quot;5e56c8154b682f00285fd2ee&quot;,&quot;type&quot;:&quot;ASSETS&quot;},&quot;pathStyles&quot;:[{&quot;type&quot;:&quot;FILL&quot;,&quot;fillStyle&quot;:&quot;rgb(0,0,0)&quot;}],&quot;isLocked&quot;:false,&quot;parent&quot;:{&quot;type&quot;:&quot;CHILD&quot;,&quot;parentId&quot;:&quot;925a762d-b0c0-4a11-9f7a-0b6a7bf3cd27&quot;,&quot;order&quot;:&quot;2&quot;}},&quot;7c402725-95f0-4be5-a7ec-ca84bf8058f5&quot;:{&quot;type&quot;:&quot;FIGURE_OBJECT&quot;,&quot;id&quot;:&quot;7c402725-95f0-4be5-a7ec-ca84bf8058f5&quot;,&quot;parent&quot;:{&quot;type&quot;:&quot;CHILD&quot;,&quot;parentId&quot;:&quot;925a762d-b0c0-4a11-9f7a-0b6a7bf3cd27&quot;,&quot;order&quot;:&quot;6&quot;},&quot;relativeTransform&quot;:{&quot;translate&quot;:{&quot;x&quot;:0,&quot;y&quot;:0},&quot;rotate&quot;:0}},&quot;a73a0a6d-c8b8-474a-bfdb-23e9452dd111&quot;:{&quot;type&quot;:&quot;FIGURE_OBJECT&quot;,&quot;id&quot;:&quot;a73a0a6d-c8b8-474a-bfdb-23e9452dd111&quot;,&quot;name&quot;:&quot;Nanopore (DNA)&quot;,&quot;relativeTransform&quot;:{&quot;translate&quot;:{&quot;x&quot;:101.09509640210425,&quot;y&quot;:19.32207307165895},&quot;rotate&quot;:0,&quot;skewX&quot;:0,&quot;scale&quot;:{&quot;x&quot;:0.19070661868190478,&quot;y&quot;:0.1907066186819047}},&quot;opacity&quot;:1,&quot;image&quot;:{&quot;url&quot;:&quot;https://icons.biorender.com/biorender/5e56c8f14b682f00285fd315/nanopore-dna.png&quot;,&quot;fallbackUrl&quot;:&quot;https://res.cloudinary.com/dlcjuc3ej/image/upload/v1582745837/to7itoofhajwco9wslh9.svg#/keystone/api/icons/5e56c8f14b682f00285fd315/nanopore-dna.svg&quot;,&quot;size&quot;:{&quot;x&quot;:888,&quot;y&quot;:1048},&quot;isPremium&quot;:false,&quot;isPacked&quot;:true},&quot;source&quot;:{&quot;id&quot;:&quot;5e56c8a04b682f00285fd307&quot;,&quot;type&quot;:&quot;ASSETS&quot;},&quot;pathStyles&quot;:[{&quot;type&quot;:&quot;FILL&quot;,&quot;fillStyle&quot;:&quot;rgb(0,0,0)&quot;}],&quot;isLocked&quot;:false,&quot;parent&quot;:{&quot;type&quot;:&quot;CHILD&quot;,&quot;parentId&quot;:&quot;7c402725-95f0-4be5-a7ec-ca84bf8058f5&quot;,&quot;order&quot;:&quot;5&quot;}},&quot;93799808-0cd9-4dad-8ecd-70e04a2b4f94&quot;:{&quot;type&quot;:&quot;FIGURE_OBJECT&quot;,&quot;id&quot;:&quot;93799808-0cd9-4dad-8ecd-70e04a2b4f94&quot;,&quot;parent&quot;:{&quot;type&quot;:&quot;CROP&quot;,&quot;parentId&quot;:&quot;7c402725-95f0-4be5-a7ec-ca84bf8058f5&quot;,&quot;order&quot;:&quot;5&quot;},&quot;relativeTransform&quot;:{&quot;translate&quot;:{&quot;x&quot;:102.58804030216638,&quot;y&quot;:3.5606991681775635},&quot;rotate&quot;:0,&quot;skewX&quot;:0,&quot;scale&quot;:{&quot;x&quot;:68.38367319056461,&quot;y&quot;:63.6021055590126}},&quot;path&quot;:{&quot;type&quot;:&quot;RECT&quot;,&quot;size&quot;:{&quot;x&quot;:2,&quot;y&quot;:2}},&quot;pathStyles&quot;:[{&quot;type&quot;:&quot;FILL&quot;,&quot;fillStyle&quot;:&quot;#fff&quot;}],&quot;isFrozen&quot;:true},&quot;e5fefa91-cb21-45fb-adb3-50768a9964c5&quot;:{&quot;type&quot;:&quot;FIGURE_OBJECT&quot;,&quot;id&quot;:&quot;e5fefa91-cb21-45fb-adb3-50768a9964c5&quot;,&quot;relativeTransform&quot;:{&quot;translate&quot;:{&quot;x&quot;:67.1176531222687,&quot;y&quot;:-84.86374213048548},&quot;rotate&quot;:0},&quot;layout&quot;:{&quot;sizeRatio&quot;:{&quot;x&quot;:0.88,&quot;y&quot;:0.88},&quot;keepAspectRatio&quot;:false},&quot;opacity&quot;:1,&quot;path&quot;:{&quot;type&quot;:&quot;RECT&quot;,&quot;size&quot;:{&quot;x&quot;:52.3898640523155,&quot;y&quot;:17.045454545454547},&quot;cornerRounding&quot;:{&quot;type&quot;:&quot;ARC_LENGTH&quot;,&quot;global&quot;:0}},&quot;pathStyles&quot;:[{&quot;type&quot;:&quot;FILL&quot;,&quot;fillStyle&quot;:&quot;rgba(216, 240, 246, 1)&quot;},{&quot;type&quot;:&quot;STROKE&quot;,&quot;strokeStyle&quot;:&quot;rgba(48, 110, 128, 1)&quot;,&quot;lineWidth&quot;:0.7395512418615802,&quot;lineJoin&quot;:&quot;round&quot;}],&quot;isLocked&quot;:false,&quot;parent&quot;:{&quot;type&quot;:&quot;CHILD&quot;,&quot;parentId&quot;:&quot;b932121b-e66f-43b0-947c-a731f73ab320&quot;,&quot;order&quot;:&quot;8&quot;}},&quot;1ea6b75d-28d2-4efc-b135-35c708aa22e9&quot;:{&quot;type&quot;:&quot;FIGURE_OBJECT&quot;,&quot;id&quot;:&quot;1ea6b75d-28d2-4efc-b135-35c708aa22e9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12.58383924308821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46.10308036603764,&quot;y&quot;:15},&quot;targetSize&quot;:{&quot;x&quot;:46.10308036603764,&quot;y&quot;:2},&quot;format&quot;:&quot;BETTER_TEXT&quot;,&quot;verticalAlign&quot;:&quot;TOP&quot;},&quot;parent&quot;:{&quot;type&quot;:&quot;CHILD&quot;,&quot;parentId&quot;:&quot;e5fefa91-cb21-45fb-adb3-50768a9964c5&quot;,&quot;order&quot;:&quot;5&quot;}}}}"/>
  <p:tag name="TRANSPARENTBACKGROUND" val="false"/>
  <p:tag name="VERSION" val="1776176742879"/>
  <p:tag name="TITLE" val="seq_image"/>
  <p:tag name="CREATORNAME" val="Beatriz Fernandez"/>
  <p:tag name="DATEINSERTED" val="177617691168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de35872cc9aa79b639d018"/>
  <p:tag name="BIOJSON" val="{&quot;id&quot;:&quot;60bc71c6-6376-4756-a524-ea8be73869d2&quot;,&quot;objects&quot;:{&quot;60bc71c6-6376-4756-a524-ea8be73869d2&quot;:{&quot;id&quot;:&quot;60bc71c6-6376-4756-a524-ea8be73869d2&quot;,&quot;type&quot;:&quot;FIGURE_OBJECT&quot;,&quot;document&quot;:{&quot;type&quot;:&quot;DOCUMENT_GROUP&quot;,&quot;canvasType&quot;:&quot;FIGURE&quot;,&quot;units&quot;:&quot;in&quot;}},&quot;b1d4e628-f548-455f-b5e1-3ebef2515757&quot;:{&quot;id&quot;:&quot;b1d4e628-f548-455f-b5e1-3ebef2515757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60bc71c6-6376-4756-a524-ea8be73869d2&quot;,&quot;type&quot;:&quot;FRAME&quot;,&quot;order&quot;:&quot;5&quot;}},&quot;9b9e0192-258a-4353-ace2-899338407232&quot;:{&quot;id&quot;:&quot;9b9e0192-258a-4353-ace2-899338407232&quot;,&quot;type&quot;:&quot;FIGURE_OBJECT&quot;,&quot;document&quot;:{&quot;type&quot;:&quot;FIGURE&quot;,&quot;canvasType&quot;:&quot;FIGURE&quot;,&quot;units&quot;:&quot;in&quot;},&quot;parent&quot;:{&quot;parentId&quot;:&quot;60bc71c6-6376-4756-a524-ea8be73869d2&quot;,&quot;type&quot;:&quot;DOCUMENT&quot;,&quot;order&quot;:&quot;5&quot;}},&quot;6159c9a1-1466-4192-aa26-5175a0b75f5d&quot;:{&quot;id&quot;:&quot;6159c9a1-1466-4192-aa26-5175a0b75f5d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9b9e0192-258a-4353-ace2-899338407232&quot;,&quot;order&quot;:&quot;5&quot;}},&quot;303ea281-cfe9-48fb-b9e0-bf6f90ab3956&quot;:{&quot;id&quot;:&quot;303ea281-cfe9-48fb-b9e0-bf6f90ab3956&quot;,&quot;type&quot;:&quot;FIGURE_OBJECT&quot;,&quot;guide&quot;:{&quot;type&quot;:&quot;GRID&quot;,&quot;distance&quot;:0.5,&quot;units&quot;:&quot;in&quot;},&quot;parent&quot;:{&quot;parentId&quot;:&quot;60bc71c6-6376-4756-a524-ea8be73869d2&quot;,&quot;type&quot;:&quot;GUIDE&quot;,&quot;order&quot;:&quot;5&quot;}},&quot;b96e3d93-e048-43ff-9243-630e6875d18a&quot;:{&quot;relativeTransform&quot;:{&quot;translate&quot;:{&quot;x&quot;:-84.33633760662133,&quot;y&quot;:-247.84250964687982},&quot;rotate&quot;:0,&quot;skewX&quot;:0,&quot;scale&quot;:{&quot;x&quot;:1,&quot;y&quot;:1}},&quot;type&quot;:&quot;FIGURE_OBJECT&quot;,&quot;id&quot;:&quot;b96e3d93-e048-43ff-9243-630e6875d18a&quot;,&quot;parent&quot;:{&quot;type&quot;:&quot;CHILD&quot;,&quot;parentId&quot;:&quot;9b9e0192-258a-4353-ace2-899338407232&quot;,&quot;order&quot;:&quot;5&quot;},&quot;name&quot;:&quot;RNA map sequencing&quot;,&quot;displayName&quot;:&quot;RNA map sequencing&quot;,&quot;source&quot;:{&quot;id&quot;:&quot;63407fa472ecc23b36c85f2e&quot;,&quot;type&quot;:&quot;ASSETS&quot;},&quot;isPremium&quot;:true},&quot;cc26443a-202b-4614-950f-0908acac4033&quot;:{&quot;type&quot;:&quot;FIGURE_OBJECT&quot;,&quot;id&quot;:&quot;cc26443a-202b-4614-950f-0908acac4033&quot;,&quot;relativeTransform&quot;:{&quot;translate&quot;:{&quot;x&quot;:-363.02081797561743,&quot;y&quot;:221.13028700237544},&quot;rotate&quot;:0},&quot;opacity&quot;:1,&quot;path&quot;:{&quot;type&quot;:&quot;POLY_LINE&quot;,&quot;points&quot;:[{&quot;x&quot;:-8.948190327793963,&quot;y&quot;:9.281769815138825},{&quot;x&quot;:-8.948190327793963,&quot;y&quot;:-9.281769815138825},{&quot;x&quot;:6.908407992088083,&quot;y&quot;:-9.281769815138825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96e3d93-e048-43ff-9243-630e6875d18a&quot;,&quot;order&quot;:&quot;7&quot;},&quot;connectorInfo&quot;:{&quot;connectedObjects&quot;:[],&quot;type&quot;:&quot;ELBOW&quot;,&quot;offset&quot;:{&quot;x&quot;:0,&quot;y&quot;:0},&quot;bending&quot;:-0.1,&quot;firstElementIsHead&quot;:true,&quot;customized&quot;:false}},&quot;b932121b-e66f-43b0-947c-a731f73ab320&quot;:{&quot;relativeTransform&quot;:{&quot;translate&quot;:{&quot;x&quot;:-302.1238188037735,&quot;y&quot;:315.96390663805704},&quot;rotate&quot;:0},&quot;type&quot;:&quot;FIGURE_OBJECT&quot;,&quot;id&quot;:&quot;b932121b-e66f-43b0-947c-a731f73ab320&quot;,&quot;parent&quot;:{&quot;type&quot;:&quot;CHILD&quot;,&quot;parentId&quot;:&quot;b96e3d93-e048-43ff-9243-630e6875d18a&quot;,&quot;order&quot;:&quot;1&quot;},&quot;name&quot;:&quot;Pre-sliced introns and exons (editable)&quot;,&quot;displayName&quot;:&quot;Pre-sliced introns and exons&quot;,&quot;source&quot;:{&quot;id&quot;:&quot;603298ba59681400a6b4b680&quot;,&quot;type&quot;:&quot;ASSETS&quot;},&quot;isPremium&quot;:true},&quot;48d1234f-6ffd-4738-9153-10deb8545649&quot;:{&quot;type&quot;:&quot;FIGURE_OBJECT&quot;,&quot;id&quot;:&quot;48d1234f-6ffd-4738-9153-10deb8545649&quot;,&quot;relativeTransform&quot;:{&quot;translate&quot;:{&quot;x&quot;:19.474904705088232,&quot;y&quot;:-84.86369834863886},&quot;rotate&quot;:0},&quot;opacity&quot;:1,&quot;path&quot;:{&quot;type&quot;:&quot;POLY_LINE&quot;,&quot;points&quot;:[{&quot;x&quot;:-96.61148919091383,&quot;y&quot;:0},{&quot;x&quot;:92.4209409991372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,&quot;dashArray&quot;:[0,0]}],&quot;isLocked&quot;:false,&quot;parent&quot;:{&quot;type&quot;:&quot;CHILD&quot;,&quot;parentId&quot;:&quot;b932121b-e66f-43b0-947c-a731f73ab320&quot;,&quot;order&quot;:&quot;05&quot;}},&quot;26ee692c-7384-49e9-881d-2265aa09321c&quot;:{&quot;type&quot;:&quot;FIGURE_OBJECT&quot;,&quot;id&quot;:&quot;26ee692c-7384-49e9-881d-2265aa09321c&quot;,&quot;relativeTransform&quot;:{&quot;translate&quot;:{&quot;x&quot;:-29.916724409371266,&quot;y&quot;:-84.86374213048548},&quot;rotate&quot;:0},&quot;layout&quot;:{&quot;sizeRatio&quot;:{&quot;x&quot;:0.88,&quot;y&quot;:0.88},&quot;keepAspectRatio&quot;:false},&quot;opacity&quot;:1,&quot;path&quot;:{&quot;type&quot;:&quot;RECT&quot;,&quot;size&quot;:{&quot;x&quot;:48.893094333962594,&quot;y&quot;:17.045454545454547},&quot;cornerRounding&quot;:{&quot;type&quot;:&quot;ARC_LENGTH&quot;,&quot;global&quot;:0}},&quot;pathStyles&quot;:[{&quot;type&quot;:&quot;FILL&quot;,&quot;fillStyle&quot;:&quot;rgba(216, 240, 246, 1)&quot;},{&quot;type&quot;:&quot;STROKE&quot;,&quot;strokeStyle&quot;:&quot;rgba(48, 110, 128, 1)&quot;,&quot;lineWidth&quot;:0.7395512418615802,&quot;lineJoin&quot;:&quot;round&quot;}],&quot;isLocked&quot;:false,&quot;parent&quot;:{&quot;type&quot;:&quot;CHILD&quot;,&quot;parentId&quot;:&quot;b932121b-e66f-43b0-947c-a731f73ab320&quot;,&quot;order&quot;:&quot;1&quot;}},&quot;10427504-8e71-4250-a8a6-33fe2e67f6a1&quot;:{&quot;type&quot;:&quot;FIGURE_OBJECT&quot;,&quot;id&quot;:&quot;10427504-8e71-4250-a8a6-33fe2e67f6a1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12.58383924308821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43.02592301388709,&quot;y&quot;:15},&quot;targetSize&quot;:{&quot;x&quot;:43.02592301388709,&quot;y&quot;:2},&quot;format&quot;:&quot;BETTER_TEXT&quot;,&quot;verticalAlign&quot;:&quot;TOP&quot;},&quot;parent&quot;:{&quot;type&quot;:&quot;CHILD&quot;,&quot;parentId&quot;:&quot;26ee692c-7384-49e9-881d-2265aa09321c&quot;,&quot;order&quot;:&quot;5&quot;}},&quot;8b7dd6a1-1869-460e-8845-4660531a17cb&quot;:{&quot;type&quot;:&quot;FIGURE_OBJECT&quot;,&quot;id&quot;:&quot;8b7dd6a1-1869-460e-8845-4660531a17cb&quot;,&quot;parent&quot;:{&quot;type&quot;:&quot;CHILD&quot;,&quot;parentId&quot;:&quot;b96e3d93-e048-43ff-9243-630e6875d18a&quot;,&quot;order&quot;:&quot;2&quot;},&quot;relativeTransform&quot;:{&quot;translate&quot;:{&quot;x&quot;:-512.6052103798372,&quot;y&quot;:43.54220832815986},&quot;rotate&quot;:0}},&quot;16f42f49-5ed1-408d-ba08-219eec563b6c&quot;:{&quot;type&quot;:&quot;FIGURE_OBJECT&quot;,&quot;id&quot;:&quot;16f42f49-5ed1-408d-ba08-219eec563b6c&quot;,&quot;relativeTransform&quot;:{&quot;translate&quot;:{&quot;x&quot;:172.04117835477342,&quot;y&quot;:117.52705113178165},&quot;rotate&quot;:0},&quot;opacity&quot;:1,&quot;path&quot;:{&quot;type&quot;:&quot;POLY_LINE&quot;,&quot;points&quot;:[{&quot;x&quot;:-15.353850883818001,&quot;y&quot;:0},{&quot;x&quot;:15.35385088381800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05&quot;},&quot;connectorInfo&quot;:{&quot;connectedObjects&quot;:[],&quot;type&quot;:&quot;LINE&quot;,&quot;offset&quot;:{&quot;x&quot;:0,&quot;y&quot;:0},&quot;bending&quot;:0.1,&quot;firstElementIsHead&quot;:true,&quot;customized&quot;:false}},&quot;2199f358-412d-4f9e-900d-44dccab2eb8b&quot;:{&quot;type&quot;:&quot;FIGURE_OBJECT&quot;,&quot;id&quot;:&quot;2199f358-412d-4f9e-900d-44dccab2eb8b&quot;,&quot;relativeTransform&quot;:{&quot;translate&quot;:{&quot;x&quot;:188.0983014527451,&quot;y&quot;:125.06310319339735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1&quot;},&quot;connectorInfo&quot;:{&quot;connectedObjects&quot;:[],&quot;type&quot;:&quot;LINE&quot;,&quot;offset&quot;:{&quot;x&quot;:0,&quot;y&quot;:0},&quot;bending&quot;:0.1,&quot;firstElementIsHead&quot;:true,&quot;customized&quot;:false}},&quot;782d9856-0958-471e-b6af-fc492fc1c7ab&quot;:{&quot;type&quot;:&quot;FIGURE_OBJECT&quot;,&quot;id&quot;:&quot;782d9856-0958-471e-b6af-fc492fc1c7ab&quot;,&quot;relativeTransform&quot;:{&quot;translate&quot;:{&quot;x&quot;:184.40767999876437,&quot;y&quot;:132.59915525501307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2&quot;},&quot;connectorInfo&quot;:{&quot;connectedObjects&quot;:[],&quot;type&quot;:&quot;LINE&quot;,&quot;offset&quot;:{&quot;x&quot;:0,&quot;y&quot;:0},&quot;bending&quot;:0.1,&quot;firstElementIsHead&quot;:true,&quot;customized&quot;:false}},&quot;0ef9cb4e-d8da-49bb-b905-f32f5cfc7fe9&quot;:{&quot;type&quot;:&quot;FIGURE_OBJECT&quot;,&quot;id&quot;:&quot;0ef9cb4e-d8da-49bb-b905-f32f5cfc7fe9&quot;,&quot;relativeTransform&quot;:{&quot;translate&quot;:{&quot;x&quot;:176.28831280000665,&quot;y&quot;:140.1352073166288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25&quot;},&quot;connectorInfo&quot;:{&quot;connectedObjects&quot;:[],&quot;type&quot;:&quot;LINE&quot;,&quot;offset&quot;:{&quot;x&quot;:0,&quot;y&quot;:0},&quot;bending&quot;:0.1,&quot;firstElementIsHead&quot;:true,&quot;customized&quot;:false}},&quot;c6363c6e-4d48-493f-b65c-468834eadd4f&quot;:{&quot;type&quot;:&quot;FIGURE_OBJECT&quot;,&quot;id&quot;:&quot;c6363c6e-4d48-493f-b65c-468834eadd4f&quot;,&quot;relativeTransform&quot;:{&quot;translate&quot;:{&quot;x&quot;:188.09821984206388,&quot;y&quot;:147.67125937824449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3&quot;},&quot;connectorInfo&quot;:{&quot;connectedObjects&quot;:[],&quot;type&quot;:&quot;LINE&quot;,&quot;offset&quot;:{&quot;x&quot;:0,&quot;y&quot;:0},&quot;bending&quot;:0.1,&quot;firstElementIsHead&quot;:true,&quot;customized&quot;:false}},&quot;1a369be5-b5c5-4787-9f2b-8263d48c8ebd&quot;:{&quot;type&quot;:&quot;FIGURE_OBJECT&quot;,&quot;id&quot;:&quot;1a369be5-b5c5-4787-9f2b-8263d48c8ebd&quot;,&quot;relativeTransform&quot;:{&quot;translate&quot;:{&quot;x&quot;:180.71697693410235,&quot;y&quot;:162.74336350147593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5&quot;},&quot;connectorInfo&quot;:{&quot;connectedObjects&quot;:[],&quot;type&quot;:&quot;LINE&quot;,&quot;offset&quot;:{&quot;x&quot;:0,&quot;y&quot;:0},&quot;bending&quot;:0.1,&quot;firstElementIsHead&quot;:true,&quot;customized&quot;:false}},&quot;437424bf-56b8-4fc2-808f-4094d95774e1&quot;:{&quot;type&quot;:&quot;FIGURE_OBJECT&quot;,&quot;id&quot;:&quot;437424bf-56b8-4fc2-808f-4094d95774e1&quot;,&quot;relativeTransform&quot;:{&quot;translate&quot;:{&quot;x&quot;:166.48658862139692,&quot;y&quot;:155.2073114398602},&quot;rotate&quot;:0},&quot;opacity&quot;:1,&quot;path&quot;:{&quot;type&quot;:&quot;POLY_LINE&quot;,&quot;points&quot;:[{&quot;x&quot;:-9.877007701110603,&quot;y&quot;:0},{&quot;x&quot;:9.877007701110603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55&quot;},&quot;connectorInfo&quot;:{&quot;connectedObjects&quot;:[],&quot;type&quot;:&quot;LINE&quot;,&quot;offset&quot;:{&quot;x&quot;:0,&quot;y&quot;:0},&quot;bending&quot;:0.1,&quot;firstElementIsHead&quot;:true,&quot;customized&quot;:false}},&quot;6a024a35-9c49-426f-a341-992a9ac880b0&quot;:{&quot;type&quot;:&quot;FIGURE_OBJECT&quot;,&quot;id&quot;:&quot;6a024a35-9c49-426f-a341-992a9ac880b0&quot;,&quot;relativeTransform&quot;:{&quot;translate&quot;:{&quot;x&quot;:188.0989257711913,&quot;y&quot;:170.27941556309162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6&quot;},&quot;connectorInfo&quot;:{&quot;connectedObjects&quot;:[],&quot;type&quot;:&quot;LINE&quot;,&quot;offset&quot;:{&quot;x&quot;:0,&quot;y&quot;:0},&quot;bending&quot;:0.1,&quot;firstElementIsHead&quot;:true,&quot;customized&quot;:false}},&quot;936383a3-7b0b-40f1-98a6-9ec67f6a91d7&quot;:{&quot;type&quot;:&quot;FIGURE_OBJECT&quot;,&quot;id&quot;:&quot;936383a3-7b0b-40f1-98a6-9ec67f6a91d7&quot;,&quot;relativeTransform&quot;:{&quot;translate&quot;:{&quot;x&quot;:195.6071307507643,&quot;y&quot;:109.99099907016594},&quot;rotate&quot;:0},&quot;opacity&quot;:1,&quot;path&quot;:{&quot;type&quot;:&quot;POLY_LINE&quot;,&quot;points&quot;:[{&quot;x&quot;:-8.400759155692771,&quot;y&quot;:0},{&quot;x&quot;:8.40075915569277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7&quot;},&quot;connectorInfo&quot;:{&quot;connectedObjects&quot;:[],&quot;type&quot;:&quot;LINE&quot;,&quot;offset&quot;:{&quot;x&quot;:0,&quot;y&quot;:0},&quot;bending&quot;:0.1,&quot;firstElementIsHead&quot;:true,&quot;customized&quot;:false}},&quot;09247a02-d427-4b3d-a8bf-e4c3a750429c&quot;:{&quot;type&quot;:&quot;FIGURE_OBJECT&quot;,&quot;id&quot;:&quot;09247a02-d427-4b3d-a8bf-e4c3a750429c&quot;,&quot;relativeTransform&quot;:{&quot;translate&quot;:{&quot;x&quot;:199.2981118478996,&quot;y&quot;:102.45494700855022},&quot;rotate&quot;:0},&quot;opacity&quot;:1,&quot;path&quot;:{&quot;type&quot;:&quot;POLY_LINE&quot;,&quot;points&quot;:[{&quot;x&quot;:-4.710137792148145,&quot;y&quot;:0},{&quot;x&quot;:4.710137792148145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75&quot;},&quot;connectorInfo&quot;:{&quot;connectedObjects&quot;:[],&quot;type&quot;:&quot;LINE&quot;,&quot;offset&quot;:{&quot;x&quot;:0,&quot;y&quot;:0},&quot;bending&quot;:0.1,&quot;firstElementIsHead&quot;:true,&quot;customized&quot;:false}},&quot;bb40f08f-d932-493c-be87-4592f2fc9ebf&quot;:{&quot;type&quot;:&quot;FIGURE_OBJECT&quot;,&quot;id&quot;:&quot;bb40f08f-d932-493c-be87-4592f2fc9ebf&quot;,&quot;relativeTransform&quot;:{&quot;translate&quot;:{&quot;x&quot;:184.40821114036925,&quot;y&quot;:94.91889494693451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8&quot;},&quot;connectorInfo&quot;:{&quot;connectedObjects&quot;:[],&quot;type&quot;:&quot;LINE&quot;,&quot;offset&quot;:{&quot;x&quot;:0,&quot;y&quot;:0},&quot;bending&quot;:0.1,&quot;firstElementIsHead&quot;:true,&quot;customized&quot;:false}},&quot;0ebc2dbd-56f2-4525-9154-ae46c0fc865d&quot;:{&quot;type&quot;:&quot;FIGURE_OBJECT&quot;,&quot;id&quot;:&quot;0ebc2dbd-56f2-4525-9154-ae46c0fc865d&quot;,&quot;parent&quot;:{&quot;type&quot;:&quot;CHILD&quot;,&quot;parentId&quot;:&quot;b96e3d93-e048-43ff-9243-630e6875d18a&quot;,&quot;order&quot;:&quot;5&quot;},&quot;relativeTransform&quot;:{&quot;translate&quot;:{&quot;x&quot;:-512.6052103798372,&quot;y&quot;:43.54220832815986},&quot;rotate&quot;:0}},&quot;dc3a1746-b880-46b1-a9de-3fa3440d839e&quot;:{&quot;type&quot;:&quot;FIGURE_OBJECT&quot;,&quot;id&quot;:&quot;dc3a1746-b880-46b1-a9de-3fa3440d839e&quot;,&quot;relativeTransform&quot;:{&quot;translate&quot;:{&quot;x&quot;:291.1711650814544,&quot;y&quot;:117.5275031819447},&quot;rotate&quot;:-1.6986101013487643e-16},&quot;opacity&quot;:1,&quot;path&quot;:{&quot;type&quot;:&quot;POLY_LINE&quot;,&quot;points&quot;:[{&quot;x&quot;:12.025748843744207,&quot;y&quot;:0},{&quot;x&quot;:-12.025748843744207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05&quot;},&quot;connectorInfo&quot;:{&quot;connectedObjects&quot;:[],&quot;type&quot;:&quot;LINE&quot;,&quot;offset&quot;:{&quot;x&quot;:0,&quot;y&quot;:0},&quot;bending&quot;:0.1,&quot;firstElementIsHead&quot;:true,&quot;customized&quot;:false}},&quot;206d32ec-ef64-41d7-a870-0e281c1c883a&quot;:{&quot;type&quot;:&quot;FIGURE_OBJECT&quot;,&quot;id&quot;:&quot;206d32ec-ef64-41d7-a870-0e281c1c883a&quot;,&quot;relativeTransform&quot;:{&quot;translate&quot;:{&quot;x&quot;:269.888345340772,&quot;y&quot;:125.06351624594072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1&quot;},&quot;connectorInfo&quot;:{&quot;connectedObjects&quot;:[],&quot;type&quot;:&quot;LINE&quot;,&quot;offset&quot;:{&quot;x&quot;:0,&quot;y&quot;:0},&quot;bending&quot;:0.1,&quot;firstElementIsHead&quot;:true,&quot;customized&quot;:false}},&quot;0f14d77b-9553-443a-8d58-8be8b0fb8787&quot;:{&quot;type&quot;:&quot;FIGURE_OBJECT&quot;,&quot;id&quot;:&quot;0f14d77b-9553-443a-8d58-8be8b0fb8787&quot;,&quot;relativeTransform&quot;:{&quot;translate&quot;:{&quot;x&quot;:265.3094172610062,&quot;y&quot;:132.59952930993674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2&quot;},&quot;connectorInfo&quot;:{&quot;connectedObjects&quot;:[],&quot;type&quot;:&quot;LINE&quot;,&quot;offset&quot;:{&quot;x&quot;:0,&quot;y&quot;:0},&quot;bending&quot;:0.1,&quot;firstElementIsHead&quot;:true,&quot;customized&quot;:false}},&quot;08f8fc87-0b31-43cb-b1cb-7c3fc847f5a3&quot;:{&quot;type&quot;:&quot;FIGURE_OBJECT&quot;,&quot;id&quot;:&quot;08f8fc87-0b31-43cb-b1cb-7c3fc847f5a3&quot;,&quot;relativeTransform&quot;:{&quot;translate&quot;:{&quot;x&quot;:283.4804845808308,&quot;y&quot;:140.1355423739328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25&quot;},&quot;connectorInfo&quot;:{&quot;connectedObjects&quot;:[],&quot;type&quot;:&quot;LINE&quot;,&quot;offset&quot;:{&quot;x&quot;:0,&quot;y&quot;:0},&quot;bending&quot;:0.1,&quot;firstElementIsHead&quot;:true,&quot;customized&quot;:false}},&quot;95875cf0-5349-4f95-b690-b8d601bc62b1&quot;:{&quot;type&quot;:&quot;FIGURE_OBJECT&quot;,&quot;id&quot;:&quot;95875cf0-5349-4f95-b690-b8d601bc62b1&quot;,&quot;relativeTransform&quot;:{&quot;translate&quot;:{&quot;x&quot;:265.3091069266338,&quot;y&quot;:147.67155543792882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3&quot;},&quot;connectorInfo&quot;:{&quot;connectedObjects&quot;:[],&quot;type&quot;:&quot;LINE&quot;,&quot;offset&quot;:{&quot;x&quot;:0,&quot;y&quot;:0},&quot;bending&quot;:0.1,&quot;firstElementIsHead&quot;:true,&quot;customized&quot;:false}},&quot;59ab6e85-0740-494e-b254-92e040d73338&quot;:{&quot;type&quot;:&quot;FIGURE_OBJECT&quot;,&quot;id&quot;:&quot;59ab6e85-0740-494e-b254-92e040d73338&quot;,&quot;relativeTransform&quot;:{&quot;translate&quot;:{&quot;x&quot;:274.4672381997293,&quot;y&quot;:162.74358156592086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5&quot;},&quot;connectorInfo&quot;:{&quot;connectedObjects&quot;:[],&quot;type&quot;:&quot;LINE&quot;,&quot;offset&quot;:{&quot;x&quot;:0,&quot;y&quot;:0},&quot;bending&quot;:0.1,&quot;firstElementIsHead&quot;:true,&quot;customized&quot;:false}},&quot;5b9f0602-cef4-47f8-bcb3-e6a112bfc8bb&quot;:{&quot;type&quot;:&quot;FIGURE_OBJECT&quot;,&quot;id&quot;:&quot;5b9f0602-cef4-47f8-bcb3-e6a112bfc8bb&quot;,&quot;relativeTransform&quot;:{&quot;translate&quot;:{&quot;x&quot;:291.40021996235254,&quot;y&quot;:155.20756850192484},&quot;rotate&quot;:-1.6986101013487643e-16},&quot;opacity&quot;:1,&quot;path&quot;:{&quot;type&quot;:&quot;POLY_LINE&quot;,&quot;points&quot;:[{&quot;x&quot;:12.254702119961328,&quot;y&quot;:0},{&quot;x&quot;:-12.254702119961328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55&quot;},&quot;connectorInfo&quot;:{&quot;connectedObjects&quot;:[],&quot;type&quot;:&quot;LINE&quot;,&quot;offset&quot;:{&quot;x&quot;:0,&quot;y&quot;:0},&quot;bending&quot;:0.1,&quot;firstElementIsHead&quot;:true,&quot;customized&quot;:false}},&quot;9f7aefe2-36c8-4061-99f7-ed185952742d&quot;:{&quot;type&quot;:&quot;FIGURE_OBJECT&quot;,&quot;id&quot;:&quot;9f7aefe2-36c8-4061-99f7-ed185952742d&quot;,&quot;relativeTransform&quot;:{&quot;translate&quot;:{&quot;x&quot;:265.30823105901925,&quot;y&quot;:170.2795946299169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6&quot;},&quot;connectorInfo&quot;:{&quot;connectedObjects&quot;:[],&quot;type&quot;:&quot;LINE&quot;,&quot;offset&quot;:{&quot;x&quot;:0,&quot;y&quot;:0},&quot;bending&quot;:0.1,&quot;firstElementIsHead&quot;:true,&quot;customized&quot;:false}},&quot;5c2bcd77-b26f-48c7-8517-f81efbefb887&quot;:{&quot;type&quot;:&quot;FIGURE_OBJECT&quot;,&quot;id&quot;:&quot;5c2bcd77-b26f-48c7-8517-f81efbefb887&quot;,&quot;relativeTransform&quot;:{&quot;translate&quot;:{&quot;x&quot;:258.68193534046515,&quot;y&quot;:109.99149011794869},&quot;rotate&quot;:-1.6986101013487643e-16},&quot;opacity&quot;:1,&quot;path&quot;:{&quot;type&quot;:&quot;POLY_LINE&quot;,&quot;points&quot;:[{&quot;x&quot;:7.23090967519281,&quot;y&quot;:0},{&quot;x&quot;:-7.2309096751928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7&quot;},&quot;connectorInfo&quot;:{&quot;connectedObjects&quot;:[],&quot;type&quot;:&quot;LINE&quot;,&quot;offset&quot;:{&quot;x&quot;:0,&quot;y&quot;:0},&quot;bending&quot;:0.1,&quot;firstElementIsHead&quot;:true,&quot;customized&quot;:false}},&quot;b6b1084e-b0b5-41ee-b129-0f68e90e45f2&quot;:{&quot;type&quot;:&quot;FIGURE_OBJECT&quot;,&quot;id&quot;:&quot;b6b1084e-b0b5-41ee-b129-0f68e90e45f2&quot;,&quot;relativeTransform&quot;:{&quot;translate&quot;:{&quot;x&quot;:261.8011016531401,&quot;y&quot;:102.45547705395266},&quot;rotate&quot;:-1.6986101013487643e-16},&quot;opacity&quot;:1,&quot;path&quot;:{&quot;type&quot;:&quot;POLY_LINE&quot;,&quot;points&quot;:[{&quot;x&quot;:10.350598011811915,&quot;y&quot;:0},{&quot;x&quot;:-10.350598011811915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75&quot;},&quot;connectorInfo&quot;:{&quot;connectedObjects&quot;:[],&quot;type&quot;:&quot;LINE&quot;,&quot;offset&quot;:{&quot;x&quot;:0,&quot;y&quot;:0},&quot;bending&quot;:0.1,&quot;firstElementIsHead&quot;:true,&quot;customized&quot;:false}},&quot;0a7e41d2-660e-4e39-9d6b-b9ab7f5392fe&quot;:{&quot;type&quot;:&quot;FIGURE_OBJECT&quot;,&quot;id&quot;:&quot;0a7e41d2-660e-4e39-9d6b-b9ab7f5392fe&quot;,&quot;relativeTransform&quot;:{&quot;translate&quot;:{&quot;x&quot;:269.88835431217467,&quot;y&quot;:94.91946398995663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8&quot;},&quot;connectorInfo&quot;:{&quot;connectedObjects&quot;:[],&quot;type&quot;:&quot;LINE&quot;,&quot;offset&quot;:{&quot;x&quot;:0,&quot;y&quot;:0},&quot;bending&quot;:0.1,&quot;firstElementIsHead&quot;:true,&quot;customized&quot;:false}},&quot;46006b8f-4c88-4105-bdeb-8013df0386a1&quot;:{&quot;type&quot;:&quot;FIGURE_OBJECT&quot;,&quot;id&quot;:&quot;46006b8f-4c88-4105-bdeb-8013df0386a1&quot;,&quot;relativeTransform&quot;:{&quot;translate&quot;:{&quot;x&quot;:-67.77905925376835,&quot;y&quot;:-45.041079157915476},&quot;rotate&quot;:0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9b9e0192-258a-4353-ace2-899338407232&quot;,&quot;order&quot;:&quot;6&quot;}},&quot;24fde966-64d8-40a8-ac5a-b97d00e29ddb&quot;:{&quot;type&quot;:&quot;FIGURE_OBJECT&quot;,&quot;id&quot;:&quot;24fde966-64d8-40a8-ac5a-b97d00e29ddb&quot;,&quot;relativeTransform&quot;:{&quot;translate&quot;:{&quot;x&quot;:3.4908584214448584,&quot;y&quot;:-1.2382995116474245},&quot;rotate&quot;:0},&quot;opacity&quot;:1,&quot;path&quot;:{&quot;type&quot;:&quot;POLY_LINE&quot;,&quot;points&quot;:[{&quot;x&quot;:-141.98167441882583,&quot;y&quot;:28.080497724390447},{&quot;x&quot;:-124.9150470995959,&quot;y&quot;:15.660339542130872},{&quot;x&quot;:-93.13229394438183,&quot;y&quot;:-40.13003252784603},{&quot;x&quot;:-49.59253133921675,&quot;y&quot;:17.35201071188839},{&quot;x&quot;:12.408595411691335,&quot;y&quot;:20.18981298229536},{&quot;x&quot;:52.46557685094093,&quot;y&quot;:-14.582174895417065},{&quot;x&quot;:88.39417574432464,&quot;y&quot;:20.052709371433178},{&quot;x&quot;:135.71379287720288,&quot;y&quot;:27.641271458420377}],&quot;closed&quot;:false},&quot;pathStyles&quot;:[{&quot;type&quot;:&quot;FILL&quot;,&quot;fillStyle&quot;:&quot;rgba(0,0,0,0)&quot;},{&quot;type&quot;:&quot;STROKE&quot;,&quot;strokeStyle&quot;:&quot;rgba(79, 96, 156, 1)&quot;,&quot;lineWidth&quot;:3.0362282652613573,&quot;lineJoin&quot;:&quot;round&quot;}],&quot;pathSmoothing&quot;:{&quot;type&quot;:&quot;CATMULL_SMOOTHING&quot;,&quot;smoothing&quot;:0.2},&quot;isLocked&quot;:false,&quot;parent&quot;:{&quot;type&quot;:&quot;CHILD&quot;,&quot;parentId&quot;:&quot;46006b8f-4c88-4105-bdeb-8013df0386a1&quot;,&quot;order&quot;:&quot;5&quot;},&quot;connectorInfo&quot;:{&quot;connectedObjects&quot;:[],&quot;type&quot;:&quot;QUADRATIC&quot;,&quot;offset&quot;:{&quot;x&quot;:0,&quot;y&quot;:0},&quot;bending&quot;:-0.1,&quot;firstElementIsHead&quot;:true,&quot;customized&quot;:true}},&quot;dbcdd7a1-6985-47ac-93d4-411c979d7b15&quot;:{&quot;type&quot;:&quot;FIGURE_OBJECT&quot;,&quot;id&quot;:&quot;dbcdd7a1-6985-47ac-93d4-411c979d7b15&quot;,&quot;relativeTransform&quot;:{&quot;translate&quot;:{&quot;x&quot;:0,&quot;y&quot;:2.6960711798025265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46006b8f-4c88-4105-bdeb-8013df0386a1&quot;,&quot;order&quot;:&quot;2&quot;}},&quot;58f9e9a2-7c84-4230-b7c1-88218adc988e&quot;:{&quot;type&quot;:&quot;FIGURE_OBJECT&quot;,&quot;id&quot;:&quot;58f9e9a2-7c84-4230-b7c1-88218adc988e&quot;,&quot;relativeTransform&quot;:{&quot;translate&quot;:{&quot;x&quot;:0,&quot;y&quot;:31.766083563041047},&quot;rotate&quot;:0},&quot;opacity&quot;:1,&quot;path&quot;:{&quot;type&quot;:&quot;POLY_LINE&quot;,&quot;points&quot;:[{&quot;x&quot;:-138.89474975630085,&quot;y&quot;:0},{&quot;x&quot;:138.89474975630085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02&quot;}},&quot;fc9b6506-c602-4773-a6b6-8f551b30cb9f&quot;:{&quot;type&quot;:&quot;FIGURE_OBJECT&quot;,&quot;id&quot;:&quot;fc9b6506-c602-4773-a6b6-8f551b30cb9f&quot;,&quot;relativeTransform&quot;:{&quot;translate&quot;:{&quot;x&quot;:-33.42089310494606,&quot;y&quot;:23.826912791463272},&quot;rotate&quot;:0},&quot;opacity&quot;:1,&quot;path&quot;:{&quot;type&quot;:&quot;POLY_LINE&quot;,&quot;points&quot;:[{&quot;x&quot;:-21.048973061561796,&quot;y&quot;:0},{&quot;x&quot;:21.048973061561796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05&quot;}},&quot;4c312504-1dbf-431c-b21e-3b3cc4d84cb4&quot;:{&quot;type&quot;:&quot;FIGURE_OBJECT&quot;,&quot;id&quot;:&quot;4c312504-1dbf-431c-b21e-3b3cc4d84cb4&quot;,&quot;relativeTransform&quot;:{&quot;translate&quot;:{&quot;x&quot;:-81.02949826063843,&quot;y&quot;:23.826912791463272},&quot;rotate&quot;:0},&quot;opacity&quot;:1,&quot;path&quot;:{&quot;type&quot;:&quot;POLY_LINE&quot;,&quot;points&quot;:[{&quot;x&quot;:-22.253880931046847,&quot;y&quot;:0},{&quot;x&quot;:22.253880931046847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1&quot;}},&quot;291aac5e-51fd-4ede-8dc9-72c07c66e6e9&quot;:{&quot;type&quot;:&quot;FIGURE_OBJECT&quot;,&quot;id&quot;:&quot;291aac5e-51fd-4ede-8dc9-72c07c66e6e9&quot;,&quot;relativeTransform&quot;:{&quot;translate&quot;:{&quot;x&quot;:69.65738505019742,&quot;y&quot;:15.920905307970376},&quot;rotate&quot;:0},&quot;opacity&quot;:1,&quot;path&quot;:{&quot;type&quot;:&quot;POLY_LINE&quot;,&quot;points&quot;:[{&quot;x&quot;:-14.106950557494931,&quot;y&quot;:0},{&quot;x&quot;:14.106950557494931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12&quot;}},&quot;9d2283b8-1045-41a2-aa84-555d9d81b055&quot;:{&quot;type&quot;:&quot;FIGURE_OBJECT&quot;,&quot;id&quot;:&quot;9d2283b8-1045-41a2-aa84-555d9d81b055&quot;,&quot;relativeTransform&quot;:{&quot;translate&quot;:{&quot;x&quot;:41.443483935207226,&quot;y&quot;:23.826912791463272},&quot;rotate&quot;:0},&quot;opacity&quot;:1,&quot;path&quot;:{&quot;type&quot;:&quot;POLY_LINE&quot;,&quot;points&quot;:[{&quot;x&quot;:-21.42166566138125,&quot;y&quot;:0},{&quot;x&quot;:21.42166566138125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15&quot;}},&quot;523c3361-b016-4fea-9a75-5afa25e4b55f&quot;:{&quot;type&quot;:&quot;FIGURE_OBJECT&quot;,&quot;id&quot;:&quot;523c3361-b016-4fea-9a75-5afa25e4b55f&quot;,&quot;relativeTransform&quot;:{&quot;translate&quot;:{&quot;x&quot;:113.13500666839673,&quot;y&quot;:23.826912791463272},&quot;rotate&quot;:0},&quot;opacity&quot;:1,&quot;path&quot;:{&quot;type&quot;:&quot;POLY_LINE&quot;,&quot;points&quot;:[{&quot;x&quot;:-24.850889405256204,&quot;y&quot;:0},{&quot;x&quot;:24.850889405256204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2&quot;}},&quot;3d928bec-2eb9-46fe-9aa3-ae50cd985a9e&quot;:{&quot;type&quot;:&quot;FIGURE_OBJECT&quot;,&quot;id&quot;:&quot;3d928bec-2eb9-46fe-9aa3-ae50cd985a9e&quot;,&quot;relativeTransform&quot;:{&quot;translate&quot;:{&quot;x&quot;:-112.87966811510708,&quot;y&quot;:15.310960247320354},&quot;rotate&quot;:0},&quot;opacity&quot;:1,&quot;path&quot;:{&quot;type&quot;:&quot;POLY_LINE&quot;,&quot;points&quot;:[{&quot;x&quot;:-11.686207524532222,&quot;y&quot;:0},{&quot;x&quot;:11.686207524532222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22&quot;}},&quot;88bafa97-1fee-4284-85ca-f41e78d76352&quot;:{&quot;type&quot;:&quot;FIGURE_OBJECT&quot;,&quot;id&quot;:&quot;88bafa97-1fee-4284-85ca-f41e78d76352&quot;,&quot;relativeTransform&quot;:{&quot;translate&quot;:{&quot;x&quot;:-88.4835258046955,&quot;y&quot;:15.310960247320354},&quot;rotate&quot;:0},&quot;opacity&quot;:1,&quot;path&quot;:{&quot;type&quot;:&quot;POLY_LINE&quot;,&quot;points&quot;:[{&quot;x&quot;:-8.189251225224256,&quot;y&quot;:0},{&quot;x&quot;:8.189251225224256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25&quot;}},&quot;2e96f8bb-12f6-4f4c-8b1e-5b78dde6dc05&quot;:{&quot;type&quot;:&quot;FIGURE_OBJECT&quot;,&quot;id&quot;:&quot;2e96f8bb-12f6-4f4c-8b1e-5b78dde6dc05&quot;,&quot;relativeTransform&quot;:{&quot;translate&quot;:{&quot;x&quot;:-63.92698224164863,&quot;y&quot;:15.310960247320354},&quot;rotate&quot;:0},&quot;opacity&quot;:1,&quot;path&quot;:{&quot;type&quot;:&quot;POLY_LINE&quot;,&quot;points&quot;:[{&quot;x&quot;:-11.846608777167473,&quot;y&quot;:0},{&quot;x&quot;:11.846608777167473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3&quot;}},&quot;ca0e17b9-1e90-4ad6-b1d4-ec8ce33ce2d9&quot;:{&quot;type&quot;:&quot;FIGURE_OBJECT&quot;,&quot;id&quot;:&quot;ca0e17b9-1e90-4ad6-b1d4-ec8ce33ce2d9&quot;,&quot;relativeTransform&quot;:{&quot;translate&quot;:{&quot;x&quot;:-118.0832325786749,&quot;y&quot;:23.826912791463272},&quot;rotate&quot;:0},&quot;opacity&quot;:1,&quot;path&quot;:{&quot;type&quot;:&quot;POLY_LINE&quot;,&quot;points&quot;:[{&quot;x&quot;:-10.279169826334664,&quot;y&quot;:0},{&quot;x&quot;:10.279169826334664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35&quot;}},&quot;1cbe7718-fe82-4652-bfbd-17b4c660c898&quot;:{&quot;type&quot;:&quot;FIGURE_OBJECT&quot;,&quot;id&quot;:&quot;1cbe7718-fe82-4652-bfbd-17b4c660c898&quot;,&quot;relativeTransform&quot;:{&quot;translate&quot;:{&quot;x&quot;:-90.82672332377064,&quot;y&quot;:-4.03281960897152},&quot;rotate&quot;:0},&quot;opacity&quot;:1,&quot;path&quot;:{&quot;type&quot;:&quot;POLY_LINE&quot;,&quot;points&quot;:[{&quot;x&quot;:22.253880931046847,&quot;y&quot;:0},{&quot;x&quot;:-22.253880931046847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4&quot;}},&quot;525afdaf-45cd-492f-99f0-986fd1493994&quot;:{&quot;type&quot;:&quot;FIGURE_OBJECT&quot;,&quot;id&quot;:&quot;525afdaf-45cd-492f-99f0-986fd1493994&quot;,&quot;relativeTransform&quot;:{&quot;translate&quot;:{&quot;x&quot;:-71.55034175537003,&quot;y&quot;:4.483132935171397},&quot;rotate&quot;:0},&quot;opacity&quot;:1,&quot;path&quot;:{&quot;type&quot;:&quot;POLY_LINE&quot;,&quot;points&quot;:[{&quot;x&quot;:11.686207524532222,&quot;y&quot;:0},{&quot;x&quot;:-11.686207524532222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5&quot;}},&quot;70cea851-3cae-4e85-9dcf-26254e264dbc&quot;:{&quot;type&quot;:&quot;FIGURE_OBJECT&quot;,&quot;id&quot;:&quot;70cea851-3cae-4e85-9dcf-26254e264dbc&quot;,&quot;relativeTransform&quot;:{&quot;translate&quot;:{&quot;x&quot;:-106.73173569646845,&quot;y&quot;:4.483132935171397},&quot;rotate&quot;:0},&quot;opacity&quot;:1,&quot;path&quot;:{&quot;type&quot;:&quot;POLY_LINE&quot;,&quot;points&quot;:[{&quot;x&quot;:11.846608777167473,&quot;y&quot;:0},{&quot;x&quot;:-11.846608777167473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52&quot;}},&quot;6af525d8-ae21-45ce-8c82-2adda7ba95fb&quot;:{&quot;type&quot;:&quot;FIGURE_OBJECT&quot;,&quot;id&quot;:&quot;6af525d8-ae21-45ce-8c82-2adda7ba95fb&quot;,&quot;relativeTransform&quot;:{&quot;translate&quot;:{&quot;x&quot;:-87.82002218170943,&quot;y&quot;:-13.64116949527817},&quot;rotate&quot;:0},&quot;opacity&quot;:1,&quot;path&quot;:{&quot;type&quot;:&quot;POLY_LINE&quot;,&quot;points&quot;:[{&quot;x&quot;:-11.846608777167473,&quot;y&quot;:0},{&quot;x&quot;:11.846608777167473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55&quot;}},&quot;603da382-2faf-4989-bf82-aa13e9c42a7e&quot;:{&quot;type&quot;:&quot;FIGURE_OBJECT&quot;,&quot;id&quot;:&quot;603da382-2faf-4989-bf82-aa13e9c42a7e&quot;,&quot;relativeTransform&quot;:{&quot;translate&quot;:{&quot;x&quot;:-89.64143552293696,&quot;y&quot;:-22.800056375855288},&quot;rotate&quot;:0},&quot;opacity&quot;:1,&quot;path&quot;:{&quot;type&quot;:&quot;POLY_LINE&quot;,&quot;points&quot;:[{&quot;x&quot;:-10.449593005551822,&quot;y&quot;:0},{&quot;x&quot;:10.449593005551822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6&quot;}},&quot;649ded83-e4cf-47c1-9257-9f07e1a3aabf&quot;:{&quot;type&quot;:&quot;FIGURE_OBJECT&quot;,&quot;id&quot;:&quot;649ded83-e4cf-47c1-9257-9f07e1a3aabf&quot;,&quot;relativeTransform&quot;:{&quot;translate&quot;:{&quot;x&quot;:75.57498956924131,&quot;y&quot;:23.826912791463272},&quot;rotate&quot;:0},&quot;opacity&quot;:1,&quot;path&quot;:{&quot;type&quot;:&quot;POLY_LINE&quot;,&quot;points&quot;:[{&quot;x&quot;:-8.189251225224256,&quot;y&quot;:0},{&quot;x&quot;:8.189251225224256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62&quot;}},&quot;9ab5b097-d6f6-4f15-a1fa-e1940dbdd0db&quot;:{&quot;type&quot;:&quot;FIGURE_OBJECT&quot;,&quot;id&quot;:&quot;9ab5b097-d6f6-4f15-a1fa-e1940dbdd0db&quot;,&quot;relativeTransform&quot;:{&quot;translate&quot;:{&quot;x&quot;:36.92299000100575,&quot;y&quot;:15.920905307970376},&quot;rotate&quot;:0},&quot;opacity&quot;:1,&quot;path&quot;:{&quot;type&quot;:&quot;POLY_LINE&quot;,&quot;points&quot;:[{&quot;x&quot;:-14.106950557494931,&quot;y&quot;:0},{&quot;x&quot;:14.106950557494931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65&quot;}},&quot;b8388d29-fe06-490d-8a68-50572375cdcf&quot;:{&quot;type&quot;:&quot;FIGURE_OBJECT&quot;,&quot;id&quot;:&quot;b8388d29-fe06-490d-8a68-50572375cdcf&quot;,&quot;relativeTransform&quot;:{&quot;translate&quot;:{&quot;x&quot;:41.44348393520733,&quot;y&quot;:8.477982865037905},&quot;rotate&quot;:0},&quot;opacity&quot;:1,&quot;path&quot;:{&quot;type&quot;:&quot;POLY_LINE&quot;,&quot;points&quot;:[{&quot;x&quot;:-14.106950557494931,&quot;y&quot;:0},{&quot;x&quot;:14.106950557494931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7&quot;}},&quot;31e0a29e-1fce-46bc-990c-f99580065b02&quot;:{&quot;type&quot;:&quot;FIGURE_OBJECT&quot;,&quot;id&quot;:&quot;31e0a29e-1fce-46bc-990c-f99580065b02&quot;,&quot;relativeTransform&quot;:{&quot;translate&quot;:{&quot;x&quot;:69.66309783009831,&quot;y&quot;:8.477982865037905},&quot;rotate&quot;:0},&quot;opacity&quot;:1,&quot;path&quot;:{&quot;type&quot;:&quot;POLY_LINE&quot;,&quot;points&quot;:[{&quot;x&quot;:-8.887866834620027,&quot;y&quot;:0},{&quot;x&quot;:8.887866834620027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72&quot;}},&quot;e2331caa-93b0-4847-bc44-0afc1cfc61fb&quot;:{&quot;type&quot;:&quot;FIGURE_OBJECT&quot;,&quot;id&quot;:&quot;e2331caa-93b0-4847-bc44-0afc1cfc61fb&quot;,&quot;relativeTransform&quot;:{&quot;translate&quot;:{&quot;x&quot;:53.46051589159208,&quot;y&quot;:0.5719753815447801},&quot;rotate&quot;:0},&quot;opacity&quot;:1,&quot;path&quot;:{&quot;type&quot;:&quot;POLY_LINE&quot;,&quot;points&quot;:[{&quot;x&quot;:-18.80926740999324,&quot;y&quot;:0},{&quot;x&quot;:18.80926740999324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75&quot;}},&quot;95a06921-faf1-4d10-be2a-21217e7becbc&quot;:{&quot;type&quot;:&quot;FIGURE_OBJECT&quot;,&quot;id&quot;:&quot;95a06921-faf1-4d10-be2a-21217e7becbc&quot;,&quot;relativeTransform&quot;:{&quot;translate&quot;:{&quot;x&quot;:58.16283274409038,&quot;y&quot;:-6.870967142035978},&quot;rotate&quot;:0},&quot;opacity&quot;:1,&quot;path&quot;:{&quot;type&quot;:&quot;POLY_LINE&quot;,&quot;points&quot;:[{&quot;x&quot;:-14.106950557494931,&quot;y&quot;:0},{&quot;x&quot;:14.106950557494931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8&quot;}},&quot;fcd47a15-db1b-4f99-80aa-f9439d653cd8&quot;:{&quot;type&quot;:&quot;FIGURE_OBJECT&quot;,&quot;id&quot;:&quot;fcd47a15-db1b-4f99-80aa-f9439d653cd8&quot;,&quot;relativeTransform&quot;:{&quot;translate&quot;:{&quot;x&quot;:4.314209256975107,&quot;y&quot;:23.826912791463272},&quot;rotate&quot;:0},&quot;opacity&quot;:1,&quot;path&quot;:{&quot;type&quot;:&quot;POLY_LINE&quot;,&quot;points&quot;:[{&quot;x&quot;:-11.401907067734273,&quot;y&quot;:0},{&quot;x&quot;:11.401907067734273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85&quot;}},&quot;c3fe122e-0106-478a-aad6-08ac8d7db9ba&quot;:{&quot;type&quot;:&quot;FIGURE_OBJECT&quot;,&quot;id&quot;:&quot;c3fe122e-0106-478a-aad6-08ac8d7db9ba&quot;,&quot;relativeTransform&quot;:{&quot;translate&quot;:{&quot;x&quot;:-88.48362061792204,&quot;y&quot;:-31.766083563040826},&quot;rotate&quot;:0},&quot;opacity&quot;:1,&quot;path&quot;:{&quot;type&quot;:&quot;POLY_LINE&quot;,&quot;points&quot;:[{&quot;x&quot;:-8.189251225224256,&quot;y&quot;:0},{&quot;x&quot;:8.189251225224256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9&quot;}},&quot;925a762d-b0c0-4a11-9f7a-0b6a7bf3cd27&quot;:{&quot;relativeTransform&quot;:{&quot;translate&quot;:{&quot;x&quot;:81.31176321837532,&quot;y&quot;:-52.35191670609808},&quot;rotate&quot;:0,&quot;skewX&quot;:0,&quot;scale&quot;:{&quot;x&quot;:1,&quot;y&quot;:1}},&quot;type&quot;:&quot;FIGURE_OBJECT&quot;,&quot;id&quot;:&quot;925a762d-b0c0-4a11-9f7a-0b6a7bf3cd27&quot;,&quot;parent&quot;:{&quot;type&quot;:&quot;CHILD&quot;,&quot;parentId&quot;:&quot;9b9e0192-258a-4353-ace2-899338407232&quot;,&quot;order&quot;:&quot;8&quot;},&quot;name&quot;:&quot;Nanopore sequencing (simple)&quot;,&quot;displayName&quot;:&quot;Nanopore sequencing (simple)&quot;,&quot;source&quot;:{&quot;id&quot;:&quot;632a23fa6964157864432005&quot;,&quot;type&quot;:&quot;ASSETS&quot;},&quot;isPremium&quot;:true},&quot;21e887e1-86c9-48d8-912c-91224eed7311&quot;:{&quot;type&quot;:&quot;FIGURE_OBJECT&quot;,&quot;id&quot;:&quot;21e887e1-86c9-48d8-912c-91224eed7311&quot;,&quot;name&quot;:&quot;Nanopore&quot;,&quot;relativeTransform&quot;:{&quot;translate&quot;:{&quot;x&quot;:96.19126061713382,&quot;y&quot;:22.311387453069063},&quot;rotate&quot;:0.012862993320372756,&quot;skewX&quot;:0.016243903900101744,&quot;scale&quot;:{&quot;x&quot;:0.10448823437836642,&quot;y&quot;:0.08753049950243647}},&quot;opacity&quot;:1,&quot;image&quot;:{&quot;url&quot;:&quot;https://icons.biorender.com/biorender/5e56c8144b682f00285fd2ed/nanopore.png&quot;,&quot;fallbackUrl&quot;:&quot;https://res.cloudinary.com/dlcjuc3ej/image/upload/v1582745615/xcbqceygzj4bvzmc0qj6.svg#/keystone/api/icons/5e56c8144b682f00285fd2ed/nanopore.svg&quot;,&quot;size&quot;:{&quot;x&quot;:415,&quot;y&quot;:609},&quot;isPremium&quot;:false,&quot;isPacked&quot;:true},&quot;source&quot;:{&quot;id&quot;:&quot;5e56c7724b682f00285fd2d7&quot;,&quot;type&quot;:&quot;ASSETS&quot;},&quot;pathStyles&quot;:[{&quot;type&quot;:&quot;FILL&quot;,&quot;fillStyle&quot;:&quot;rgb(0,0,0)&quot;}],&quot;isLocked&quot;:false,&quot;parent&quot;:{&quot;type&quot;:&quot;CHILD&quot;,&quot;parentId&quot;:&quot;925a762d-b0c0-4a11-9f7a-0b6a7bf3cd27&quot;,&quot;order&quot;:&quot;1&quot;}},&quot;a672bac4-3880-4bc4-856f-82deda84bb87&quot;:{&quot;type&quot;:&quot;FIGURE_OBJECT&quot;,&quot;id&quot;:&quot;a672bac4-3880-4bc4-856f-82deda84bb87&quot;,&quot;name&quot;:&quot;Nanopore (unwinding enzyme)&quot;,&quot;relativeTransform&quot;:{&quot;translate&quot;:{&quot;x&quot;:95.98268468213261,&quot;y&quot;:-9.57568730688443},&quot;rotate&quot;:0.012862993320372737,&quot;skewX&quot;:0.0210185522466482,&quot;scale&quot;:{&quot;x&quot;:0.1073539724929873,&quot;y&quot;:0.11637194230426175}},&quot;opacity&quot;:1,&quot;image&quot;:{&quot;url&quot;:&quot;https://icons.biorender.com/biorender/5e56c89f4b682f00285fd2f2/nanopore-unwinding-enzyme.png&quot;,&quot;fallbackUrl&quot;:&quot;https://res.cloudinary.com/dlcjuc3ej/image/upload/v1582745754/onxnd17agiv4nme8witv.svg#/keystone/api/icons/5e56c89f4b682f00285fd2f2/nanopore-unwinding-enzyme.svg&quot;,&quot;size&quot;:{&quot;x&quot;:335,&quot;y&quot;:244},&quot;isPremium&quot;:false,&quot;isPacked&quot;:true},&quot;source&quot;:{&quot;id&quot;:&quot;5e56c8154b682f00285fd2ee&quot;,&quot;type&quot;:&quot;ASSETS&quot;},&quot;pathStyles&quot;:[{&quot;type&quot;:&quot;FILL&quot;,&quot;fillStyle&quot;:&quot;rgb(0,0,0)&quot;}],&quot;isLocked&quot;:false,&quot;parent&quot;:{&quot;type&quot;:&quot;CHILD&quot;,&quot;parentId&quot;:&quot;925a762d-b0c0-4a11-9f7a-0b6a7bf3cd27&quot;,&quot;order&quot;:&quot;2&quot;}},&quot;7c402725-95f0-4be5-a7ec-ca84bf8058f5&quot;:{&quot;type&quot;:&quot;FIGURE_OBJECT&quot;,&quot;id&quot;:&quot;7c402725-95f0-4be5-a7ec-ca84bf8058f5&quot;,&quot;parent&quot;:{&quot;type&quot;:&quot;CHILD&quot;,&quot;parentId&quot;:&quot;925a762d-b0c0-4a11-9f7a-0b6a7bf3cd27&quot;,&quot;order&quot;:&quot;6&quot;},&quot;relativeTransform&quot;:{&quot;translate&quot;:{&quot;x&quot;:0,&quot;y&quot;:0},&quot;rotate&quot;:0}},&quot;a73a0a6d-c8b8-474a-bfdb-23e9452dd111&quot;:{&quot;type&quot;:&quot;FIGURE_OBJECT&quot;,&quot;id&quot;:&quot;a73a0a6d-c8b8-474a-bfdb-23e9452dd111&quot;,&quot;name&quot;:&quot;Nanopore (DNA)&quot;,&quot;relativeTransform&quot;:{&quot;translate&quot;:{&quot;x&quot;:101.09509640210425,&quot;y&quot;:19.32207307165895},&quot;rotate&quot;:0,&quot;skewX&quot;:0,&quot;scale&quot;:{&quot;x&quot;:0.19070661868190478,&quot;y&quot;:0.1907066186819047}},&quot;opacity&quot;:1,&quot;image&quot;:{&quot;url&quot;:&quot;https://icons.biorender.com/biorender/5e56c8f14b682f00285fd315/nanopore-dna.png&quot;,&quot;fallbackUrl&quot;:&quot;https://res.cloudinary.com/dlcjuc3ej/image/upload/v1582745837/to7itoofhajwco9wslh9.svg#/keystone/api/icons/5e56c8f14b682f00285fd315/nanopore-dna.svg&quot;,&quot;size&quot;:{&quot;x&quot;:888,&quot;y&quot;:1048},&quot;isPremium&quot;:false,&quot;isPacked&quot;:true},&quot;source&quot;:{&quot;id&quot;:&quot;5e56c8a04b682f00285fd307&quot;,&quot;type&quot;:&quot;ASSETS&quot;},&quot;pathStyles&quot;:[{&quot;type&quot;:&quot;FILL&quot;,&quot;fillStyle&quot;:&quot;rgb(0,0,0)&quot;}],&quot;isLocked&quot;:false,&quot;parent&quot;:{&quot;type&quot;:&quot;CHILD&quot;,&quot;parentId&quot;:&quot;7c402725-95f0-4be5-a7ec-ca84bf8058f5&quot;,&quot;order&quot;:&quot;5&quot;}},&quot;93799808-0cd9-4dad-8ecd-70e04a2b4f94&quot;:{&quot;type&quot;:&quot;FIGURE_OBJECT&quot;,&quot;id&quot;:&quot;93799808-0cd9-4dad-8ecd-70e04a2b4f94&quot;,&quot;parent&quot;:{&quot;type&quot;:&quot;CROP&quot;,&quot;parentId&quot;:&quot;7c402725-95f0-4be5-a7ec-ca84bf8058f5&quot;,&quot;order&quot;:&quot;5&quot;},&quot;relativeTransform&quot;:{&quot;translate&quot;:{&quot;x&quot;:102.58804030216638,&quot;y&quot;:3.5606991681775635},&quot;rotate&quot;:0,&quot;skewX&quot;:0,&quot;scale&quot;:{&quot;x&quot;:68.38367319056461,&quot;y&quot;:63.6021055590126}},&quot;path&quot;:{&quot;type&quot;:&quot;RECT&quot;,&quot;size&quot;:{&quot;x&quot;:2,&quot;y&quot;:2}},&quot;pathStyles&quot;:[{&quot;type&quot;:&quot;FILL&quot;,&quot;fillStyle&quot;:&quot;#fff&quot;}],&quot;isFrozen&quot;:true},&quot;e5fefa91-cb21-45fb-adb3-50768a9964c5&quot;:{&quot;type&quot;:&quot;FIGURE_OBJECT&quot;,&quot;id&quot;:&quot;e5fefa91-cb21-45fb-adb3-50768a9964c5&quot;,&quot;relativeTransform&quot;:{&quot;translate&quot;:{&quot;x&quot;:67.1176531222687,&quot;y&quot;:-84.86374213048548},&quot;rotate&quot;:0},&quot;layout&quot;:{&quot;sizeRatio&quot;:{&quot;x&quot;:0.88,&quot;y&quot;:0.88},&quot;keepAspectRatio&quot;:false},&quot;opacity&quot;:1,&quot;path&quot;:{&quot;type&quot;:&quot;RECT&quot;,&quot;size&quot;:{&quot;x&quot;:52.3898640523155,&quot;y&quot;:17.045454545454547},&quot;cornerRounding&quot;:{&quot;type&quot;:&quot;ARC_LENGTH&quot;,&quot;global&quot;:0}},&quot;pathStyles&quot;:[{&quot;type&quot;:&quot;FILL&quot;,&quot;fillStyle&quot;:&quot;rgba(216, 240, 246, 1)&quot;},{&quot;type&quot;:&quot;STROKE&quot;,&quot;strokeStyle&quot;:&quot;rgba(48, 110, 128, 1)&quot;,&quot;lineWidth&quot;:0.7395512418615802,&quot;lineJoin&quot;:&quot;round&quot;}],&quot;isLocked&quot;:false,&quot;parent&quot;:{&quot;type&quot;:&quot;CHILD&quot;,&quot;parentId&quot;:&quot;b932121b-e66f-43b0-947c-a731f73ab320&quot;,&quot;order&quot;:&quot;8&quot;}},&quot;1ea6b75d-28d2-4efc-b135-35c708aa22e9&quot;:{&quot;type&quot;:&quot;FIGURE_OBJECT&quot;,&quot;id&quot;:&quot;1ea6b75d-28d2-4efc-b135-35c708aa22e9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12.58383924308821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46.10308036603764,&quot;y&quot;:15},&quot;targetSize&quot;:{&quot;x&quot;:46.10308036603764,&quot;y&quot;:2},&quot;format&quot;:&quot;BETTER_TEXT&quot;,&quot;verticalAlign&quot;:&quot;TOP&quot;},&quot;parent&quot;:{&quot;type&quot;:&quot;CHILD&quot;,&quot;parentId&quot;:&quot;e5fefa91-cb21-45fb-adb3-50768a9964c5&quot;,&quot;order&quot;:&quot;5&quot;}}}}"/>
  <p:tag name="TRANSPARENTBACKGROUND" val="false"/>
  <p:tag name="VERSION" val="1776176742879"/>
  <p:tag name="TITLE" val="seq_image"/>
  <p:tag name="CREATORNAME" val="Beatriz Fernandez"/>
  <p:tag name="DATEINSERTED" val="177617691168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de35872cc9aa79b639d018"/>
  <p:tag name="BIOJSON" val="{&quot;id&quot;:&quot;60bc71c6-6376-4756-a524-ea8be73869d2&quot;,&quot;objects&quot;:{&quot;60bc71c6-6376-4756-a524-ea8be73869d2&quot;:{&quot;id&quot;:&quot;60bc71c6-6376-4756-a524-ea8be73869d2&quot;,&quot;type&quot;:&quot;FIGURE_OBJECT&quot;,&quot;document&quot;:{&quot;type&quot;:&quot;DOCUMENT_GROUP&quot;,&quot;canvasType&quot;:&quot;FIGURE&quot;,&quot;units&quot;:&quot;in&quot;}},&quot;b1d4e628-f548-455f-b5e1-3ebef2515757&quot;:{&quot;id&quot;:&quot;b1d4e628-f548-455f-b5e1-3ebef2515757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60bc71c6-6376-4756-a524-ea8be73869d2&quot;,&quot;type&quot;:&quot;FRAME&quot;,&quot;order&quot;:&quot;5&quot;}},&quot;9b9e0192-258a-4353-ace2-899338407232&quot;:{&quot;id&quot;:&quot;9b9e0192-258a-4353-ace2-899338407232&quot;,&quot;type&quot;:&quot;FIGURE_OBJECT&quot;,&quot;document&quot;:{&quot;type&quot;:&quot;FIGURE&quot;,&quot;canvasType&quot;:&quot;FIGURE&quot;,&quot;units&quot;:&quot;in&quot;},&quot;parent&quot;:{&quot;parentId&quot;:&quot;60bc71c6-6376-4756-a524-ea8be73869d2&quot;,&quot;type&quot;:&quot;DOCUMENT&quot;,&quot;order&quot;:&quot;5&quot;}},&quot;6159c9a1-1466-4192-aa26-5175a0b75f5d&quot;:{&quot;id&quot;:&quot;6159c9a1-1466-4192-aa26-5175a0b75f5d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9b9e0192-258a-4353-ace2-899338407232&quot;,&quot;order&quot;:&quot;5&quot;}},&quot;303ea281-cfe9-48fb-b9e0-bf6f90ab3956&quot;:{&quot;id&quot;:&quot;303ea281-cfe9-48fb-b9e0-bf6f90ab3956&quot;,&quot;type&quot;:&quot;FIGURE_OBJECT&quot;,&quot;guide&quot;:{&quot;type&quot;:&quot;GRID&quot;,&quot;distance&quot;:0.5,&quot;units&quot;:&quot;in&quot;},&quot;parent&quot;:{&quot;parentId&quot;:&quot;60bc71c6-6376-4756-a524-ea8be73869d2&quot;,&quot;type&quot;:&quot;GUIDE&quot;,&quot;order&quot;:&quot;5&quot;}},&quot;b96e3d93-e048-43ff-9243-630e6875d18a&quot;:{&quot;relativeTransform&quot;:{&quot;translate&quot;:{&quot;x&quot;:-84.33633760662133,&quot;y&quot;:-247.84250964687982},&quot;rotate&quot;:0,&quot;skewX&quot;:0,&quot;scale&quot;:{&quot;x&quot;:1,&quot;y&quot;:1}},&quot;type&quot;:&quot;FIGURE_OBJECT&quot;,&quot;id&quot;:&quot;b96e3d93-e048-43ff-9243-630e6875d18a&quot;,&quot;parent&quot;:{&quot;type&quot;:&quot;CHILD&quot;,&quot;parentId&quot;:&quot;9b9e0192-258a-4353-ace2-899338407232&quot;,&quot;order&quot;:&quot;5&quot;},&quot;name&quot;:&quot;RNA map sequencing&quot;,&quot;displayName&quot;:&quot;RNA map sequencing&quot;,&quot;source&quot;:{&quot;id&quot;:&quot;63407fa472ecc23b36c85f2e&quot;,&quot;type&quot;:&quot;ASSETS&quot;},&quot;isPremium&quot;:true},&quot;cc26443a-202b-4614-950f-0908acac4033&quot;:{&quot;type&quot;:&quot;FIGURE_OBJECT&quot;,&quot;id&quot;:&quot;cc26443a-202b-4614-950f-0908acac4033&quot;,&quot;relativeTransform&quot;:{&quot;translate&quot;:{&quot;x&quot;:-363.02081797561743,&quot;y&quot;:221.13028700237544},&quot;rotate&quot;:0},&quot;opacity&quot;:1,&quot;path&quot;:{&quot;type&quot;:&quot;POLY_LINE&quot;,&quot;points&quot;:[{&quot;x&quot;:-8.948190327793963,&quot;y&quot;:9.281769815138825},{&quot;x&quot;:-8.948190327793963,&quot;y&quot;:-9.281769815138825},{&quot;x&quot;:6.908407992088083,&quot;y&quot;:-9.281769815138825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96e3d93-e048-43ff-9243-630e6875d18a&quot;,&quot;order&quot;:&quot;7&quot;},&quot;connectorInfo&quot;:{&quot;connectedObjects&quot;:[],&quot;type&quot;:&quot;ELBOW&quot;,&quot;offset&quot;:{&quot;x&quot;:0,&quot;y&quot;:0},&quot;bending&quot;:-0.1,&quot;firstElementIsHead&quot;:true,&quot;customized&quot;:false}},&quot;b932121b-e66f-43b0-947c-a731f73ab320&quot;:{&quot;relativeTransform&quot;:{&quot;translate&quot;:{&quot;x&quot;:-302.1238188037735,&quot;y&quot;:315.96390663805704},&quot;rotate&quot;:0},&quot;type&quot;:&quot;FIGURE_OBJECT&quot;,&quot;id&quot;:&quot;b932121b-e66f-43b0-947c-a731f73ab320&quot;,&quot;parent&quot;:{&quot;type&quot;:&quot;CHILD&quot;,&quot;parentId&quot;:&quot;b96e3d93-e048-43ff-9243-630e6875d18a&quot;,&quot;order&quot;:&quot;1&quot;},&quot;name&quot;:&quot;Pre-sliced introns and exons (editable)&quot;,&quot;displayName&quot;:&quot;Pre-sliced introns and exons&quot;,&quot;source&quot;:{&quot;id&quot;:&quot;603298ba59681400a6b4b680&quot;,&quot;type&quot;:&quot;ASSETS&quot;},&quot;isPremium&quot;:true},&quot;48d1234f-6ffd-4738-9153-10deb8545649&quot;:{&quot;type&quot;:&quot;FIGURE_OBJECT&quot;,&quot;id&quot;:&quot;48d1234f-6ffd-4738-9153-10deb8545649&quot;,&quot;relativeTransform&quot;:{&quot;translate&quot;:{&quot;x&quot;:19.474904705088232,&quot;y&quot;:-84.86369834863886},&quot;rotate&quot;:0},&quot;opacity&quot;:1,&quot;path&quot;:{&quot;type&quot;:&quot;POLY_LINE&quot;,&quot;points&quot;:[{&quot;x&quot;:-96.61148919091383,&quot;y&quot;:0},{&quot;x&quot;:92.4209409991372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,&quot;dashArray&quot;:[0,0]}],&quot;isLocked&quot;:false,&quot;parent&quot;:{&quot;type&quot;:&quot;CHILD&quot;,&quot;parentId&quot;:&quot;b932121b-e66f-43b0-947c-a731f73ab320&quot;,&quot;order&quot;:&quot;05&quot;}},&quot;26ee692c-7384-49e9-881d-2265aa09321c&quot;:{&quot;type&quot;:&quot;FIGURE_OBJECT&quot;,&quot;id&quot;:&quot;26ee692c-7384-49e9-881d-2265aa09321c&quot;,&quot;relativeTransform&quot;:{&quot;translate&quot;:{&quot;x&quot;:-29.916724409371266,&quot;y&quot;:-84.86374213048548},&quot;rotate&quot;:0},&quot;layout&quot;:{&quot;sizeRatio&quot;:{&quot;x&quot;:0.88,&quot;y&quot;:0.88},&quot;keepAspectRatio&quot;:false},&quot;opacity&quot;:1,&quot;path&quot;:{&quot;type&quot;:&quot;RECT&quot;,&quot;size&quot;:{&quot;x&quot;:48.893094333962594,&quot;y&quot;:17.045454545454547},&quot;cornerRounding&quot;:{&quot;type&quot;:&quot;ARC_LENGTH&quot;,&quot;global&quot;:0}},&quot;pathStyles&quot;:[{&quot;type&quot;:&quot;FILL&quot;,&quot;fillStyle&quot;:&quot;rgba(216, 240, 246, 1)&quot;},{&quot;type&quot;:&quot;STROKE&quot;,&quot;strokeStyle&quot;:&quot;rgba(48, 110, 128, 1)&quot;,&quot;lineWidth&quot;:0.7395512418615802,&quot;lineJoin&quot;:&quot;round&quot;}],&quot;isLocked&quot;:false,&quot;parent&quot;:{&quot;type&quot;:&quot;CHILD&quot;,&quot;parentId&quot;:&quot;b932121b-e66f-43b0-947c-a731f73ab320&quot;,&quot;order&quot;:&quot;1&quot;}},&quot;10427504-8e71-4250-a8a6-33fe2e67f6a1&quot;:{&quot;type&quot;:&quot;FIGURE_OBJECT&quot;,&quot;id&quot;:&quot;10427504-8e71-4250-a8a6-33fe2e67f6a1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12.58383924308821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43.02592301388709,&quot;y&quot;:15},&quot;targetSize&quot;:{&quot;x&quot;:43.02592301388709,&quot;y&quot;:2},&quot;format&quot;:&quot;BETTER_TEXT&quot;,&quot;verticalAlign&quot;:&quot;TOP&quot;},&quot;parent&quot;:{&quot;type&quot;:&quot;CHILD&quot;,&quot;parentId&quot;:&quot;26ee692c-7384-49e9-881d-2265aa09321c&quot;,&quot;order&quot;:&quot;5&quot;}},&quot;8b7dd6a1-1869-460e-8845-4660531a17cb&quot;:{&quot;type&quot;:&quot;FIGURE_OBJECT&quot;,&quot;id&quot;:&quot;8b7dd6a1-1869-460e-8845-4660531a17cb&quot;,&quot;parent&quot;:{&quot;type&quot;:&quot;CHILD&quot;,&quot;parentId&quot;:&quot;b96e3d93-e048-43ff-9243-630e6875d18a&quot;,&quot;order&quot;:&quot;2&quot;},&quot;relativeTransform&quot;:{&quot;translate&quot;:{&quot;x&quot;:-512.6052103798372,&quot;y&quot;:43.54220832815986},&quot;rotate&quot;:0}},&quot;16f42f49-5ed1-408d-ba08-219eec563b6c&quot;:{&quot;type&quot;:&quot;FIGURE_OBJECT&quot;,&quot;id&quot;:&quot;16f42f49-5ed1-408d-ba08-219eec563b6c&quot;,&quot;relativeTransform&quot;:{&quot;translate&quot;:{&quot;x&quot;:172.04117835477342,&quot;y&quot;:117.52705113178165},&quot;rotate&quot;:0},&quot;opacity&quot;:1,&quot;path&quot;:{&quot;type&quot;:&quot;POLY_LINE&quot;,&quot;points&quot;:[{&quot;x&quot;:-15.353850883818001,&quot;y&quot;:0},{&quot;x&quot;:15.35385088381800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05&quot;},&quot;connectorInfo&quot;:{&quot;connectedObjects&quot;:[],&quot;type&quot;:&quot;LINE&quot;,&quot;offset&quot;:{&quot;x&quot;:0,&quot;y&quot;:0},&quot;bending&quot;:0.1,&quot;firstElementIsHead&quot;:true,&quot;customized&quot;:false}},&quot;2199f358-412d-4f9e-900d-44dccab2eb8b&quot;:{&quot;type&quot;:&quot;FIGURE_OBJECT&quot;,&quot;id&quot;:&quot;2199f358-412d-4f9e-900d-44dccab2eb8b&quot;,&quot;relativeTransform&quot;:{&quot;translate&quot;:{&quot;x&quot;:188.0983014527451,&quot;y&quot;:125.06310319339735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1&quot;},&quot;connectorInfo&quot;:{&quot;connectedObjects&quot;:[],&quot;type&quot;:&quot;LINE&quot;,&quot;offset&quot;:{&quot;x&quot;:0,&quot;y&quot;:0},&quot;bending&quot;:0.1,&quot;firstElementIsHead&quot;:true,&quot;customized&quot;:false}},&quot;782d9856-0958-471e-b6af-fc492fc1c7ab&quot;:{&quot;type&quot;:&quot;FIGURE_OBJECT&quot;,&quot;id&quot;:&quot;782d9856-0958-471e-b6af-fc492fc1c7ab&quot;,&quot;relativeTransform&quot;:{&quot;translate&quot;:{&quot;x&quot;:184.40767999876437,&quot;y&quot;:132.59915525501307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2&quot;},&quot;connectorInfo&quot;:{&quot;connectedObjects&quot;:[],&quot;type&quot;:&quot;LINE&quot;,&quot;offset&quot;:{&quot;x&quot;:0,&quot;y&quot;:0},&quot;bending&quot;:0.1,&quot;firstElementIsHead&quot;:true,&quot;customized&quot;:false}},&quot;0ef9cb4e-d8da-49bb-b905-f32f5cfc7fe9&quot;:{&quot;type&quot;:&quot;FIGURE_OBJECT&quot;,&quot;id&quot;:&quot;0ef9cb4e-d8da-49bb-b905-f32f5cfc7fe9&quot;,&quot;relativeTransform&quot;:{&quot;translate&quot;:{&quot;x&quot;:176.28831280000665,&quot;y&quot;:140.1352073166288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25&quot;},&quot;connectorInfo&quot;:{&quot;connectedObjects&quot;:[],&quot;type&quot;:&quot;LINE&quot;,&quot;offset&quot;:{&quot;x&quot;:0,&quot;y&quot;:0},&quot;bending&quot;:0.1,&quot;firstElementIsHead&quot;:true,&quot;customized&quot;:false}},&quot;c6363c6e-4d48-493f-b65c-468834eadd4f&quot;:{&quot;type&quot;:&quot;FIGURE_OBJECT&quot;,&quot;id&quot;:&quot;c6363c6e-4d48-493f-b65c-468834eadd4f&quot;,&quot;relativeTransform&quot;:{&quot;translate&quot;:{&quot;x&quot;:188.09821984206388,&quot;y&quot;:147.67125937824449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3&quot;},&quot;connectorInfo&quot;:{&quot;connectedObjects&quot;:[],&quot;type&quot;:&quot;LINE&quot;,&quot;offset&quot;:{&quot;x&quot;:0,&quot;y&quot;:0},&quot;bending&quot;:0.1,&quot;firstElementIsHead&quot;:true,&quot;customized&quot;:false}},&quot;1a369be5-b5c5-4787-9f2b-8263d48c8ebd&quot;:{&quot;type&quot;:&quot;FIGURE_OBJECT&quot;,&quot;id&quot;:&quot;1a369be5-b5c5-4787-9f2b-8263d48c8ebd&quot;,&quot;relativeTransform&quot;:{&quot;translate&quot;:{&quot;x&quot;:180.71697693410235,&quot;y&quot;:162.74336350147593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5&quot;},&quot;connectorInfo&quot;:{&quot;connectedObjects&quot;:[],&quot;type&quot;:&quot;LINE&quot;,&quot;offset&quot;:{&quot;x&quot;:0,&quot;y&quot;:0},&quot;bending&quot;:0.1,&quot;firstElementIsHead&quot;:true,&quot;customized&quot;:false}},&quot;437424bf-56b8-4fc2-808f-4094d95774e1&quot;:{&quot;type&quot;:&quot;FIGURE_OBJECT&quot;,&quot;id&quot;:&quot;437424bf-56b8-4fc2-808f-4094d95774e1&quot;,&quot;relativeTransform&quot;:{&quot;translate&quot;:{&quot;x&quot;:166.48658862139692,&quot;y&quot;:155.2073114398602},&quot;rotate&quot;:0},&quot;opacity&quot;:1,&quot;path&quot;:{&quot;type&quot;:&quot;POLY_LINE&quot;,&quot;points&quot;:[{&quot;x&quot;:-9.877007701110603,&quot;y&quot;:0},{&quot;x&quot;:9.877007701110603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55&quot;},&quot;connectorInfo&quot;:{&quot;connectedObjects&quot;:[],&quot;type&quot;:&quot;LINE&quot;,&quot;offset&quot;:{&quot;x&quot;:0,&quot;y&quot;:0},&quot;bending&quot;:0.1,&quot;firstElementIsHead&quot;:true,&quot;customized&quot;:false}},&quot;6a024a35-9c49-426f-a341-992a9ac880b0&quot;:{&quot;type&quot;:&quot;FIGURE_OBJECT&quot;,&quot;id&quot;:&quot;6a024a35-9c49-426f-a341-992a9ac880b0&quot;,&quot;relativeTransform&quot;:{&quot;translate&quot;:{&quot;x&quot;:188.0989257711913,&quot;y&quot;:170.27941556309162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6&quot;},&quot;connectorInfo&quot;:{&quot;connectedObjects&quot;:[],&quot;type&quot;:&quot;LINE&quot;,&quot;offset&quot;:{&quot;x&quot;:0,&quot;y&quot;:0},&quot;bending&quot;:0.1,&quot;firstElementIsHead&quot;:true,&quot;customized&quot;:false}},&quot;936383a3-7b0b-40f1-98a6-9ec67f6a91d7&quot;:{&quot;type&quot;:&quot;FIGURE_OBJECT&quot;,&quot;id&quot;:&quot;936383a3-7b0b-40f1-98a6-9ec67f6a91d7&quot;,&quot;relativeTransform&quot;:{&quot;translate&quot;:{&quot;x&quot;:195.6071307507643,&quot;y&quot;:109.99099907016594},&quot;rotate&quot;:0},&quot;opacity&quot;:1,&quot;path&quot;:{&quot;type&quot;:&quot;POLY_LINE&quot;,&quot;points&quot;:[{&quot;x&quot;:-8.400759155692771,&quot;y&quot;:0},{&quot;x&quot;:8.40075915569277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7&quot;},&quot;connectorInfo&quot;:{&quot;connectedObjects&quot;:[],&quot;type&quot;:&quot;LINE&quot;,&quot;offset&quot;:{&quot;x&quot;:0,&quot;y&quot;:0},&quot;bending&quot;:0.1,&quot;firstElementIsHead&quot;:true,&quot;customized&quot;:false}},&quot;09247a02-d427-4b3d-a8bf-e4c3a750429c&quot;:{&quot;type&quot;:&quot;FIGURE_OBJECT&quot;,&quot;id&quot;:&quot;09247a02-d427-4b3d-a8bf-e4c3a750429c&quot;,&quot;relativeTransform&quot;:{&quot;translate&quot;:{&quot;x&quot;:199.2981118478996,&quot;y&quot;:102.45494700855022},&quot;rotate&quot;:0},&quot;opacity&quot;:1,&quot;path&quot;:{&quot;type&quot;:&quot;POLY_LINE&quot;,&quot;points&quot;:[{&quot;x&quot;:-4.710137792148145,&quot;y&quot;:0},{&quot;x&quot;:4.710137792148145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75&quot;},&quot;connectorInfo&quot;:{&quot;connectedObjects&quot;:[],&quot;type&quot;:&quot;LINE&quot;,&quot;offset&quot;:{&quot;x&quot;:0,&quot;y&quot;:0},&quot;bending&quot;:0.1,&quot;firstElementIsHead&quot;:true,&quot;customized&quot;:false}},&quot;bb40f08f-d932-493c-be87-4592f2fc9ebf&quot;:{&quot;type&quot;:&quot;FIGURE_OBJECT&quot;,&quot;id&quot;:&quot;bb40f08f-d932-493c-be87-4592f2fc9ebf&quot;,&quot;relativeTransform&quot;:{&quot;translate&quot;:{&quot;x&quot;:184.40821114036925,&quot;y&quot;:94.91889494693451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8&quot;},&quot;connectorInfo&quot;:{&quot;connectedObjects&quot;:[],&quot;type&quot;:&quot;LINE&quot;,&quot;offset&quot;:{&quot;x&quot;:0,&quot;y&quot;:0},&quot;bending&quot;:0.1,&quot;firstElementIsHead&quot;:true,&quot;customized&quot;:false}},&quot;0ebc2dbd-56f2-4525-9154-ae46c0fc865d&quot;:{&quot;type&quot;:&quot;FIGURE_OBJECT&quot;,&quot;id&quot;:&quot;0ebc2dbd-56f2-4525-9154-ae46c0fc865d&quot;,&quot;parent&quot;:{&quot;type&quot;:&quot;CHILD&quot;,&quot;parentId&quot;:&quot;b96e3d93-e048-43ff-9243-630e6875d18a&quot;,&quot;order&quot;:&quot;5&quot;},&quot;relativeTransform&quot;:{&quot;translate&quot;:{&quot;x&quot;:-512.6052103798372,&quot;y&quot;:43.54220832815986},&quot;rotate&quot;:0}},&quot;dc3a1746-b880-46b1-a9de-3fa3440d839e&quot;:{&quot;type&quot;:&quot;FIGURE_OBJECT&quot;,&quot;id&quot;:&quot;dc3a1746-b880-46b1-a9de-3fa3440d839e&quot;,&quot;relativeTransform&quot;:{&quot;translate&quot;:{&quot;x&quot;:291.1711650814544,&quot;y&quot;:117.5275031819447},&quot;rotate&quot;:-1.6986101013487643e-16},&quot;opacity&quot;:1,&quot;path&quot;:{&quot;type&quot;:&quot;POLY_LINE&quot;,&quot;points&quot;:[{&quot;x&quot;:12.025748843744207,&quot;y&quot;:0},{&quot;x&quot;:-12.025748843744207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05&quot;},&quot;connectorInfo&quot;:{&quot;connectedObjects&quot;:[],&quot;type&quot;:&quot;LINE&quot;,&quot;offset&quot;:{&quot;x&quot;:0,&quot;y&quot;:0},&quot;bending&quot;:0.1,&quot;firstElementIsHead&quot;:true,&quot;customized&quot;:false}},&quot;206d32ec-ef64-41d7-a870-0e281c1c883a&quot;:{&quot;type&quot;:&quot;FIGURE_OBJECT&quot;,&quot;id&quot;:&quot;206d32ec-ef64-41d7-a870-0e281c1c883a&quot;,&quot;relativeTransform&quot;:{&quot;translate&quot;:{&quot;x&quot;:269.888345340772,&quot;y&quot;:125.06351624594072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1&quot;},&quot;connectorInfo&quot;:{&quot;connectedObjects&quot;:[],&quot;type&quot;:&quot;LINE&quot;,&quot;offset&quot;:{&quot;x&quot;:0,&quot;y&quot;:0},&quot;bending&quot;:0.1,&quot;firstElementIsHead&quot;:true,&quot;customized&quot;:false}},&quot;0f14d77b-9553-443a-8d58-8be8b0fb8787&quot;:{&quot;type&quot;:&quot;FIGURE_OBJECT&quot;,&quot;id&quot;:&quot;0f14d77b-9553-443a-8d58-8be8b0fb8787&quot;,&quot;relativeTransform&quot;:{&quot;translate&quot;:{&quot;x&quot;:265.3094172610062,&quot;y&quot;:132.59952930993674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2&quot;},&quot;connectorInfo&quot;:{&quot;connectedObjects&quot;:[],&quot;type&quot;:&quot;LINE&quot;,&quot;offset&quot;:{&quot;x&quot;:0,&quot;y&quot;:0},&quot;bending&quot;:0.1,&quot;firstElementIsHead&quot;:true,&quot;customized&quot;:false}},&quot;08f8fc87-0b31-43cb-b1cb-7c3fc847f5a3&quot;:{&quot;type&quot;:&quot;FIGURE_OBJECT&quot;,&quot;id&quot;:&quot;08f8fc87-0b31-43cb-b1cb-7c3fc847f5a3&quot;,&quot;relativeTransform&quot;:{&quot;translate&quot;:{&quot;x&quot;:283.4804845808308,&quot;y&quot;:140.1355423739328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25&quot;},&quot;connectorInfo&quot;:{&quot;connectedObjects&quot;:[],&quot;type&quot;:&quot;LINE&quot;,&quot;offset&quot;:{&quot;x&quot;:0,&quot;y&quot;:0},&quot;bending&quot;:0.1,&quot;firstElementIsHead&quot;:true,&quot;customized&quot;:false}},&quot;95875cf0-5349-4f95-b690-b8d601bc62b1&quot;:{&quot;type&quot;:&quot;FIGURE_OBJECT&quot;,&quot;id&quot;:&quot;95875cf0-5349-4f95-b690-b8d601bc62b1&quot;,&quot;relativeTransform&quot;:{&quot;translate&quot;:{&quot;x&quot;:265.3091069266338,&quot;y&quot;:147.67155543792882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3&quot;},&quot;connectorInfo&quot;:{&quot;connectedObjects&quot;:[],&quot;type&quot;:&quot;LINE&quot;,&quot;offset&quot;:{&quot;x&quot;:0,&quot;y&quot;:0},&quot;bending&quot;:0.1,&quot;firstElementIsHead&quot;:true,&quot;customized&quot;:false}},&quot;59ab6e85-0740-494e-b254-92e040d73338&quot;:{&quot;type&quot;:&quot;FIGURE_OBJECT&quot;,&quot;id&quot;:&quot;59ab6e85-0740-494e-b254-92e040d73338&quot;,&quot;relativeTransform&quot;:{&quot;translate&quot;:{&quot;x&quot;:274.4672381997293,&quot;y&quot;:162.74358156592086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5&quot;},&quot;connectorInfo&quot;:{&quot;connectedObjects&quot;:[],&quot;type&quot;:&quot;LINE&quot;,&quot;offset&quot;:{&quot;x&quot;:0,&quot;y&quot;:0},&quot;bending&quot;:0.1,&quot;firstElementIsHead&quot;:true,&quot;customized&quot;:false}},&quot;5b9f0602-cef4-47f8-bcb3-e6a112bfc8bb&quot;:{&quot;type&quot;:&quot;FIGURE_OBJECT&quot;,&quot;id&quot;:&quot;5b9f0602-cef4-47f8-bcb3-e6a112bfc8bb&quot;,&quot;relativeTransform&quot;:{&quot;translate&quot;:{&quot;x&quot;:291.40021996235254,&quot;y&quot;:155.20756850192484},&quot;rotate&quot;:-1.6986101013487643e-16},&quot;opacity&quot;:1,&quot;path&quot;:{&quot;type&quot;:&quot;POLY_LINE&quot;,&quot;points&quot;:[{&quot;x&quot;:12.254702119961328,&quot;y&quot;:0},{&quot;x&quot;:-12.254702119961328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55&quot;},&quot;connectorInfo&quot;:{&quot;connectedObjects&quot;:[],&quot;type&quot;:&quot;LINE&quot;,&quot;offset&quot;:{&quot;x&quot;:0,&quot;y&quot;:0},&quot;bending&quot;:0.1,&quot;firstElementIsHead&quot;:true,&quot;customized&quot;:false}},&quot;9f7aefe2-36c8-4061-99f7-ed185952742d&quot;:{&quot;type&quot;:&quot;FIGURE_OBJECT&quot;,&quot;id&quot;:&quot;9f7aefe2-36c8-4061-99f7-ed185952742d&quot;,&quot;relativeTransform&quot;:{&quot;translate&quot;:{&quot;x&quot;:265.30823105901925,&quot;y&quot;:170.2795946299169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6&quot;},&quot;connectorInfo&quot;:{&quot;connectedObjects&quot;:[],&quot;type&quot;:&quot;LINE&quot;,&quot;offset&quot;:{&quot;x&quot;:0,&quot;y&quot;:0},&quot;bending&quot;:0.1,&quot;firstElementIsHead&quot;:true,&quot;customized&quot;:false}},&quot;5c2bcd77-b26f-48c7-8517-f81efbefb887&quot;:{&quot;type&quot;:&quot;FIGURE_OBJECT&quot;,&quot;id&quot;:&quot;5c2bcd77-b26f-48c7-8517-f81efbefb887&quot;,&quot;relativeTransform&quot;:{&quot;translate&quot;:{&quot;x&quot;:258.68193534046515,&quot;y&quot;:109.99149011794869},&quot;rotate&quot;:-1.6986101013487643e-16},&quot;opacity&quot;:1,&quot;path&quot;:{&quot;type&quot;:&quot;POLY_LINE&quot;,&quot;points&quot;:[{&quot;x&quot;:7.23090967519281,&quot;y&quot;:0},{&quot;x&quot;:-7.2309096751928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7&quot;},&quot;connectorInfo&quot;:{&quot;connectedObjects&quot;:[],&quot;type&quot;:&quot;LINE&quot;,&quot;offset&quot;:{&quot;x&quot;:0,&quot;y&quot;:0},&quot;bending&quot;:0.1,&quot;firstElementIsHead&quot;:true,&quot;customized&quot;:false}},&quot;b6b1084e-b0b5-41ee-b129-0f68e90e45f2&quot;:{&quot;type&quot;:&quot;FIGURE_OBJECT&quot;,&quot;id&quot;:&quot;b6b1084e-b0b5-41ee-b129-0f68e90e45f2&quot;,&quot;relativeTransform&quot;:{&quot;translate&quot;:{&quot;x&quot;:261.8011016531401,&quot;y&quot;:102.45547705395266},&quot;rotate&quot;:-1.6986101013487643e-16},&quot;opacity&quot;:1,&quot;path&quot;:{&quot;type&quot;:&quot;POLY_LINE&quot;,&quot;points&quot;:[{&quot;x&quot;:10.350598011811915,&quot;y&quot;:0},{&quot;x&quot;:-10.350598011811915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75&quot;},&quot;connectorInfo&quot;:{&quot;connectedObjects&quot;:[],&quot;type&quot;:&quot;LINE&quot;,&quot;offset&quot;:{&quot;x&quot;:0,&quot;y&quot;:0},&quot;bending&quot;:0.1,&quot;firstElementIsHead&quot;:true,&quot;customized&quot;:false}},&quot;0a7e41d2-660e-4e39-9d6b-b9ab7f5392fe&quot;:{&quot;type&quot;:&quot;FIGURE_OBJECT&quot;,&quot;id&quot;:&quot;0a7e41d2-660e-4e39-9d6b-b9ab7f5392fe&quot;,&quot;relativeTransform&quot;:{&quot;translate&quot;:{&quot;x&quot;:269.88835431217467,&quot;y&quot;:94.91946398995663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8&quot;},&quot;connectorInfo&quot;:{&quot;connectedObjects&quot;:[],&quot;type&quot;:&quot;LINE&quot;,&quot;offset&quot;:{&quot;x&quot;:0,&quot;y&quot;:0},&quot;bending&quot;:0.1,&quot;firstElementIsHead&quot;:true,&quot;customized&quot;:false}},&quot;46006b8f-4c88-4105-bdeb-8013df0386a1&quot;:{&quot;type&quot;:&quot;FIGURE_OBJECT&quot;,&quot;id&quot;:&quot;46006b8f-4c88-4105-bdeb-8013df0386a1&quot;,&quot;relativeTransform&quot;:{&quot;translate&quot;:{&quot;x&quot;:-67.77905925376835,&quot;y&quot;:-45.041079157915476},&quot;rotate&quot;:0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9b9e0192-258a-4353-ace2-899338407232&quot;,&quot;order&quot;:&quot;6&quot;}},&quot;24fde966-64d8-40a8-ac5a-b97d00e29ddb&quot;:{&quot;type&quot;:&quot;FIGURE_OBJECT&quot;,&quot;id&quot;:&quot;24fde966-64d8-40a8-ac5a-b97d00e29ddb&quot;,&quot;relativeTransform&quot;:{&quot;translate&quot;:{&quot;x&quot;:3.4908584214448584,&quot;y&quot;:-1.2382995116474245},&quot;rotate&quot;:0},&quot;opacity&quot;:1,&quot;path&quot;:{&quot;type&quot;:&quot;POLY_LINE&quot;,&quot;points&quot;:[{&quot;x&quot;:-141.98167441882583,&quot;y&quot;:28.080497724390447},{&quot;x&quot;:-124.9150470995959,&quot;y&quot;:15.660339542130872},{&quot;x&quot;:-93.13229394438183,&quot;y&quot;:-40.13003252784603},{&quot;x&quot;:-49.59253133921675,&quot;y&quot;:17.35201071188839},{&quot;x&quot;:12.408595411691335,&quot;y&quot;:20.18981298229536},{&quot;x&quot;:52.46557685094093,&quot;y&quot;:-14.582174895417065},{&quot;x&quot;:88.39417574432464,&quot;y&quot;:20.052709371433178},{&quot;x&quot;:135.71379287720288,&quot;y&quot;:27.641271458420377}],&quot;closed&quot;:false},&quot;pathStyles&quot;:[{&quot;type&quot;:&quot;FILL&quot;,&quot;fillStyle&quot;:&quot;rgba(0,0,0,0)&quot;},{&quot;type&quot;:&quot;STROKE&quot;,&quot;strokeStyle&quot;:&quot;rgba(79, 96, 156, 1)&quot;,&quot;lineWidth&quot;:3.0362282652613573,&quot;lineJoin&quot;:&quot;round&quot;}],&quot;pathSmoothing&quot;:{&quot;type&quot;:&quot;CATMULL_SMOOTHING&quot;,&quot;smoothing&quot;:0.2},&quot;isLocked&quot;:false,&quot;parent&quot;:{&quot;type&quot;:&quot;CHILD&quot;,&quot;parentId&quot;:&quot;46006b8f-4c88-4105-bdeb-8013df0386a1&quot;,&quot;order&quot;:&quot;5&quot;},&quot;connectorInfo&quot;:{&quot;connectedObjects&quot;:[],&quot;type&quot;:&quot;QUADRATIC&quot;,&quot;offset&quot;:{&quot;x&quot;:0,&quot;y&quot;:0},&quot;bending&quot;:-0.1,&quot;firstElementIsHead&quot;:true,&quot;customized&quot;:true}},&quot;dbcdd7a1-6985-47ac-93d4-411c979d7b15&quot;:{&quot;type&quot;:&quot;FIGURE_OBJECT&quot;,&quot;id&quot;:&quot;dbcdd7a1-6985-47ac-93d4-411c979d7b15&quot;,&quot;relativeTransform&quot;:{&quot;translate&quot;:{&quot;x&quot;:0,&quot;y&quot;:2.6960711798025265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46006b8f-4c88-4105-bdeb-8013df0386a1&quot;,&quot;order&quot;:&quot;2&quot;}},&quot;58f9e9a2-7c84-4230-b7c1-88218adc988e&quot;:{&quot;type&quot;:&quot;FIGURE_OBJECT&quot;,&quot;id&quot;:&quot;58f9e9a2-7c84-4230-b7c1-88218adc988e&quot;,&quot;relativeTransform&quot;:{&quot;translate&quot;:{&quot;x&quot;:0,&quot;y&quot;:31.766083563041047},&quot;rotate&quot;:0},&quot;opacity&quot;:1,&quot;path&quot;:{&quot;type&quot;:&quot;POLY_LINE&quot;,&quot;points&quot;:[{&quot;x&quot;:-138.89474975630085,&quot;y&quot;:0},{&quot;x&quot;:138.89474975630085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02&quot;}},&quot;fc9b6506-c602-4773-a6b6-8f551b30cb9f&quot;:{&quot;type&quot;:&quot;FIGURE_OBJECT&quot;,&quot;id&quot;:&quot;fc9b6506-c602-4773-a6b6-8f551b30cb9f&quot;,&quot;relativeTransform&quot;:{&quot;translate&quot;:{&quot;x&quot;:-33.42089310494606,&quot;y&quot;:23.826912791463272},&quot;rotate&quot;:0},&quot;opacity&quot;:1,&quot;path&quot;:{&quot;type&quot;:&quot;POLY_LINE&quot;,&quot;points&quot;:[{&quot;x&quot;:-21.048973061561796,&quot;y&quot;:0},{&quot;x&quot;:21.048973061561796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05&quot;}},&quot;4c312504-1dbf-431c-b21e-3b3cc4d84cb4&quot;:{&quot;type&quot;:&quot;FIGURE_OBJECT&quot;,&quot;id&quot;:&quot;4c312504-1dbf-431c-b21e-3b3cc4d84cb4&quot;,&quot;relativeTransform&quot;:{&quot;translate&quot;:{&quot;x&quot;:-81.02949826063843,&quot;y&quot;:23.826912791463272},&quot;rotate&quot;:0},&quot;opacity&quot;:1,&quot;path&quot;:{&quot;type&quot;:&quot;POLY_LINE&quot;,&quot;points&quot;:[{&quot;x&quot;:-22.253880931046847,&quot;y&quot;:0},{&quot;x&quot;:22.253880931046847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1&quot;}},&quot;291aac5e-51fd-4ede-8dc9-72c07c66e6e9&quot;:{&quot;type&quot;:&quot;FIGURE_OBJECT&quot;,&quot;id&quot;:&quot;291aac5e-51fd-4ede-8dc9-72c07c66e6e9&quot;,&quot;relativeTransform&quot;:{&quot;translate&quot;:{&quot;x&quot;:69.65738505019742,&quot;y&quot;:15.920905307970376},&quot;rotate&quot;:0},&quot;opacity&quot;:1,&quot;path&quot;:{&quot;type&quot;:&quot;POLY_LINE&quot;,&quot;points&quot;:[{&quot;x&quot;:-14.106950557494931,&quot;y&quot;:0},{&quot;x&quot;:14.106950557494931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12&quot;}},&quot;9d2283b8-1045-41a2-aa84-555d9d81b055&quot;:{&quot;type&quot;:&quot;FIGURE_OBJECT&quot;,&quot;id&quot;:&quot;9d2283b8-1045-41a2-aa84-555d9d81b055&quot;,&quot;relativeTransform&quot;:{&quot;translate&quot;:{&quot;x&quot;:41.443483935207226,&quot;y&quot;:23.826912791463272},&quot;rotate&quot;:0},&quot;opacity&quot;:1,&quot;path&quot;:{&quot;type&quot;:&quot;POLY_LINE&quot;,&quot;points&quot;:[{&quot;x&quot;:-21.42166566138125,&quot;y&quot;:0},{&quot;x&quot;:21.42166566138125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15&quot;}},&quot;523c3361-b016-4fea-9a75-5afa25e4b55f&quot;:{&quot;type&quot;:&quot;FIGURE_OBJECT&quot;,&quot;id&quot;:&quot;523c3361-b016-4fea-9a75-5afa25e4b55f&quot;,&quot;relativeTransform&quot;:{&quot;translate&quot;:{&quot;x&quot;:113.13500666839673,&quot;y&quot;:23.826912791463272},&quot;rotate&quot;:0},&quot;opacity&quot;:1,&quot;path&quot;:{&quot;type&quot;:&quot;POLY_LINE&quot;,&quot;points&quot;:[{&quot;x&quot;:-24.850889405256204,&quot;y&quot;:0},{&quot;x&quot;:24.850889405256204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2&quot;}},&quot;3d928bec-2eb9-46fe-9aa3-ae50cd985a9e&quot;:{&quot;type&quot;:&quot;FIGURE_OBJECT&quot;,&quot;id&quot;:&quot;3d928bec-2eb9-46fe-9aa3-ae50cd985a9e&quot;,&quot;relativeTransform&quot;:{&quot;translate&quot;:{&quot;x&quot;:-112.87966811510708,&quot;y&quot;:15.310960247320354},&quot;rotate&quot;:0},&quot;opacity&quot;:1,&quot;path&quot;:{&quot;type&quot;:&quot;POLY_LINE&quot;,&quot;points&quot;:[{&quot;x&quot;:-11.686207524532222,&quot;y&quot;:0},{&quot;x&quot;:11.686207524532222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22&quot;}},&quot;88bafa97-1fee-4284-85ca-f41e78d76352&quot;:{&quot;type&quot;:&quot;FIGURE_OBJECT&quot;,&quot;id&quot;:&quot;88bafa97-1fee-4284-85ca-f41e78d76352&quot;,&quot;relativeTransform&quot;:{&quot;translate&quot;:{&quot;x&quot;:-88.4835258046955,&quot;y&quot;:15.310960247320354},&quot;rotate&quot;:0},&quot;opacity&quot;:1,&quot;path&quot;:{&quot;type&quot;:&quot;POLY_LINE&quot;,&quot;points&quot;:[{&quot;x&quot;:-8.189251225224256,&quot;y&quot;:0},{&quot;x&quot;:8.189251225224256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25&quot;}},&quot;2e96f8bb-12f6-4f4c-8b1e-5b78dde6dc05&quot;:{&quot;type&quot;:&quot;FIGURE_OBJECT&quot;,&quot;id&quot;:&quot;2e96f8bb-12f6-4f4c-8b1e-5b78dde6dc05&quot;,&quot;relativeTransform&quot;:{&quot;translate&quot;:{&quot;x&quot;:-63.92698224164863,&quot;y&quot;:15.310960247320354},&quot;rotate&quot;:0},&quot;opacity&quot;:1,&quot;path&quot;:{&quot;type&quot;:&quot;POLY_LINE&quot;,&quot;points&quot;:[{&quot;x&quot;:-11.846608777167473,&quot;y&quot;:0},{&quot;x&quot;:11.846608777167473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3&quot;}},&quot;ca0e17b9-1e90-4ad6-b1d4-ec8ce33ce2d9&quot;:{&quot;type&quot;:&quot;FIGURE_OBJECT&quot;,&quot;id&quot;:&quot;ca0e17b9-1e90-4ad6-b1d4-ec8ce33ce2d9&quot;,&quot;relativeTransform&quot;:{&quot;translate&quot;:{&quot;x&quot;:-118.0832325786749,&quot;y&quot;:23.826912791463272},&quot;rotate&quot;:0},&quot;opacity&quot;:1,&quot;path&quot;:{&quot;type&quot;:&quot;POLY_LINE&quot;,&quot;points&quot;:[{&quot;x&quot;:-10.279169826334664,&quot;y&quot;:0},{&quot;x&quot;:10.279169826334664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35&quot;}},&quot;1cbe7718-fe82-4652-bfbd-17b4c660c898&quot;:{&quot;type&quot;:&quot;FIGURE_OBJECT&quot;,&quot;id&quot;:&quot;1cbe7718-fe82-4652-bfbd-17b4c660c898&quot;,&quot;relativeTransform&quot;:{&quot;translate&quot;:{&quot;x&quot;:-90.82672332377064,&quot;y&quot;:-4.03281960897152},&quot;rotate&quot;:0},&quot;opacity&quot;:1,&quot;path&quot;:{&quot;type&quot;:&quot;POLY_LINE&quot;,&quot;points&quot;:[{&quot;x&quot;:22.253880931046847,&quot;y&quot;:0},{&quot;x&quot;:-22.253880931046847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4&quot;}},&quot;525afdaf-45cd-492f-99f0-986fd1493994&quot;:{&quot;type&quot;:&quot;FIGURE_OBJECT&quot;,&quot;id&quot;:&quot;525afdaf-45cd-492f-99f0-986fd1493994&quot;,&quot;relativeTransform&quot;:{&quot;translate&quot;:{&quot;x&quot;:-71.55034175537003,&quot;y&quot;:4.483132935171397},&quot;rotate&quot;:0},&quot;opacity&quot;:1,&quot;path&quot;:{&quot;type&quot;:&quot;POLY_LINE&quot;,&quot;points&quot;:[{&quot;x&quot;:11.686207524532222,&quot;y&quot;:0},{&quot;x&quot;:-11.686207524532222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5&quot;}},&quot;70cea851-3cae-4e85-9dcf-26254e264dbc&quot;:{&quot;type&quot;:&quot;FIGURE_OBJECT&quot;,&quot;id&quot;:&quot;70cea851-3cae-4e85-9dcf-26254e264dbc&quot;,&quot;relativeTransform&quot;:{&quot;translate&quot;:{&quot;x&quot;:-106.73173569646845,&quot;y&quot;:4.483132935171397},&quot;rotate&quot;:0},&quot;opacity&quot;:1,&quot;path&quot;:{&quot;type&quot;:&quot;POLY_LINE&quot;,&quot;points&quot;:[{&quot;x&quot;:11.846608777167473,&quot;y&quot;:0},{&quot;x&quot;:-11.846608777167473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52&quot;}},&quot;6af525d8-ae21-45ce-8c82-2adda7ba95fb&quot;:{&quot;type&quot;:&quot;FIGURE_OBJECT&quot;,&quot;id&quot;:&quot;6af525d8-ae21-45ce-8c82-2adda7ba95fb&quot;,&quot;relativeTransform&quot;:{&quot;translate&quot;:{&quot;x&quot;:-87.82002218170943,&quot;y&quot;:-13.64116949527817},&quot;rotate&quot;:0},&quot;opacity&quot;:1,&quot;path&quot;:{&quot;type&quot;:&quot;POLY_LINE&quot;,&quot;points&quot;:[{&quot;x&quot;:-11.846608777167473,&quot;y&quot;:0},{&quot;x&quot;:11.846608777167473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55&quot;}},&quot;603da382-2faf-4989-bf82-aa13e9c42a7e&quot;:{&quot;type&quot;:&quot;FIGURE_OBJECT&quot;,&quot;id&quot;:&quot;603da382-2faf-4989-bf82-aa13e9c42a7e&quot;,&quot;relativeTransform&quot;:{&quot;translate&quot;:{&quot;x&quot;:-89.64143552293696,&quot;y&quot;:-22.800056375855288},&quot;rotate&quot;:0},&quot;opacity&quot;:1,&quot;path&quot;:{&quot;type&quot;:&quot;POLY_LINE&quot;,&quot;points&quot;:[{&quot;x&quot;:-10.449593005551822,&quot;y&quot;:0},{&quot;x&quot;:10.449593005551822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6&quot;}},&quot;649ded83-e4cf-47c1-9257-9f07e1a3aabf&quot;:{&quot;type&quot;:&quot;FIGURE_OBJECT&quot;,&quot;id&quot;:&quot;649ded83-e4cf-47c1-9257-9f07e1a3aabf&quot;,&quot;relativeTransform&quot;:{&quot;translate&quot;:{&quot;x&quot;:75.57498956924131,&quot;y&quot;:23.826912791463272},&quot;rotate&quot;:0},&quot;opacity&quot;:1,&quot;path&quot;:{&quot;type&quot;:&quot;POLY_LINE&quot;,&quot;points&quot;:[{&quot;x&quot;:-8.189251225224256,&quot;y&quot;:0},{&quot;x&quot;:8.189251225224256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62&quot;}},&quot;9ab5b097-d6f6-4f15-a1fa-e1940dbdd0db&quot;:{&quot;type&quot;:&quot;FIGURE_OBJECT&quot;,&quot;id&quot;:&quot;9ab5b097-d6f6-4f15-a1fa-e1940dbdd0db&quot;,&quot;relativeTransform&quot;:{&quot;translate&quot;:{&quot;x&quot;:36.92299000100575,&quot;y&quot;:15.920905307970376},&quot;rotate&quot;:0},&quot;opacity&quot;:1,&quot;path&quot;:{&quot;type&quot;:&quot;POLY_LINE&quot;,&quot;points&quot;:[{&quot;x&quot;:-14.106950557494931,&quot;y&quot;:0},{&quot;x&quot;:14.106950557494931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65&quot;}},&quot;b8388d29-fe06-490d-8a68-50572375cdcf&quot;:{&quot;type&quot;:&quot;FIGURE_OBJECT&quot;,&quot;id&quot;:&quot;b8388d29-fe06-490d-8a68-50572375cdcf&quot;,&quot;relativeTransform&quot;:{&quot;translate&quot;:{&quot;x&quot;:41.44348393520733,&quot;y&quot;:8.477982865037905},&quot;rotate&quot;:0},&quot;opacity&quot;:1,&quot;path&quot;:{&quot;type&quot;:&quot;POLY_LINE&quot;,&quot;points&quot;:[{&quot;x&quot;:-14.106950557494931,&quot;y&quot;:0},{&quot;x&quot;:14.106950557494931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7&quot;}},&quot;31e0a29e-1fce-46bc-990c-f99580065b02&quot;:{&quot;type&quot;:&quot;FIGURE_OBJECT&quot;,&quot;id&quot;:&quot;31e0a29e-1fce-46bc-990c-f99580065b02&quot;,&quot;relativeTransform&quot;:{&quot;translate&quot;:{&quot;x&quot;:69.66309783009831,&quot;y&quot;:8.477982865037905},&quot;rotate&quot;:0},&quot;opacity&quot;:1,&quot;path&quot;:{&quot;type&quot;:&quot;POLY_LINE&quot;,&quot;points&quot;:[{&quot;x&quot;:-8.887866834620027,&quot;y&quot;:0},{&quot;x&quot;:8.887866834620027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72&quot;}},&quot;e2331caa-93b0-4847-bc44-0afc1cfc61fb&quot;:{&quot;type&quot;:&quot;FIGURE_OBJECT&quot;,&quot;id&quot;:&quot;e2331caa-93b0-4847-bc44-0afc1cfc61fb&quot;,&quot;relativeTransform&quot;:{&quot;translate&quot;:{&quot;x&quot;:53.46051589159208,&quot;y&quot;:0.5719753815447801},&quot;rotate&quot;:0},&quot;opacity&quot;:1,&quot;path&quot;:{&quot;type&quot;:&quot;POLY_LINE&quot;,&quot;points&quot;:[{&quot;x&quot;:-18.80926740999324,&quot;y&quot;:0},{&quot;x&quot;:18.80926740999324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75&quot;}},&quot;95a06921-faf1-4d10-be2a-21217e7becbc&quot;:{&quot;type&quot;:&quot;FIGURE_OBJECT&quot;,&quot;id&quot;:&quot;95a06921-faf1-4d10-be2a-21217e7becbc&quot;,&quot;relativeTransform&quot;:{&quot;translate&quot;:{&quot;x&quot;:58.16283274409038,&quot;y&quot;:-6.870967142035978},&quot;rotate&quot;:0},&quot;opacity&quot;:1,&quot;path&quot;:{&quot;type&quot;:&quot;POLY_LINE&quot;,&quot;points&quot;:[{&quot;x&quot;:-14.106950557494931,&quot;y&quot;:0},{&quot;x&quot;:14.106950557494931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8&quot;}},&quot;fcd47a15-db1b-4f99-80aa-f9439d653cd8&quot;:{&quot;type&quot;:&quot;FIGURE_OBJECT&quot;,&quot;id&quot;:&quot;fcd47a15-db1b-4f99-80aa-f9439d653cd8&quot;,&quot;relativeTransform&quot;:{&quot;translate&quot;:{&quot;x&quot;:4.314209256975107,&quot;y&quot;:23.826912791463272},&quot;rotate&quot;:0},&quot;opacity&quot;:1,&quot;path&quot;:{&quot;type&quot;:&quot;POLY_LINE&quot;,&quot;points&quot;:[{&quot;x&quot;:-11.401907067734273,&quot;y&quot;:0},{&quot;x&quot;:11.401907067734273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85&quot;}},&quot;c3fe122e-0106-478a-aad6-08ac8d7db9ba&quot;:{&quot;type&quot;:&quot;FIGURE_OBJECT&quot;,&quot;id&quot;:&quot;c3fe122e-0106-478a-aad6-08ac8d7db9ba&quot;,&quot;relativeTransform&quot;:{&quot;translate&quot;:{&quot;x&quot;:-88.48362061792204,&quot;y&quot;:-31.766083563040826},&quot;rotate&quot;:0},&quot;opacity&quot;:1,&quot;path&quot;:{&quot;type&quot;:&quot;POLY_LINE&quot;,&quot;points&quot;:[{&quot;x&quot;:-8.189251225224256,&quot;y&quot;:0},{&quot;x&quot;:8.189251225224256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9&quot;}},&quot;925a762d-b0c0-4a11-9f7a-0b6a7bf3cd27&quot;:{&quot;relativeTransform&quot;:{&quot;translate&quot;:{&quot;x&quot;:81.31176321837532,&quot;y&quot;:-52.35191670609808},&quot;rotate&quot;:0,&quot;skewX&quot;:0,&quot;scale&quot;:{&quot;x&quot;:1,&quot;y&quot;:1}},&quot;type&quot;:&quot;FIGURE_OBJECT&quot;,&quot;id&quot;:&quot;925a762d-b0c0-4a11-9f7a-0b6a7bf3cd27&quot;,&quot;parent&quot;:{&quot;type&quot;:&quot;CHILD&quot;,&quot;parentId&quot;:&quot;9b9e0192-258a-4353-ace2-899338407232&quot;,&quot;order&quot;:&quot;8&quot;},&quot;name&quot;:&quot;Nanopore sequencing (simple)&quot;,&quot;displayName&quot;:&quot;Nanopore sequencing (simple)&quot;,&quot;source&quot;:{&quot;id&quot;:&quot;632a23fa6964157864432005&quot;,&quot;type&quot;:&quot;ASSETS&quot;},&quot;isPremium&quot;:true},&quot;21e887e1-86c9-48d8-912c-91224eed7311&quot;:{&quot;type&quot;:&quot;FIGURE_OBJECT&quot;,&quot;id&quot;:&quot;21e887e1-86c9-48d8-912c-91224eed7311&quot;,&quot;name&quot;:&quot;Nanopore&quot;,&quot;relativeTransform&quot;:{&quot;translate&quot;:{&quot;x&quot;:96.19126061713382,&quot;y&quot;:22.311387453069063},&quot;rotate&quot;:0.012862993320372756,&quot;skewX&quot;:0.016243903900101744,&quot;scale&quot;:{&quot;x&quot;:0.10448823437836642,&quot;y&quot;:0.08753049950243647}},&quot;opacity&quot;:1,&quot;image&quot;:{&quot;url&quot;:&quot;https://icons.biorender.com/biorender/5e56c8144b682f00285fd2ed/nanopore.png&quot;,&quot;fallbackUrl&quot;:&quot;https://res.cloudinary.com/dlcjuc3ej/image/upload/v1582745615/xcbqceygzj4bvzmc0qj6.svg#/keystone/api/icons/5e56c8144b682f00285fd2ed/nanopore.svg&quot;,&quot;size&quot;:{&quot;x&quot;:415,&quot;y&quot;:609},&quot;isPremium&quot;:false,&quot;isPacked&quot;:true},&quot;source&quot;:{&quot;id&quot;:&quot;5e56c7724b682f00285fd2d7&quot;,&quot;type&quot;:&quot;ASSETS&quot;},&quot;pathStyles&quot;:[{&quot;type&quot;:&quot;FILL&quot;,&quot;fillStyle&quot;:&quot;rgb(0,0,0)&quot;}],&quot;isLocked&quot;:false,&quot;parent&quot;:{&quot;type&quot;:&quot;CHILD&quot;,&quot;parentId&quot;:&quot;925a762d-b0c0-4a11-9f7a-0b6a7bf3cd27&quot;,&quot;order&quot;:&quot;1&quot;}},&quot;a672bac4-3880-4bc4-856f-82deda84bb87&quot;:{&quot;type&quot;:&quot;FIGURE_OBJECT&quot;,&quot;id&quot;:&quot;a672bac4-3880-4bc4-856f-82deda84bb87&quot;,&quot;name&quot;:&quot;Nanopore (unwinding enzyme)&quot;,&quot;relativeTransform&quot;:{&quot;translate&quot;:{&quot;x&quot;:95.98268468213261,&quot;y&quot;:-9.57568730688443},&quot;rotate&quot;:0.012862993320372737,&quot;skewX&quot;:0.0210185522466482,&quot;scale&quot;:{&quot;x&quot;:0.1073539724929873,&quot;y&quot;:0.11637194230426175}},&quot;opacity&quot;:1,&quot;image&quot;:{&quot;url&quot;:&quot;https://icons.biorender.com/biorender/5e56c89f4b682f00285fd2f2/nanopore-unwinding-enzyme.png&quot;,&quot;fallbackUrl&quot;:&quot;https://res.cloudinary.com/dlcjuc3ej/image/upload/v1582745754/onxnd17agiv4nme8witv.svg#/keystone/api/icons/5e56c89f4b682f00285fd2f2/nanopore-unwinding-enzyme.svg&quot;,&quot;size&quot;:{&quot;x&quot;:335,&quot;y&quot;:244},&quot;isPremium&quot;:false,&quot;isPacked&quot;:true},&quot;source&quot;:{&quot;id&quot;:&quot;5e56c8154b682f00285fd2ee&quot;,&quot;type&quot;:&quot;ASSETS&quot;},&quot;pathStyles&quot;:[{&quot;type&quot;:&quot;FILL&quot;,&quot;fillStyle&quot;:&quot;rgb(0,0,0)&quot;}],&quot;isLocked&quot;:false,&quot;parent&quot;:{&quot;type&quot;:&quot;CHILD&quot;,&quot;parentId&quot;:&quot;925a762d-b0c0-4a11-9f7a-0b6a7bf3cd27&quot;,&quot;order&quot;:&quot;2&quot;}},&quot;7c402725-95f0-4be5-a7ec-ca84bf8058f5&quot;:{&quot;type&quot;:&quot;FIGURE_OBJECT&quot;,&quot;id&quot;:&quot;7c402725-95f0-4be5-a7ec-ca84bf8058f5&quot;,&quot;parent&quot;:{&quot;type&quot;:&quot;CHILD&quot;,&quot;parentId&quot;:&quot;925a762d-b0c0-4a11-9f7a-0b6a7bf3cd27&quot;,&quot;order&quot;:&quot;6&quot;},&quot;relativeTransform&quot;:{&quot;translate&quot;:{&quot;x&quot;:0,&quot;y&quot;:0},&quot;rotate&quot;:0}},&quot;a73a0a6d-c8b8-474a-bfdb-23e9452dd111&quot;:{&quot;type&quot;:&quot;FIGURE_OBJECT&quot;,&quot;id&quot;:&quot;a73a0a6d-c8b8-474a-bfdb-23e9452dd111&quot;,&quot;name&quot;:&quot;Nanopore (DNA)&quot;,&quot;relativeTransform&quot;:{&quot;translate&quot;:{&quot;x&quot;:101.09509640210425,&quot;y&quot;:19.32207307165895},&quot;rotate&quot;:0,&quot;skewX&quot;:0,&quot;scale&quot;:{&quot;x&quot;:0.19070661868190478,&quot;y&quot;:0.1907066186819047}},&quot;opacity&quot;:1,&quot;image&quot;:{&quot;url&quot;:&quot;https://icons.biorender.com/biorender/5e56c8f14b682f00285fd315/nanopore-dna.png&quot;,&quot;fallbackUrl&quot;:&quot;https://res.cloudinary.com/dlcjuc3ej/image/upload/v1582745837/to7itoofhajwco9wslh9.svg#/keystone/api/icons/5e56c8f14b682f00285fd315/nanopore-dna.svg&quot;,&quot;size&quot;:{&quot;x&quot;:888,&quot;y&quot;:1048},&quot;isPremium&quot;:false,&quot;isPacked&quot;:true},&quot;source&quot;:{&quot;id&quot;:&quot;5e56c8a04b682f00285fd307&quot;,&quot;type&quot;:&quot;ASSETS&quot;},&quot;pathStyles&quot;:[{&quot;type&quot;:&quot;FILL&quot;,&quot;fillStyle&quot;:&quot;rgb(0,0,0)&quot;}],&quot;isLocked&quot;:false,&quot;parent&quot;:{&quot;type&quot;:&quot;CHILD&quot;,&quot;parentId&quot;:&quot;7c402725-95f0-4be5-a7ec-ca84bf8058f5&quot;,&quot;order&quot;:&quot;5&quot;}},&quot;93799808-0cd9-4dad-8ecd-70e04a2b4f94&quot;:{&quot;type&quot;:&quot;FIGURE_OBJECT&quot;,&quot;id&quot;:&quot;93799808-0cd9-4dad-8ecd-70e04a2b4f94&quot;,&quot;parent&quot;:{&quot;type&quot;:&quot;CROP&quot;,&quot;parentId&quot;:&quot;7c402725-95f0-4be5-a7ec-ca84bf8058f5&quot;,&quot;order&quot;:&quot;5&quot;},&quot;relativeTransform&quot;:{&quot;translate&quot;:{&quot;x&quot;:102.58804030216638,&quot;y&quot;:3.5606991681775635},&quot;rotate&quot;:0,&quot;skewX&quot;:0,&quot;scale&quot;:{&quot;x&quot;:68.38367319056461,&quot;y&quot;:63.6021055590126}},&quot;path&quot;:{&quot;type&quot;:&quot;RECT&quot;,&quot;size&quot;:{&quot;x&quot;:2,&quot;y&quot;:2}},&quot;pathStyles&quot;:[{&quot;type&quot;:&quot;FILL&quot;,&quot;fillStyle&quot;:&quot;#fff&quot;}],&quot;isFrozen&quot;:true},&quot;e5fefa91-cb21-45fb-adb3-50768a9964c5&quot;:{&quot;type&quot;:&quot;FIGURE_OBJECT&quot;,&quot;id&quot;:&quot;e5fefa91-cb21-45fb-adb3-50768a9964c5&quot;,&quot;relativeTransform&quot;:{&quot;translate&quot;:{&quot;x&quot;:67.1176531222687,&quot;y&quot;:-84.86374213048548},&quot;rotate&quot;:0},&quot;layout&quot;:{&quot;sizeRatio&quot;:{&quot;x&quot;:0.88,&quot;y&quot;:0.88},&quot;keepAspectRatio&quot;:false},&quot;opacity&quot;:1,&quot;path&quot;:{&quot;type&quot;:&quot;RECT&quot;,&quot;size&quot;:{&quot;x&quot;:52.3898640523155,&quot;y&quot;:17.045454545454547},&quot;cornerRounding&quot;:{&quot;type&quot;:&quot;ARC_LENGTH&quot;,&quot;global&quot;:0}},&quot;pathStyles&quot;:[{&quot;type&quot;:&quot;FILL&quot;,&quot;fillStyle&quot;:&quot;rgba(216, 240, 246, 1)&quot;},{&quot;type&quot;:&quot;STROKE&quot;,&quot;strokeStyle&quot;:&quot;rgba(48, 110, 128, 1)&quot;,&quot;lineWidth&quot;:0.7395512418615802,&quot;lineJoin&quot;:&quot;round&quot;}],&quot;isLocked&quot;:false,&quot;parent&quot;:{&quot;type&quot;:&quot;CHILD&quot;,&quot;parentId&quot;:&quot;b932121b-e66f-43b0-947c-a731f73ab320&quot;,&quot;order&quot;:&quot;8&quot;}},&quot;1ea6b75d-28d2-4efc-b135-35c708aa22e9&quot;:{&quot;type&quot;:&quot;FIGURE_OBJECT&quot;,&quot;id&quot;:&quot;1ea6b75d-28d2-4efc-b135-35c708aa22e9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12.58383924308821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46.10308036603764,&quot;y&quot;:15},&quot;targetSize&quot;:{&quot;x&quot;:46.10308036603764,&quot;y&quot;:2},&quot;format&quot;:&quot;BETTER_TEXT&quot;,&quot;verticalAlign&quot;:&quot;TOP&quot;},&quot;parent&quot;:{&quot;type&quot;:&quot;CHILD&quot;,&quot;parentId&quot;:&quot;e5fefa91-cb21-45fb-adb3-50768a9964c5&quot;,&quot;order&quot;:&quot;5&quot;}}}}"/>
  <p:tag name="TRANSPARENTBACKGROUND" val="false"/>
  <p:tag name="VERSION" val="1776176742879"/>
  <p:tag name="TITLE" val="seq_image"/>
  <p:tag name="CREATORNAME" val="Beatriz Fernandez"/>
  <p:tag name="DATEINSERTED" val="177617691168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de5100be94156bf77f4c44"/>
  <p:tag name="BIOJSON" val="{&quot;id&quot;:&quot;88372c26-2253-4046-919a-7a24662373cb&quot;,&quot;objects&quot;:{&quot;88372c26-2253-4046-919a-7a24662373cb&quot;:{&quot;id&quot;:&quot;88372c26-2253-4046-919a-7a24662373cb&quot;,&quot;type&quot;:&quot;FIGURE_OBJECT&quot;,&quot;document&quot;:{&quot;type&quot;:&quot;DOCUMENT_GROUP&quot;,&quot;canvasType&quot;:&quot;FIGURE&quot;,&quot;units&quot;:&quot;in&quot;}},&quot;d4c5bb83-5440-4b10-9ed5-a9ab55184f19&quot;:{&quot;id&quot;:&quot;d4c5bb83-5440-4b10-9ed5-a9ab55184f19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88372c26-2253-4046-919a-7a24662373cb&quot;,&quot;type&quot;:&quot;FRAME&quot;,&quot;order&quot;:&quot;5&quot;}},&quot;bf0613c7-bc0b-4d53-959f-ca93202df818&quot;:{&quot;id&quot;:&quot;bf0613c7-bc0b-4d53-959f-ca93202df818&quot;,&quot;type&quot;:&quot;FIGURE_OBJECT&quot;,&quot;document&quot;:{&quot;type&quot;:&quot;FIGURE&quot;,&quot;canvasType&quot;:&quot;FIGURE&quot;,&quot;units&quot;:&quot;in&quot;},&quot;parent&quot;:{&quot;parentId&quot;:&quot;88372c26-2253-4046-919a-7a24662373cb&quot;,&quot;type&quot;:&quot;DOCUMENT&quot;,&quot;order&quot;:&quot;5&quot;}},&quot;80d132b1-5867-4b5e-bb46-0d6ef04ea2fe&quot;:{&quot;id&quot;:&quot;80d132b1-5867-4b5e-bb46-0d6ef04ea2fe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bf0613c7-bc0b-4d53-959f-ca93202df818&quot;,&quot;order&quot;:&quot;5&quot;}},&quot;0b883e53-d308-445a-96e1-020e21d85a79&quot;:{&quot;id&quot;:&quot;0b883e53-d308-445a-96e1-020e21d85a79&quot;,&quot;type&quot;:&quot;FIGURE_OBJECT&quot;,&quot;guide&quot;:{&quot;type&quot;:&quot;GRID&quot;,&quot;distance&quot;:0.5,&quot;units&quot;:&quot;in&quot;},&quot;parent&quot;:{&quot;parentId&quot;:&quot;88372c26-2253-4046-919a-7a24662373cb&quot;,&quot;type&quot;:&quot;GUIDE&quot;,&quot;order&quot;:&quot;5&quot;}},&quot;44a1297f-c512-43e4-91e4-2ce1dcc52146&quot;:{&quot;id&quot;:&quot;44a1297f-c512-43e4-91e4-2ce1dcc52146&quot;,&quot;name&quot;:&quot;Lymphocyte (T-cell)&quot;,&quot;displayName&quot;:&quot;T-cell&quot;,&quot;type&quot;:&quot;FIGURE_OBJECT&quot;,&quot;relativeTransform&quot;:{&quot;translate&quot;:{&quot;x&quot;:-332.125335929738,&quot;y&quot;:-65.34094715932176},&quot;rotate&quot;:0,&quot;skewX&quot;:0,&quot;scale&quot;:{&quot;x&quot;:1.9304788848816123,&quot;y&quot;:1.9304788848816123}},&quot;image&quot;:{&quot;url&quot;:&quot;https://icons.cdn.biorender.com/biorender/61533259e75ac20029699c0c/61532fe8e75ac20029699b8c.png&quot;,&quot;isPremium&quot;:false,&quot;isOrgIcon&quot;:false,&quot;size&quot;:{&quot;x&quot;:100,&quot;y&quot;:102.83687943262412},&quot;fallbackUrl&quot;:&quot;sources/icons/61533259e75ac20029699c0c/61532fe8e75ac20029699b8c.svg&quot;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5&quot;}},&quot;4189d661-2fba-4111-bbc9-62b78b5dece9&quot;:{&quot;id&quot;:&quot;4189d661-2fba-4111-bbc9-62b78b5dece9&quot;,&quot;name&quot;:&quot;Lymphocyte (T-cell)&quot;,&quot;displayName&quot;:&quot;T-cell&quot;,&quot;type&quot;:&quot;FIGURE_OBJECT&quot;,&quot;relativeTransform&quot;:{&quot;translate&quot;:{&quot;x&quot;:-117.08059937351851,&quot;y&quot;:-65.34066644232013},&quot;rotate&quot;:0,&quot;skewX&quot;:0,&quot;scale&quot;:{&quot;x&quot;:1.9304788848816123,&quot;y&quot;:1.9304788848816123}},&quot;image&quot;:{&quot;url&quot;:&quot;https://icons.cdn.biorender.com/biorender/61532fe8e75ac20029699b8c/20210928151717/image/61532fe8e75ac20029699b8c.png&quot;,&quot;isPremium&quot;:false,&quot;isOrgIcon&quot;:false,&quot;size&quot;:{&quot;x&quot;:100,&quot;y&quot;:102.83687943262412}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7&quot;}},&quot;0bf65e8e-aa97-400d-96de-e6cdd2f77b45&quot;:{&quot;id&quot;:&quot;0bf65e8e-aa97-400d-96de-e6cdd2f77b45&quot;,&quot;name&quot;:&quot;Lymphocyte (T-cell)&quot;,&quot;displayName&quot;:&quot;T-cell&quot;,&quot;type&quot;:&quot;FIGURE_OBJECT&quot;,&quot;relativeTransform&quot;:{&quot;translate&quot;:{&quot;x&quot;:111.63378628644881,&quot;y&quot;:-65.34094715932176},&quot;rotate&quot;:0,&quot;skewX&quot;:0,&quot;scale&quot;:{&quot;x&quot;:1.9304788848816123,&quot;y&quot;:1.9304788848816123}},&quot;image&quot;:{&quot;url&quot;:&quot;https://icons.cdn.biorender.com/biorender/61533248e75ac20029699c02/61532fe8e75ac20029699b8c.png&quot;,&quot;isPremium&quot;:false,&quot;isOrgIcon&quot;:false,&quot;size&quot;:{&quot;x&quot;:100,&quot;y&quot;:102.83687943262412},&quot;fallbackUrl&quot;:&quot;sources/icons/61533248e75ac20029699c02/61532fe8e75ac20029699b8c.svg&quot;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8&quot;}},&quot;adf22e99-3051-419c-9494-5ccd36af0fa6&quot;:{&quot;id&quot;:&quot;adf22e99-3051-419c-9494-5ccd36af0fa6&quot;,&quot;name&quot;:&quot;Lymphocyte (T-cell)&quot;,&quot;displayName&quot;:&quot;T-cell&quot;,&quot;type&quot;:&quot;FIGURE_OBJECT&quot;,&quot;relativeTransform&quot;:{&quot;translate&quot;:{&quot;x&quot;:340.34810176716576,&quot;y&quot;:-65.34070153194534},&quot;rotate&quot;:0,&quot;skewX&quot;:0,&quot;scale&quot;:{&quot;x&quot;:1.9304788848816123,&quot;y&quot;:1.9304788848816123}},&quot;image&quot;:{&quot;url&quot;:&quot;https://icons.cdn.biorender.com/biorender/61533248e75ac20029699c05/61532fe8e75ac20029699b8c.png&quot;,&quot;isPremium&quot;:false,&quot;isOrgIcon&quot;:false,&quot;size&quot;:{&quot;x&quot;:100,&quot;y&quot;:102.83687943262412},&quot;fallbackUrl&quot;:&quot;sources/icons/61533248e75ac20029699c05/61532fe8e75ac20029699b8c.svg&quot;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9&quot;}}}}"/>
  <p:tag name="TRANSPARENTBACKGROUND" val="false"/>
  <p:tag name="VERSION" val="1776177495133"/>
  <p:tag name="TITLE" val="Untitled"/>
  <p:tag name="CREATORNAME" val="Beatriz Fernandez"/>
  <p:tag name="DATEINSERTED" val="177617751522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de5100be94156bf77f4c44"/>
  <p:tag name="BIOJSON" val="{&quot;id&quot;:&quot;88372c26-2253-4046-919a-7a24662373cb&quot;,&quot;objects&quot;:{&quot;88372c26-2253-4046-919a-7a24662373cb&quot;:{&quot;id&quot;:&quot;88372c26-2253-4046-919a-7a24662373cb&quot;,&quot;type&quot;:&quot;FIGURE_OBJECT&quot;,&quot;document&quot;:{&quot;type&quot;:&quot;DOCUMENT_GROUP&quot;,&quot;canvasType&quot;:&quot;FIGURE&quot;,&quot;units&quot;:&quot;in&quot;}},&quot;d4c5bb83-5440-4b10-9ed5-a9ab55184f19&quot;:{&quot;id&quot;:&quot;d4c5bb83-5440-4b10-9ed5-a9ab55184f19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88372c26-2253-4046-919a-7a24662373cb&quot;,&quot;type&quot;:&quot;FRAME&quot;,&quot;order&quot;:&quot;5&quot;}},&quot;bf0613c7-bc0b-4d53-959f-ca93202df818&quot;:{&quot;id&quot;:&quot;bf0613c7-bc0b-4d53-959f-ca93202df818&quot;,&quot;type&quot;:&quot;FIGURE_OBJECT&quot;,&quot;document&quot;:{&quot;type&quot;:&quot;FIGURE&quot;,&quot;canvasType&quot;:&quot;FIGURE&quot;,&quot;units&quot;:&quot;in&quot;},&quot;parent&quot;:{&quot;parentId&quot;:&quot;88372c26-2253-4046-919a-7a24662373cb&quot;,&quot;type&quot;:&quot;DOCUMENT&quot;,&quot;order&quot;:&quot;5&quot;}},&quot;80d132b1-5867-4b5e-bb46-0d6ef04ea2fe&quot;:{&quot;id&quot;:&quot;80d132b1-5867-4b5e-bb46-0d6ef04ea2fe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bf0613c7-bc0b-4d53-959f-ca93202df818&quot;,&quot;order&quot;:&quot;5&quot;}},&quot;0b883e53-d308-445a-96e1-020e21d85a79&quot;:{&quot;id&quot;:&quot;0b883e53-d308-445a-96e1-020e21d85a79&quot;,&quot;type&quot;:&quot;FIGURE_OBJECT&quot;,&quot;guide&quot;:{&quot;type&quot;:&quot;GRID&quot;,&quot;distance&quot;:0.5,&quot;units&quot;:&quot;in&quot;},&quot;parent&quot;:{&quot;parentId&quot;:&quot;88372c26-2253-4046-919a-7a24662373cb&quot;,&quot;type&quot;:&quot;GUIDE&quot;,&quot;order&quot;:&quot;5&quot;}},&quot;44a1297f-c512-43e4-91e4-2ce1dcc52146&quot;:{&quot;id&quot;:&quot;44a1297f-c512-43e4-91e4-2ce1dcc52146&quot;,&quot;name&quot;:&quot;Lymphocyte (T-cell)&quot;,&quot;displayName&quot;:&quot;T-cell&quot;,&quot;type&quot;:&quot;FIGURE_OBJECT&quot;,&quot;relativeTransform&quot;:{&quot;translate&quot;:{&quot;x&quot;:-332.125335929738,&quot;y&quot;:-65.34094715932176},&quot;rotate&quot;:0,&quot;skewX&quot;:0,&quot;scale&quot;:{&quot;x&quot;:1.9304788848816123,&quot;y&quot;:1.9304788848816123}},&quot;image&quot;:{&quot;url&quot;:&quot;https://icons.cdn.biorender.com/biorender/61533259e75ac20029699c0c/61532fe8e75ac20029699b8c.png&quot;,&quot;isPremium&quot;:false,&quot;isOrgIcon&quot;:false,&quot;size&quot;:{&quot;x&quot;:100,&quot;y&quot;:102.83687943262412},&quot;fallbackUrl&quot;:&quot;sources/icons/61533259e75ac20029699c0c/61532fe8e75ac20029699b8c.svg&quot;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5&quot;}},&quot;4189d661-2fba-4111-bbc9-62b78b5dece9&quot;:{&quot;id&quot;:&quot;4189d661-2fba-4111-bbc9-62b78b5dece9&quot;,&quot;name&quot;:&quot;Lymphocyte (T-cell)&quot;,&quot;displayName&quot;:&quot;T-cell&quot;,&quot;type&quot;:&quot;FIGURE_OBJECT&quot;,&quot;relativeTransform&quot;:{&quot;translate&quot;:{&quot;x&quot;:-117.08059937351851,&quot;y&quot;:-65.34066644232013},&quot;rotate&quot;:0,&quot;skewX&quot;:0,&quot;scale&quot;:{&quot;x&quot;:1.9304788848816123,&quot;y&quot;:1.9304788848816123}},&quot;image&quot;:{&quot;url&quot;:&quot;https://icons.cdn.biorender.com/biorender/61532fe8e75ac20029699b8c/20210928151717/image/61532fe8e75ac20029699b8c.png&quot;,&quot;isPremium&quot;:false,&quot;isOrgIcon&quot;:false,&quot;size&quot;:{&quot;x&quot;:100,&quot;y&quot;:102.83687943262412}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7&quot;}},&quot;0bf65e8e-aa97-400d-96de-e6cdd2f77b45&quot;:{&quot;id&quot;:&quot;0bf65e8e-aa97-400d-96de-e6cdd2f77b45&quot;,&quot;name&quot;:&quot;Lymphocyte (T-cell)&quot;,&quot;displayName&quot;:&quot;T-cell&quot;,&quot;type&quot;:&quot;FIGURE_OBJECT&quot;,&quot;relativeTransform&quot;:{&quot;translate&quot;:{&quot;x&quot;:111.63378628644881,&quot;y&quot;:-65.34094715932176},&quot;rotate&quot;:0,&quot;skewX&quot;:0,&quot;scale&quot;:{&quot;x&quot;:1.9304788848816123,&quot;y&quot;:1.9304788848816123}},&quot;image&quot;:{&quot;url&quot;:&quot;https://icons.cdn.biorender.com/biorender/61533248e75ac20029699c02/61532fe8e75ac20029699b8c.png&quot;,&quot;isPremium&quot;:false,&quot;isOrgIcon&quot;:false,&quot;size&quot;:{&quot;x&quot;:100,&quot;y&quot;:102.83687943262412},&quot;fallbackUrl&quot;:&quot;sources/icons/61533248e75ac20029699c02/61532fe8e75ac20029699b8c.svg&quot;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8&quot;}},&quot;adf22e99-3051-419c-9494-5ccd36af0fa6&quot;:{&quot;id&quot;:&quot;adf22e99-3051-419c-9494-5ccd36af0fa6&quot;,&quot;name&quot;:&quot;Lymphocyte (T-cell)&quot;,&quot;displayName&quot;:&quot;T-cell&quot;,&quot;type&quot;:&quot;FIGURE_OBJECT&quot;,&quot;relativeTransform&quot;:{&quot;translate&quot;:{&quot;x&quot;:340.34810176716576,&quot;y&quot;:-65.34070153194534},&quot;rotate&quot;:0,&quot;skewX&quot;:0,&quot;scale&quot;:{&quot;x&quot;:1.9304788848816123,&quot;y&quot;:1.9304788848816123}},&quot;image&quot;:{&quot;url&quot;:&quot;https://icons.cdn.biorender.com/biorender/61533248e75ac20029699c05/61532fe8e75ac20029699b8c.png&quot;,&quot;isPremium&quot;:false,&quot;isOrgIcon&quot;:false,&quot;size&quot;:{&quot;x&quot;:100,&quot;y&quot;:102.83687943262412},&quot;fallbackUrl&quot;:&quot;sources/icons/61533248e75ac20029699c05/61532fe8e75ac20029699b8c.svg&quot;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9&quot;}}}}"/>
  <p:tag name="TRANSPARENTBACKGROUND" val="false"/>
  <p:tag name="VERSION" val="1776177495133"/>
  <p:tag name="TITLE" val="Untitled"/>
  <p:tag name="CREATORNAME" val="Beatriz Fernandez"/>
  <p:tag name="DATEINSERTED" val="177617751522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de5100be94156bf77f4c44"/>
  <p:tag name="BIOJSON" val="{&quot;id&quot;:&quot;88372c26-2253-4046-919a-7a24662373cb&quot;,&quot;objects&quot;:{&quot;88372c26-2253-4046-919a-7a24662373cb&quot;:{&quot;id&quot;:&quot;88372c26-2253-4046-919a-7a24662373cb&quot;,&quot;type&quot;:&quot;FIGURE_OBJECT&quot;,&quot;document&quot;:{&quot;type&quot;:&quot;DOCUMENT_GROUP&quot;,&quot;canvasType&quot;:&quot;FIGURE&quot;,&quot;units&quot;:&quot;in&quot;}},&quot;d4c5bb83-5440-4b10-9ed5-a9ab55184f19&quot;:{&quot;id&quot;:&quot;d4c5bb83-5440-4b10-9ed5-a9ab55184f19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88372c26-2253-4046-919a-7a24662373cb&quot;,&quot;type&quot;:&quot;FRAME&quot;,&quot;order&quot;:&quot;5&quot;}},&quot;bf0613c7-bc0b-4d53-959f-ca93202df818&quot;:{&quot;id&quot;:&quot;bf0613c7-bc0b-4d53-959f-ca93202df818&quot;,&quot;type&quot;:&quot;FIGURE_OBJECT&quot;,&quot;document&quot;:{&quot;type&quot;:&quot;FIGURE&quot;,&quot;canvasType&quot;:&quot;FIGURE&quot;,&quot;units&quot;:&quot;in&quot;},&quot;parent&quot;:{&quot;parentId&quot;:&quot;88372c26-2253-4046-919a-7a24662373cb&quot;,&quot;type&quot;:&quot;DOCUMENT&quot;,&quot;order&quot;:&quot;5&quot;}},&quot;80d132b1-5867-4b5e-bb46-0d6ef04ea2fe&quot;:{&quot;id&quot;:&quot;80d132b1-5867-4b5e-bb46-0d6ef04ea2fe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bf0613c7-bc0b-4d53-959f-ca93202df818&quot;,&quot;order&quot;:&quot;5&quot;}},&quot;0b883e53-d308-445a-96e1-020e21d85a79&quot;:{&quot;id&quot;:&quot;0b883e53-d308-445a-96e1-020e21d85a79&quot;,&quot;type&quot;:&quot;FIGURE_OBJECT&quot;,&quot;guide&quot;:{&quot;type&quot;:&quot;GRID&quot;,&quot;distance&quot;:0.5,&quot;units&quot;:&quot;in&quot;},&quot;parent&quot;:{&quot;parentId&quot;:&quot;88372c26-2253-4046-919a-7a24662373cb&quot;,&quot;type&quot;:&quot;GUIDE&quot;,&quot;order&quot;:&quot;5&quot;}},&quot;44a1297f-c512-43e4-91e4-2ce1dcc52146&quot;:{&quot;id&quot;:&quot;44a1297f-c512-43e4-91e4-2ce1dcc52146&quot;,&quot;name&quot;:&quot;Lymphocyte (T-cell)&quot;,&quot;displayName&quot;:&quot;T-cell&quot;,&quot;type&quot;:&quot;FIGURE_OBJECT&quot;,&quot;relativeTransform&quot;:{&quot;translate&quot;:{&quot;x&quot;:-332.125335929738,&quot;y&quot;:-65.34094715932176},&quot;rotate&quot;:0,&quot;skewX&quot;:0,&quot;scale&quot;:{&quot;x&quot;:1.9304788848816123,&quot;y&quot;:1.9304788848816123}},&quot;image&quot;:{&quot;url&quot;:&quot;https://icons.cdn.biorender.com/biorender/61533259e75ac20029699c0c/61532fe8e75ac20029699b8c.png&quot;,&quot;isPremium&quot;:false,&quot;isOrgIcon&quot;:false,&quot;size&quot;:{&quot;x&quot;:100,&quot;y&quot;:102.83687943262412},&quot;fallbackUrl&quot;:&quot;sources/icons/61533259e75ac20029699c0c/61532fe8e75ac20029699b8c.svg&quot;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5&quot;}},&quot;4189d661-2fba-4111-bbc9-62b78b5dece9&quot;:{&quot;id&quot;:&quot;4189d661-2fba-4111-bbc9-62b78b5dece9&quot;,&quot;name&quot;:&quot;Lymphocyte (T-cell)&quot;,&quot;displayName&quot;:&quot;T-cell&quot;,&quot;type&quot;:&quot;FIGURE_OBJECT&quot;,&quot;relativeTransform&quot;:{&quot;translate&quot;:{&quot;x&quot;:-117.08059937351851,&quot;y&quot;:-65.34066644232013},&quot;rotate&quot;:0,&quot;skewX&quot;:0,&quot;scale&quot;:{&quot;x&quot;:1.9304788848816123,&quot;y&quot;:1.9304788848816123}},&quot;image&quot;:{&quot;url&quot;:&quot;https://icons.cdn.biorender.com/biorender/61532fe8e75ac20029699b8c/20210928151717/image/61532fe8e75ac20029699b8c.png&quot;,&quot;isPremium&quot;:false,&quot;isOrgIcon&quot;:false,&quot;size&quot;:{&quot;x&quot;:100,&quot;y&quot;:102.83687943262412}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7&quot;}},&quot;0bf65e8e-aa97-400d-96de-e6cdd2f77b45&quot;:{&quot;id&quot;:&quot;0bf65e8e-aa97-400d-96de-e6cdd2f77b45&quot;,&quot;name&quot;:&quot;Lymphocyte (T-cell)&quot;,&quot;displayName&quot;:&quot;T-cell&quot;,&quot;type&quot;:&quot;FIGURE_OBJECT&quot;,&quot;relativeTransform&quot;:{&quot;translate&quot;:{&quot;x&quot;:111.63378628644881,&quot;y&quot;:-65.34094715932176},&quot;rotate&quot;:0,&quot;skewX&quot;:0,&quot;scale&quot;:{&quot;x&quot;:1.9304788848816123,&quot;y&quot;:1.9304788848816123}},&quot;image&quot;:{&quot;url&quot;:&quot;https://icons.cdn.biorender.com/biorender/61533248e75ac20029699c02/61532fe8e75ac20029699b8c.png&quot;,&quot;isPremium&quot;:false,&quot;isOrgIcon&quot;:false,&quot;size&quot;:{&quot;x&quot;:100,&quot;y&quot;:102.83687943262412},&quot;fallbackUrl&quot;:&quot;sources/icons/61533248e75ac20029699c02/61532fe8e75ac20029699b8c.svg&quot;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8&quot;}},&quot;adf22e99-3051-419c-9494-5ccd36af0fa6&quot;:{&quot;id&quot;:&quot;adf22e99-3051-419c-9494-5ccd36af0fa6&quot;,&quot;name&quot;:&quot;Lymphocyte (T-cell)&quot;,&quot;displayName&quot;:&quot;T-cell&quot;,&quot;type&quot;:&quot;FIGURE_OBJECT&quot;,&quot;relativeTransform&quot;:{&quot;translate&quot;:{&quot;x&quot;:340.34810176716576,&quot;y&quot;:-65.34070153194534},&quot;rotate&quot;:0,&quot;skewX&quot;:0,&quot;scale&quot;:{&quot;x&quot;:1.9304788848816123,&quot;y&quot;:1.9304788848816123}},&quot;image&quot;:{&quot;url&quot;:&quot;https://icons.cdn.biorender.com/biorender/61533248e75ac20029699c05/61532fe8e75ac20029699b8c.png&quot;,&quot;isPremium&quot;:false,&quot;isOrgIcon&quot;:false,&quot;size&quot;:{&quot;x&quot;:100,&quot;y&quot;:102.83687943262412},&quot;fallbackUrl&quot;:&quot;sources/icons/61533248e75ac20029699c05/61532fe8e75ac20029699b8c.svg&quot;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9&quot;}}}}"/>
  <p:tag name="TRANSPARENTBACKGROUND" val="false"/>
  <p:tag name="VERSION" val="1776177495133"/>
  <p:tag name="TITLE" val="Untitled"/>
  <p:tag name="CREATORNAME" val="Beatriz Fernandez"/>
  <p:tag name="DATEINSERTED" val="177617751522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de5100be94156bf77f4c44"/>
  <p:tag name="BIOJSON" val="{&quot;id&quot;:&quot;88372c26-2253-4046-919a-7a24662373cb&quot;,&quot;objects&quot;:{&quot;88372c26-2253-4046-919a-7a24662373cb&quot;:{&quot;id&quot;:&quot;88372c26-2253-4046-919a-7a24662373cb&quot;,&quot;type&quot;:&quot;FIGURE_OBJECT&quot;,&quot;document&quot;:{&quot;type&quot;:&quot;DOCUMENT_GROUP&quot;,&quot;canvasType&quot;:&quot;FIGURE&quot;,&quot;units&quot;:&quot;in&quot;}},&quot;d4c5bb83-5440-4b10-9ed5-a9ab55184f19&quot;:{&quot;id&quot;:&quot;d4c5bb83-5440-4b10-9ed5-a9ab55184f19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88372c26-2253-4046-919a-7a24662373cb&quot;,&quot;type&quot;:&quot;FRAME&quot;,&quot;order&quot;:&quot;5&quot;}},&quot;bf0613c7-bc0b-4d53-959f-ca93202df818&quot;:{&quot;id&quot;:&quot;bf0613c7-bc0b-4d53-959f-ca93202df818&quot;,&quot;type&quot;:&quot;FIGURE_OBJECT&quot;,&quot;document&quot;:{&quot;type&quot;:&quot;FIGURE&quot;,&quot;canvasType&quot;:&quot;FIGURE&quot;,&quot;units&quot;:&quot;in&quot;},&quot;parent&quot;:{&quot;parentId&quot;:&quot;88372c26-2253-4046-919a-7a24662373cb&quot;,&quot;type&quot;:&quot;DOCUMENT&quot;,&quot;order&quot;:&quot;5&quot;}},&quot;80d132b1-5867-4b5e-bb46-0d6ef04ea2fe&quot;:{&quot;id&quot;:&quot;80d132b1-5867-4b5e-bb46-0d6ef04ea2fe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bf0613c7-bc0b-4d53-959f-ca93202df818&quot;,&quot;order&quot;:&quot;5&quot;}},&quot;0b883e53-d308-445a-96e1-020e21d85a79&quot;:{&quot;id&quot;:&quot;0b883e53-d308-445a-96e1-020e21d85a79&quot;,&quot;type&quot;:&quot;FIGURE_OBJECT&quot;,&quot;guide&quot;:{&quot;type&quot;:&quot;GRID&quot;,&quot;distance&quot;:0.5,&quot;units&quot;:&quot;in&quot;},&quot;parent&quot;:{&quot;parentId&quot;:&quot;88372c26-2253-4046-919a-7a24662373cb&quot;,&quot;type&quot;:&quot;GUIDE&quot;,&quot;order&quot;:&quot;5&quot;}},&quot;44a1297f-c512-43e4-91e4-2ce1dcc52146&quot;:{&quot;id&quot;:&quot;44a1297f-c512-43e4-91e4-2ce1dcc52146&quot;,&quot;name&quot;:&quot;Lymphocyte (T-cell)&quot;,&quot;displayName&quot;:&quot;T-cell&quot;,&quot;type&quot;:&quot;FIGURE_OBJECT&quot;,&quot;relativeTransform&quot;:{&quot;translate&quot;:{&quot;x&quot;:-332.125335929738,&quot;y&quot;:-65.34094715932176},&quot;rotate&quot;:0,&quot;skewX&quot;:0,&quot;scale&quot;:{&quot;x&quot;:1.9304788848816123,&quot;y&quot;:1.9304788848816123}},&quot;image&quot;:{&quot;url&quot;:&quot;https://icons.cdn.biorender.com/biorender/61533259e75ac20029699c0c/61532fe8e75ac20029699b8c.png&quot;,&quot;isPremium&quot;:false,&quot;isOrgIcon&quot;:false,&quot;size&quot;:{&quot;x&quot;:100,&quot;y&quot;:102.83687943262412},&quot;fallbackUrl&quot;:&quot;sources/icons/61533259e75ac20029699c0c/61532fe8e75ac20029699b8c.svg&quot;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5&quot;}},&quot;4189d661-2fba-4111-bbc9-62b78b5dece9&quot;:{&quot;id&quot;:&quot;4189d661-2fba-4111-bbc9-62b78b5dece9&quot;,&quot;name&quot;:&quot;Lymphocyte (T-cell)&quot;,&quot;displayName&quot;:&quot;T-cell&quot;,&quot;type&quot;:&quot;FIGURE_OBJECT&quot;,&quot;relativeTransform&quot;:{&quot;translate&quot;:{&quot;x&quot;:-117.08059937351851,&quot;y&quot;:-65.34066644232013},&quot;rotate&quot;:0,&quot;skewX&quot;:0,&quot;scale&quot;:{&quot;x&quot;:1.9304788848816123,&quot;y&quot;:1.9304788848816123}},&quot;image&quot;:{&quot;url&quot;:&quot;https://icons.cdn.biorender.com/biorender/61532fe8e75ac20029699b8c/20210928151717/image/61532fe8e75ac20029699b8c.png&quot;,&quot;isPremium&quot;:false,&quot;isOrgIcon&quot;:false,&quot;size&quot;:{&quot;x&quot;:100,&quot;y&quot;:102.83687943262412}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7&quot;}},&quot;0bf65e8e-aa97-400d-96de-e6cdd2f77b45&quot;:{&quot;id&quot;:&quot;0bf65e8e-aa97-400d-96de-e6cdd2f77b45&quot;,&quot;name&quot;:&quot;Lymphocyte (T-cell)&quot;,&quot;displayName&quot;:&quot;T-cell&quot;,&quot;type&quot;:&quot;FIGURE_OBJECT&quot;,&quot;relativeTransform&quot;:{&quot;translate&quot;:{&quot;x&quot;:111.63378628644881,&quot;y&quot;:-65.34094715932176},&quot;rotate&quot;:0,&quot;skewX&quot;:0,&quot;scale&quot;:{&quot;x&quot;:1.9304788848816123,&quot;y&quot;:1.9304788848816123}},&quot;image&quot;:{&quot;url&quot;:&quot;https://icons.cdn.biorender.com/biorender/61533248e75ac20029699c02/61532fe8e75ac20029699b8c.png&quot;,&quot;isPremium&quot;:false,&quot;isOrgIcon&quot;:false,&quot;size&quot;:{&quot;x&quot;:100,&quot;y&quot;:102.83687943262412},&quot;fallbackUrl&quot;:&quot;sources/icons/61533248e75ac20029699c02/61532fe8e75ac20029699b8c.svg&quot;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8&quot;}},&quot;adf22e99-3051-419c-9494-5ccd36af0fa6&quot;:{&quot;id&quot;:&quot;adf22e99-3051-419c-9494-5ccd36af0fa6&quot;,&quot;name&quot;:&quot;Lymphocyte (T-cell)&quot;,&quot;displayName&quot;:&quot;T-cell&quot;,&quot;type&quot;:&quot;FIGURE_OBJECT&quot;,&quot;relativeTransform&quot;:{&quot;translate&quot;:{&quot;x&quot;:340.34810176716576,&quot;y&quot;:-65.34070153194534},&quot;rotate&quot;:0,&quot;skewX&quot;:0,&quot;scale&quot;:{&quot;x&quot;:1.9304788848816123,&quot;y&quot;:1.9304788848816123}},&quot;image&quot;:{&quot;url&quot;:&quot;https://icons.cdn.biorender.com/biorender/61533248e75ac20029699c05/61532fe8e75ac20029699b8c.png&quot;,&quot;isPremium&quot;:false,&quot;isOrgIcon&quot;:false,&quot;size&quot;:{&quot;x&quot;:100,&quot;y&quot;:102.83687943262412},&quot;fallbackUrl&quot;:&quot;sources/icons/61533248e75ac20029699c05/61532fe8e75ac20029699b8c.svg&quot;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9&quot;}}}}"/>
  <p:tag name="TRANSPARENTBACKGROUND" val="false"/>
  <p:tag name="VERSION" val="1776177495133"/>
  <p:tag name="TITLE" val="Untitled"/>
  <p:tag name="CREATORNAME" val="Beatriz Fernandez"/>
  <p:tag name="DATEINSERTED" val="177617751522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de35872cc9aa79b639d018"/>
  <p:tag name="BIOJSON" val="{&quot;id&quot;:&quot;60bc71c6-6376-4756-a524-ea8be73869d2&quot;,&quot;objects&quot;:{&quot;60bc71c6-6376-4756-a524-ea8be73869d2&quot;:{&quot;id&quot;:&quot;60bc71c6-6376-4756-a524-ea8be73869d2&quot;,&quot;type&quot;:&quot;FIGURE_OBJECT&quot;,&quot;document&quot;:{&quot;type&quot;:&quot;DOCUMENT_GROUP&quot;,&quot;canvasType&quot;:&quot;FIGURE&quot;,&quot;units&quot;:&quot;in&quot;}},&quot;b1d4e628-f548-455f-b5e1-3ebef2515757&quot;:{&quot;id&quot;:&quot;b1d4e628-f548-455f-b5e1-3ebef2515757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60bc71c6-6376-4756-a524-ea8be73869d2&quot;,&quot;type&quot;:&quot;FRAME&quot;,&quot;order&quot;:&quot;5&quot;}},&quot;9b9e0192-258a-4353-ace2-899338407232&quot;:{&quot;id&quot;:&quot;9b9e0192-258a-4353-ace2-899338407232&quot;,&quot;type&quot;:&quot;FIGURE_OBJECT&quot;,&quot;document&quot;:{&quot;type&quot;:&quot;FIGURE&quot;,&quot;canvasType&quot;:&quot;FIGURE&quot;,&quot;units&quot;:&quot;in&quot;},&quot;parent&quot;:{&quot;parentId&quot;:&quot;60bc71c6-6376-4756-a524-ea8be73869d2&quot;,&quot;type&quot;:&quot;DOCUMENT&quot;,&quot;order&quot;:&quot;5&quot;}},&quot;6159c9a1-1466-4192-aa26-5175a0b75f5d&quot;:{&quot;id&quot;:&quot;6159c9a1-1466-4192-aa26-5175a0b75f5d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9b9e0192-258a-4353-ace2-899338407232&quot;,&quot;order&quot;:&quot;5&quot;}},&quot;303ea281-cfe9-48fb-b9e0-bf6f90ab3956&quot;:{&quot;id&quot;:&quot;303ea281-cfe9-48fb-b9e0-bf6f90ab3956&quot;,&quot;type&quot;:&quot;FIGURE_OBJECT&quot;,&quot;guide&quot;:{&quot;type&quot;:&quot;GRID&quot;,&quot;distance&quot;:0.5,&quot;units&quot;:&quot;in&quot;},&quot;parent&quot;:{&quot;parentId&quot;:&quot;60bc71c6-6376-4756-a524-ea8be73869d2&quot;,&quot;type&quot;:&quot;GUIDE&quot;,&quot;order&quot;:&quot;5&quot;}},&quot;b96e3d93-e048-43ff-9243-630e6875d18a&quot;:{&quot;relativeTransform&quot;:{&quot;translate&quot;:{&quot;x&quot;:-84.33633760662133,&quot;y&quot;:-247.84250964687982},&quot;rotate&quot;:0,&quot;skewX&quot;:0,&quot;scale&quot;:{&quot;x&quot;:1,&quot;y&quot;:1}},&quot;type&quot;:&quot;FIGURE_OBJECT&quot;,&quot;id&quot;:&quot;b96e3d93-e048-43ff-9243-630e6875d18a&quot;,&quot;parent&quot;:{&quot;type&quot;:&quot;CHILD&quot;,&quot;parentId&quot;:&quot;9b9e0192-258a-4353-ace2-899338407232&quot;,&quot;order&quot;:&quot;5&quot;},&quot;name&quot;:&quot;RNA map sequencing&quot;,&quot;displayName&quot;:&quot;RNA map sequencing&quot;,&quot;source&quot;:{&quot;id&quot;:&quot;63407fa472ecc23b36c85f2e&quot;,&quot;type&quot;:&quot;ASSETS&quot;},&quot;isPremium&quot;:true},&quot;cc26443a-202b-4614-950f-0908acac4033&quot;:{&quot;type&quot;:&quot;FIGURE_OBJECT&quot;,&quot;id&quot;:&quot;cc26443a-202b-4614-950f-0908acac4033&quot;,&quot;relativeTransform&quot;:{&quot;translate&quot;:{&quot;x&quot;:-363.02081797561743,&quot;y&quot;:221.13028700237544},&quot;rotate&quot;:0},&quot;opacity&quot;:1,&quot;path&quot;:{&quot;type&quot;:&quot;POLY_LINE&quot;,&quot;points&quot;:[{&quot;x&quot;:-8.948190327793963,&quot;y&quot;:9.281769815138825},{&quot;x&quot;:-8.948190327793963,&quot;y&quot;:-9.281769815138825},{&quot;x&quot;:6.908407992088083,&quot;y&quot;:-9.281769815138825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96e3d93-e048-43ff-9243-630e6875d18a&quot;,&quot;order&quot;:&quot;7&quot;},&quot;connectorInfo&quot;:{&quot;connectedObjects&quot;:[],&quot;type&quot;:&quot;ELBOW&quot;,&quot;offset&quot;:{&quot;x&quot;:0,&quot;y&quot;:0},&quot;bending&quot;:-0.1,&quot;firstElementIsHead&quot;:true,&quot;customized&quot;:false}},&quot;b932121b-e66f-43b0-947c-a731f73ab320&quot;:{&quot;relativeTransform&quot;:{&quot;translate&quot;:{&quot;x&quot;:-302.1238188037735,&quot;y&quot;:315.96390663805704},&quot;rotate&quot;:0},&quot;type&quot;:&quot;FIGURE_OBJECT&quot;,&quot;id&quot;:&quot;b932121b-e66f-43b0-947c-a731f73ab320&quot;,&quot;parent&quot;:{&quot;type&quot;:&quot;CHILD&quot;,&quot;parentId&quot;:&quot;b96e3d93-e048-43ff-9243-630e6875d18a&quot;,&quot;order&quot;:&quot;1&quot;},&quot;name&quot;:&quot;Pre-sliced introns and exons (editable)&quot;,&quot;displayName&quot;:&quot;Pre-sliced introns and exons&quot;,&quot;source&quot;:{&quot;id&quot;:&quot;603298ba59681400a6b4b680&quot;,&quot;type&quot;:&quot;ASSETS&quot;},&quot;isPremium&quot;:true},&quot;48d1234f-6ffd-4738-9153-10deb8545649&quot;:{&quot;type&quot;:&quot;FIGURE_OBJECT&quot;,&quot;id&quot;:&quot;48d1234f-6ffd-4738-9153-10deb8545649&quot;,&quot;relativeTransform&quot;:{&quot;translate&quot;:{&quot;x&quot;:19.474904705088232,&quot;y&quot;:-84.86369834863886},&quot;rotate&quot;:0},&quot;opacity&quot;:1,&quot;path&quot;:{&quot;type&quot;:&quot;POLY_LINE&quot;,&quot;points&quot;:[{&quot;x&quot;:-96.61148919091383,&quot;y&quot;:0},{&quot;x&quot;:92.4209409991372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,&quot;dashArray&quot;:[0,0]}],&quot;isLocked&quot;:false,&quot;parent&quot;:{&quot;type&quot;:&quot;CHILD&quot;,&quot;parentId&quot;:&quot;b932121b-e66f-43b0-947c-a731f73ab320&quot;,&quot;order&quot;:&quot;05&quot;}},&quot;26ee692c-7384-49e9-881d-2265aa09321c&quot;:{&quot;type&quot;:&quot;FIGURE_OBJECT&quot;,&quot;id&quot;:&quot;26ee692c-7384-49e9-881d-2265aa09321c&quot;,&quot;relativeTransform&quot;:{&quot;translate&quot;:{&quot;x&quot;:-29.916724409371266,&quot;y&quot;:-84.86374213048548},&quot;rotate&quot;:0},&quot;layout&quot;:{&quot;sizeRatio&quot;:{&quot;x&quot;:0.88,&quot;y&quot;:0.88},&quot;keepAspectRatio&quot;:false},&quot;opacity&quot;:1,&quot;path&quot;:{&quot;type&quot;:&quot;RECT&quot;,&quot;size&quot;:{&quot;x&quot;:48.893094333962594,&quot;y&quot;:17.045454545454547},&quot;cornerRounding&quot;:{&quot;type&quot;:&quot;ARC_LENGTH&quot;,&quot;global&quot;:0}},&quot;pathStyles&quot;:[{&quot;type&quot;:&quot;FILL&quot;,&quot;fillStyle&quot;:&quot;rgba(216, 240, 246, 1)&quot;},{&quot;type&quot;:&quot;STROKE&quot;,&quot;strokeStyle&quot;:&quot;rgba(48, 110, 128, 1)&quot;,&quot;lineWidth&quot;:0.7395512418615802,&quot;lineJoin&quot;:&quot;round&quot;}],&quot;isLocked&quot;:false,&quot;parent&quot;:{&quot;type&quot;:&quot;CHILD&quot;,&quot;parentId&quot;:&quot;b932121b-e66f-43b0-947c-a731f73ab320&quot;,&quot;order&quot;:&quot;1&quot;}},&quot;10427504-8e71-4250-a8a6-33fe2e67f6a1&quot;:{&quot;type&quot;:&quot;FIGURE_OBJECT&quot;,&quot;id&quot;:&quot;10427504-8e71-4250-a8a6-33fe2e67f6a1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12.58383924308821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43.02592301388709,&quot;y&quot;:15},&quot;targetSize&quot;:{&quot;x&quot;:43.02592301388709,&quot;y&quot;:2},&quot;format&quot;:&quot;BETTER_TEXT&quot;,&quot;verticalAlign&quot;:&quot;TOP&quot;},&quot;parent&quot;:{&quot;type&quot;:&quot;CHILD&quot;,&quot;parentId&quot;:&quot;26ee692c-7384-49e9-881d-2265aa09321c&quot;,&quot;order&quot;:&quot;5&quot;}},&quot;8b7dd6a1-1869-460e-8845-4660531a17cb&quot;:{&quot;type&quot;:&quot;FIGURE_OBJECT&quot;,&quot;id&quot;:&quot;8b7dd6a1-1869-460e-8845-4660531a17cb&quot;,&quot;parent&quot;:{&quot;type&quot;:&quot;CHILD&quot;,&quot;parentId&quot;:&quot;b96e3d93-e048-43ff-9243-630e6875d18a&quot;,&quot;order&quot;:&quot;2&quot;},&quot;relativeTransform&quot;:{&quot;translate&quot;:{&quot;x&quot;:-512.6052103798372,&quot;y&quot;:43.54220832815986},&quot;rotate&quot;:0}},&quot;16f42f49-5ed1-408d-ba08-219eec563b6c&quot;:{&quot;type&quot;:&quot;FIGURE_OBJECT&quot;,&quot;id&quot;:&quot;16f42f49-5ed1-408d-ba08-219eec563b6c&quot;,&quot;relativeTransform&quot;:{&quot;translate&quot;:{&quot;x&quot;:172.04117835477342,&quot;y&quot;:117.52705113178165},&quot;rotate&quot;:0},&quot;opacity&quot;:1,&quot;path&quot;:{&quot;type&quot;:&quot;POLY_LINE&quot;,&quot;points&quot;:[{&quot;x&quot;:-15.353850883818001,&quot;y&quot;:0},{&quot;x&quot;:15.35385088381800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05&quot;},&quot;connectorInfo&quot;:{&quot;connectedObjects&quot;:[],&quot;type&quot;:&quot;LINE&quot;,&quot;offset&quot;:{&quot;x&quot;:0,&quot;y&quot;:0},&quot;bending&quot;:0.1,&quot;firstElementIsHead&quot;:true,&quot;customized&quot;:false}},&quot;2199f358-412d-4f9e-900d-44dccab2eb8b&quot;:{&quot;type&quot;:&quot;FIGURE_OBJECT&quot;,&quot;id&quot;:&quot;2199f358-412d-4f9e-900d-44dccab2eb8b&quot;,&quot;relativeTransform&quot;:{&quot;translate&quot;:{&quot;x&quot;:188.0983014527451,&quot;y&quot;:125.06310319339735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1&quot;},&quot;connectorInfo&quot;:{&quot;connectedObjects&quot;:[],&quot;type&quot;:&quot;LINE&quot;,&quot;offset&quot;:{&quot;x&quot;:0,&quot;y&quot;:0},&quot;bending&quot;:0.1,&quot;firstElementIsHead&quot;:true,&quot;customized&quot;:false}},&quot;782d9856-0958-471e-b6af-fc492fc1c7ab&quot;:{&quot;type&quot;:&quot;FIGURE_OBJECT&quot;,&quot;id&quot;:&quot;782d9856-0958-471e-b6af-fc492fc1c7ab&quot;,&quot;relativeTransform&quot;:{&quot;translate&quot;:{&quot;x&quot;:184.40767999876437,&quot;y&quot;:132.59915525501307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2&quot;},&quot;connectorInfo&quot;:{&quot;connectedObjects&quot;:[],&quot;type&quot;:&quot;LINE&quot;,&quot;offset&quot;:{&quot;x&quot;:0,&quot;y&quot;:0},&quot;bending&quot;:0.1,&quot;firstElementIsHead&quot;:true,&quot;customized&quot;:false}},&quot;0ef9cb4e-d8da-49bb-b905-f32f5cfc7fe9&quot;:{&quot;type&quot;:&quot;FIGURE_OBJECT&quot;,&quot;id&quot;:&quot;0ef9cb4e-d8da-49bb-b905-f32f5cfc7fe9&quot;,&quot;relativeTransform&quot;:{&quot;translate&quot;:{&quot;x&quot;:176.28831280000665,&quot;y&quot;:140.1352073166288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25&quot;},&quot;connectorInfo&quot;:{&quot;connectedObjects&quot;:[],&quot;type&quot;:&quot;LINE&quot;,&quot;offset&quot;:{&quot;x&quot;:0,&quot;y&quot;:0},&quot;bending&quot;:0.1,&quot;firstElementIsHead&quot;:true,&quot;customized&quot;:false}},&quot;c6363c6e-4d48-493f-b65c-468834eadd4f&quot;:{&quot;type&quot;:&quot;FIGURE_OBJECT&quot;,&quot;id&quot;:&quot;c6363c6e-4d48-493f-b65c-468834eadd4f&quot;,&quot;relativeTransform&quot;:{&quot;translate&quot;:{&quot;x&quot;:188.09821984206388,&quot;y&quot;:147.67125937824449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3&quot;},&quot;connectorInfo&quot;:{&quot;connectedObjects&quot;:[],&quot;type&quot;:&quot;LINE&quot;,&quot;offset&quot;:{&quot;x&quot;:0,&quot;y&quot;:0},&quot;bending&quot;:0.1,&quot;firstElementIsHead&quot;:true,&quot;customized&quot;:false}},&quot;1a369be5-b5c5-4787-9f2b-8263d48c8ebd&quot;:{&quot;type&quot;:&quot;FIGURE_OBJECT&quot;,&quot;id&quot;:&quot;1a369be5-b5c5-4787-9f2b-8263d48c8ebd&quot;,&quot;relativeTransform&quot;:{&quot;translate&quot;:{&quot;x&quot;:180.71697693410235,&quot;y&quot;:162.74336350147593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5&quot;},&quot;connectorInfo&quot;:{&quot;connectedObjects&quot;:[],&quot;type&quot;:&quot;LINE&quot;,&quot;offset&quot;:{&quot;x&quot;:0,&quot;y&quot;:0},&quot;bending&quot;:0.1,&quot;firstElementIsHead&quot;:true,&quot;customized&quot;:false}},&quot;437424bf-56b8-4fc2-808f-4094d95774e1&quot;:{&quot;type&quot;:&quot;FIGURE_OBJECT&quot;,&quot;id&quot;:&quot;437424bf-56b8-4fc2-808f-4094d95774e1&quot;,&quot;relativeTransform&quot;:{&quot;translate&quot;:{&quot;x&quot;:166.48658862139692,&quot;y&quot;:155.2073114398602},&quot;rotate&quot;:0},&quot;opacity&quot;:1,&quot;path&quot;:{&quot;type&quot;:&quot;POLY_LINE&quot;,&quot;points&quot;:[{&quot;x&quot;:-9.877007701110603,&quot;y&quot;:0},{&quot;x&quot;:9.877007701110603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55&quot;},&quot;connectorInfo&quot;:{&quot;connectedObjects&quot;:[],&quot;type&quot;:&quot;LINE&quot;,&quot;offset&quot;:{&quot;x&quot;:0,&quot;y&quot;:0},&quot;bending&quot;:0.1,&quot;firstElementIsHead&quot;:true,&quot;customized&quot;:false}},&quot;6a024a35-9c49-426f-a341-992a9ac880b0&quot;:{&quot;type&quot;:&quot;FIGURE_OBJECT&quot;,&quot;id&quot;:&quot;6a024a35-9c49-426f-a341-992a9ac880b0&quot;,&quot;relativeTransform&quot;:{&quot;translate&quot;:{&quot;x&quot;:188.0989257711913,&quot;y&quot;:170.27941556309162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6&quot;},&quot;connectorInfo&quot;:{&quot;connectedObjects&quot;:[],&quot;type&quot;:&quot;LINE&quot;,&quot;offset&quot;:{&quot;x&quot;:0,&quot;y&quot;:0},&quot;bending&quot;:0.1,&quot;firstElementIsHead&quot;:true,&quot;customized&quot;:false}},&quot;936383a3-7b0b-40f1-98a6-9ec67f6a91d7&quot;:{&quot;type&quot;:&quot;FIGURE_OBJECT&quot;,&quot;id&quot;:&quot;936383a3-7b0b-40f1-98a6-9ec67f6a91d7&quot;,&quot;relativeTransform&quot;:{&quot;translate&quot;:{&quot;x&quot;:195.6071307507643,&quot;y&quot;:109.99099907016594},&quot;rotate&quot;:0},&quot;opacity&quot;:1,&quot;path&quot;:{&quot;type&quot;:&quot;POLY_LINE&quot;,&quot;points&quot;:[{&quot;x&quot;:-8.400759155692771,&quot;y&quot;:0},{&quot;x&quot;:8.40075915569277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7&quot;},&quot;connectorInfo&quot;:{&quot;connectedObjects&quot;:[],&quot;type&quot;:&quot;LINE&quot;,&quot;offset&quot;:{&quot;x&quot;:0,&quot;y&quot;:0},&quot;bending&quot;:0.1,&quot;firstElementIsHead&quot;:true,&quot;customized&quot;:false}},&quot;09247a02-d427-4b3d-a8bf-e4c3a750429c&quot;:{&quot;type&quot;:&quot;FIGURE_OBJECT&quot;,&quot;id&quot;:&quot;09247a02-d427-4b3d-a8bf-e4c3a750429c&quot;,&quot;relativeTransform&quot;:{&quot;translate&quot;:{&quot;x&quot;:199.2981118478996,&quot;y&quot;:102.45494700855022},&quot;rotate&quot;:0},&quot;opacity&quot;:1,&quot;path&quot;:{&quot;type&quot;:&quot;POLY_LINE&quot;,&quot;points&quot;:[{&quot;x&quot;:-4.710137792148145,&quot;y&quot;:0},{&quot;x&quot;:4.710137792148145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75&quot;},&quot;connectorInfo&quot;:{&quot;connectedObjects&quot;:[],&quot;type&quot;:&quot;LINE&quot;,&quot;offset&quot;:{&quot;x&quot;:0,&quot;y&quot;:0},&quot;bending&quot;:0.1,&quot;firstElementIsHead&quot;:true,&quot;customized&quot;:false}},&quot;bb40f08f-d932-493c-be87-4592f2fc9ebf&quot;:{&quot;type&quot;:&quot;FIGURE_OBJECT&quot;,&quot;id&quot;:&quot;bb40f08f-d932-493c-be87-4592f2fc9ebf&quot;,&quot;relativeTransform&quot;:{&quot;translate&quot;:{&quot;x&quot;:184.40821114036925,&quot;y&quot;:94.91889494693451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8&quot;},&quot;connectorInfo&quot;:{&quot;connectedObjects&quot;:[],&quot;type&quot;:&quot;LINE&quot;,&quot;offset&quot;:{&quot;x&quot;:0,&quot;y&quot;:0},&quot;bending&quot;:0.1,&quot;firstElementIsHead&quot;:true,&quot;customized&quot;:false}},&quot;0ebc2dbd-56f2-4525-9154-ae46c0fc865d&quot;:{&quot;type&quot;:&quot;FIGURE_OBJECT&quot;,&quot;id&quot;:&quot;0ebc2dbd-56f2-4525-9154-ae46c0fc865d&quot;,&quot;parent&quot;:{&quot;type&quot;:&quot;CHILD&quot;,&quot;parentId&quot;:&quot;b96e3d93-e048-43ff-9243-630e6875d18a&quot;,&quot;order&quot;:&quot;5&quot;},&quot;relativeTransform&quot;:{&quot;translate&quot;:{&quot;x&quot;:-512.6052103798372,&quot;y&quot;:43.54220832815986},&quot;rotate&quot;:0}},&quot;dc3a1746-b880-46b1-a9de-3fa3440d839e&quot;:{&quot;type&quot;:&quot;FIGURE_OBJECT&quot;,&quot;id&quot;:&quot;dc3a1746-b880-46b1-a9de-3fa3440d839e&quot;,&quot;relativeTransform&quot;:{&quot;translate&quot;:{&quot;x&quot;:291.1711650814544,&quot;y&quot;:117.5275031819447},&quot;rotate&quot;:-1.6986101013487643e-16},&quot;opacity&quot;:1,&quot;path&quot;:{&quot;type&quot;:&quot;POLY_LINE&quot;,&quot;points&quot;:[{&quot;x&quot;:12.025748843744207,&quot;y&quot;:0},{&quot;x&quot;:-12.025748843744207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05&quot;},&quot;connectorInfo&quot;:{&quot;connectedObjects&quot;:[],&quot;type&quot;:&quot;LINE&quot;,&quot;offset&quot;:{&quot;x&quot;:0,&quot;y&quot;:0},&quot;bending&quot;:0.1,&quot;firstElementIsHead&quot;:true,&quot;customized&quot;:false}},&quot;206d32ec-ef64-41d7-a870-0e281c1c883a&quot;:{&quot;type&quot;:&quot;FIGURE_OBJECT&quot;,&quot;id&quot;:&quot;206d32ec-ef64-41d7-a870-0e281c1c883a&quot;,&quot;relativeTransform&quot;:{&quot;translate&quot;:{&quot;x&quot;:269.888345340772,&quot;y&quot;:125.06351624594072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1&quot;},&quot;connectorInfo&quot;:{&quot;connectedObjects&quot;:[],&quot;type&quot;:&quot;LINE&quot;,&quot;offset&quot;:{&quot;x&quot;:0,&quot;y&quot;:0},&quot;bending&quot;:0.1,&quot;firstElementIsHead&quot;:true,&quot;customized&quot;:false}},&quot;0f14d77b-9553-443a-8d58-8be8b0fb8787&quot;:{&quot;type&quot;:&quot;FIGURE_OBJECT&quot;,&quot;id&quot;:&quot;0f14d77b-9553-443a-8d58-8be8b0fb8787&quot;,&quot;relativeTransform&quot;:{&quot;translate&quot;:{&quot;x&quot;:265.3094172610062,&quot;y&quot;:132.59952930993674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2&quot;},&quot;connectorInfo&quot;:{&quot;connectedObjects&quot;:[],&quot;type&quot;:&quot;LINE&quot;,&quot;offset&quot;:{&quot;x&quot;:0,&quot;y&quot;:0},&quot;bending&quot;:0.1,&quot;firstElementIsHead&quot;:true,&quot;customized&quot;:false}},&quot;08f8fc87-0b31-43cb-b1cb-7c3fc847f5a3&quot;:{&quot;type&quot;:&quot;FIGURE_OBJECT&quot;,&quot;id&quot;:&quot;08f8fc87-0b31-43cb-b1cb-7c3fc847f5a3&quot;,&quot;relativeTransform&quot;:{&quot;translate&quot;:{&quot;x&quot;:283.4804845808308,&quot;y&quot;:140.1355423739328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25&quot;},&quot;connectorInfo&quot;:{&quot;connectedObjects&quot;:[],&quot;type&quot;:&quot;LINE&quot;,&quot;offset&quot;:{&quot;x&quot;:0,&quot;y&quot;:0},&quot;bending&quot;:0.1,&quot;firstElementIsHead&quot;:true,&quot;customized&quot;:false}},&quot;95875cf0-5349-4f95-b690-b8d601bc62b1&quot;:{&quot;type&quot;:&quot;FIGURE_OBJECT&quot;,&quot;id&quot;:&quot;95875cf0-5349-4f95-b690-b8d601bc62b1&quot;,&quot;relativeTransform&quot;:{&quot;translate&quot;:{&quot;x&quot;:265.3091069266338,&quot;y&quot;:147.67155543792882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3&quot;},&quot;connectorInfo&quot;:{&quot;connectedObjects&quot;:[],&quot;type&quot;:&quot;LINE&quot;,&quot;offset&quot;:{&quot;x&quot;:0,&quot;y&quot;:0},&quot;bending&quot;:0.1,&quot;firstElementIsHead&quot;:true,&quot;customized&quot;:false}},&quot;59ab6e85-0740-494e-b254-92e040d73338&quot;:{&quot;type&quot;:&quot;FIGURE_OBJECT&quot;,&quot;id&quot;:&quot;59ab6e85-0740-494e-b254-92e040d73338&quot;,&quot;relativeTransform&quot;:{&quot;translate&quot;:{&quot;x&quot;:274.4672381997293,&quot;y&quot;:162.74358156592086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5&quot;},&quot;connectorInfo&quot;:{&quot;connectedObjects&quot;:[],&quot;type&quot;:&quot;LINE&quot;,&quot;offset&quot;:{&quot;x&quot;:0,&quot;y&quot;:0},&quot;bending&quot;:0.1,&quot;firstElementIsHead&quot;:true,&quot;customized&quot;:false}},&quot;5b9f0602-cef4-47f8-bcb3-e6a112bfc8bb&quot;:{&quot;type&quot;:&quot;FIGURE_OBJECT&quot;,&quot;id&quot;:&quot;5b9f0602-cef4-47f8-bcb3-e6a112bfc8bb&quot;,&quot;relativeTransform&quot;:{&quot;translate&quot;:{&quot;x&quot;:291.40021996235254,&quot;y&quot;:155.20756850192484},&quot;rotate&quot;:-1.6986101013487643e-16},&quot;opacity&quot;:1,&quot;path&quot;:{&quot;type&quot;:&quot;POLY_LINE&quot;,&quot;points&quot;:[{&quot;x&quot;:12.254702119961328,&quot;y&quot;:0},{&quot;x&quot;:-12.254702119961328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55&quot;},&quot;connectorInfo&quot;:{&quot;connectedObjects&quot;:[],&quot;type&quot;:&quot;LINE&quot;,&quot;offset&quot;:{&quot;x&quot;:0,&quot;y&quot;:0},&quot;bending&quot;:0.1,&quot;firstElementIsHead&quot;:true,&quot;customized&quot;:false}},&quot;9f7aefe2-36c8-4061-99f7-ed185952742d&quot;:{&quot;type&quot;:&quot;FIGURE_OBJECT&quot;,&quot;id&quot;:&quot;9f7aefe2-36c8-4061-99f7-ed185952742d&quot;,&quot;relativeTransform&quot;:{&quot;translate&quot;:{&quot;x&quot;:265.30823105901925,&quot;y&quot;:170.2795946299169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6&quot;},&quot;connectorInfo&quot;:{&quot;connectedObjects&quot;:[],&quot;type&quot;:&quot;LINE&quot;,&quot;offset&quot;:{&quot;x&quot;:0,&quot;y&quot;:0},&quot;bending&quot;:0.1,&quot;firstElementIsHead&quot;:true,&quot;customized&quot;:false}},&quot;5c2bcd77-b26f-48c7-8517-f81efbefb887&quot;:{&quot;type&quot;:&quot;FIGURE_OBJECT&quot;,&quot;id&quot;:&quot;5c2bcd77-b26f-48c7-8517-f81efbefb887&quot;,&quot;relativeTransform&quot;:{&quot;translate&quot;:{&quot;x&quot;:258.68193534046515,&quot;y&quot;:109.99149011794869},&quot;rotate&quot;:-1.6986101013487643e-16},&quot;opacity&quot;:1,&quot;path&quot;:{&quot;type&quot;:&quot;POLY_LINE&quot;,&quot;points&quot;:[{&quot;x&quot;:7.23090967519281,&quot;y&quot;:0},{&quot;x&quot;:-7.2309096751928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7&quot;},&quot;connectorInfo&quot;:{&quot;connectedObjects&quot;:[],&quot;type&quot;:&quot;LINE&quot;,&quot;offset&quot;:{&quot;x&quot;:0,&quot;y&quot;:0},&quot;bending&quot;:0.1,&quot;firstElementIsHead&quot;:true,&quot;customized&quot;:false}},&quot;b6b1084e-b0b5-41ee-b129-0f68e90e45f2&quot;:{&quot;type&quot;:&quot;FIGURE_OBJECT&quot;,&quot;id&quot;:&quot;b6b1084e-b0b5-41ee-b129-0f68e90e45f2&quot;,&quot;relativeTransform&quot;:{&quot;translate&quot;:{&quot;x&quot;:261.8011016531401,&quot;y&quot;:102.45547705395266},&quot;rotate&quot;:-1.6986101013487643e-16},&quot;opacity&quot;:1,&quot;path&quot;:{&quot;type&quot;:&quot;POLY_LINE&quot;,&quot;points&quot;:[{&quot;x&quot;:10.350598011811915,&quot;y&quot;:0},{&quot;x&quot;:-10.350598011811915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75&quot;},&quot;connectorInfo&quot;:{&quot;connectedObjects&quot;:[],&quot;type&quot;:&quot;LINE&quot;,&quot;offset&quot;:{&quot;x&quot;:0,&quot;y&quot;:0},&quot;bending&quot;:0.1,&quot;firstElementIsHead&quot;:true,&quot;customized&quot;:false}},&quot;0a7e41d2-660e-4e39-9d6b-b9ab7f5392fe&quot;:{&quot;type&quot;:&quot;FIGURE_OBJECT&quot;,&quot;id&quot;:&quot;0a7e41d2-660e-4e39-9d6b-b9ab7f5392fe&quot;,&quot;relativeTransform&quot;:{&quot;translate&quot;:{&quot;x&quot;:269.88835431217467,&quot;y&quot;:94.91946398995663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8&quot;},&quot;connectorInfo&quot;:{&quot;connectedObjects&quot;:[],&quot;type&quot;:&quot;LINE&quot;,&quot;offset&quot;:{&quot;x&quot;:0,&quot;y&quot;:0},&quot;bending&quot;:0.1,&quot;firstElementIsHead&quot;:true,&quot;customized&quot;:false}},&quot;46006b8f-4c88-4105-bdeb-8013df0386a1&quot;:{&quot;type&quot;:&quot;FIGURE_OBJECT&quot;,&quot;id&quot;:&quot;46006b8f-4c88-4105-bdeb-8013df0386a1&quot;,&quot;relativeTransform&quot;:{&quot;translate&quot;:{&quot;x&quot;:-67.77905925376835,&quot;y&quot;:-45.041079157915476},&quot;rotate&quot;:0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9b9e0192-258a-4353-ace2-899338407232&quot;,&quot;order&quot;:&quot;6&quot;}},&quot;24fde966-64d8-40a8-ac5a-b97d00e29ddb&quot;:{&quot;type&quot;:&quot;FIGURE_OBJECT&quot;,&quot;id&quot;:&quot;24fde966-64d8-40a8-ac5a-b97d00e29ddb&quot;,&quot;relativeTransform&quot;:{&quot;translate&quot;:{&quot;x&quot;:3.4908584214448584,&quot;y&quot;:-1.2382995116474245},&quot;rotate&quot;:0},&quot;opacity&quot;:1,&quot;path&quot;:{&quot;type&quot;:&quot;POLY_LINE&quot;,&quot;points&quot;:[{&quot;x&quot;:-141.98167441882583,&quot;y&quot;:28.080497724390447},{&quot;x&quot;:-124.9150470995959,&quot;y&quot;:15.660339542130872},{&quot;x&quot;:-93.13229394438183,&quot;y&quot;:-40.13003252784603},{&quot;x&quot;:-49.59253133921675,&quot;y&quot;:17.35201071188839},{&quot;x&quot;:12.408595411691335,&quot;y&quot;:20.18981298229536},{&quot;x&quot;:52.46557685094093,&quot;y&quot;:-14.582174895417065},{&quot;x&quot;:88.39417574432464,&quot;y&quot;:20.052709371433178},{&quot;x&quot;:135.71379287720288,&quot;y&quot;:27.641271458420377}],&quot;closed&quot;:false},&quot;pathStyles&quot;:[{&quot;type&quot;:&quot;FILL&quot;,&quot;fillStyle&quot;:&quot;rgba(0,0,0,0)&quot;},{&quot;type&quot;:&quot;STROKE&quot;,&quot;strokeStyle&quot;:&quot;rgba(79, 96, 156, 1)&quot;,&quot;lineWidth&quot;:3.0362282652613573,&quot;lineJoin&quot;:&quot;round&quot;}],&quot;pathSmoothing&quot;:{&quot;type&quot;:&quot;CATMULL_SMOOTHING&quot;,&quot;smoothing&quot;:0.2},&quot;isLocked&quot;:false,&quot;parent&quot;:{&quot;type&quot;:&quot;CHILD&quot;,&quot;parentId&quot;:&quot;46006b8f-4c88-4105-bdeb-8013df0386a1&quot;,&quot;order&quot;:&quot;5&quot;},&quot;connectorInfo&quot;:{&quot;connectedObjects&quot;:[],&quot;type&quot;:&quot;QUADRATIC&quot;,&quot;offset&quot;:{&quot;x&quot;:0,&quot;y&quot;:0},&quot;bending&quot;:-0.1,&quot;firstElementIsHead&quot;:true,&quot;customized&quot;:true}},&quot;dbcdd7a1-6985-47ac-93d4-411c979d7b15&quot;:{&quot;type&quot;:&quot;FIGURE_OBJECT&quot;,&quot;id&quot;:&quot;dbcdd7a1-6985-47ac-93d4-411c979d7b15&quot;,&quot;relativeTransform&quot;:{&quot;translate&quot;:{&quot;x&quot;:0,&quot;y&quot;:2.6960711798025265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46006b8f-4c88-4105-bdeb-8013df0386a1&quot;,&quot;order&quot;:&quot;2&quot;}},&quot;58f9e9a2-7c84-4230-b7c1-88218adc988e&quot;:{&quot;type&quot;:&quot;FIGURE_OBJECT&quot;,&quot;id&quot;:&quot;58f9e9a2-7c84-4230-b7c1-88218adc988e&quot;,&quot;relativeTransform&quot;:{&quot;translate&quot;:{&quot;x&quot;:0,&quot;y&quot;:31.766083563041047},&quot;rotate&quot;:0},&quot;opacity&quot;:1,&quot;path&quot;:{&quot;type&quot;:&quot;POLY_LINE&quot;,&quot;points&quot;:[{&quot;x&quot;:-138.89474975630085,&quot;y&quot;:0},{&quot;x&quot;:138.89474975630085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02&quot;}},&quot;fc9b6506-c602-4773-a6b6-8f551b30cb9f&quot;:{&quot;type&quot;:&quot;FIGURE_OBJECT&quot;,&quot;id&quot;:&quot;fc9b6506-c602-4773-a6b6-8f551b30cb9f&quot;,&quot;relativeTransform&quot;:{&quot;translate&quot;:{&quot;x&quot;:-33.42089310494606,&quot;y&quot;:23.826912791463272},&quot;rotate&quot;:0},&quot;opacity&quot;:1,&quot;path&quot;:{&quot;type&quot;:&quot;POLY_LINE&quot;,&quot;points&quot;:[{&quot;x&quot;:-21.048973061561796,&quot;y&quot;:0},{&quot;x&quot;:21.048973061561796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05&quot;}},&quot;4c312504-1dbf-431c-b21e-3b3cc4d84cb4&quot;:{&quot;type&quot;:&quot;FIGURE_OBJECT&quot;,&quot;id&quot;:&quot;4c312504-1dbf-431c-b21e-3b3cc4d84cb4&quot;,&quot;relativeTransform&quot;:{&quot;translate&quot;:{&quot;x&quot;:-81.02949826063843,&quot;y&quot;:23.826912791463272},&quot;rotate&quot;:0},&quot;opacity&quot;:1,&quot;path&quot;:{&quot;type&quot;:&quot;POLY_LINE&quot;,&quot;points&quot;:[{&quot;x&quot;:-22.253880931046847,&quot;y&quot;:0},{&quot;x&quot;:22.253880931046847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1&quot;}},&quot;291aac5e-51fd-4ede-8dc9-72c07c66e6e9&quot;:{&quot;type&quot;:&quot;FIGURE_OBJECT&quot;,&quot;id&quot;:&quot;291aac5e-51fd-4ede-8dc9-72c07c66e6e9&quot;,&quot;relativeTransform&quot;:{&quot;translate&quot;:{&quot;x&quot;:69.65738505019742,&quot;y&quot;:15.920905307970376},&quot;rotate&quot;:0},&quot;opacity&quot;:1,&quot;path&quot;:{&quot;type&quot;:&quot;POLY_LINE&quot;,&quot;points&quot;:[{&quot;x&quot;:-14.106950557494931,&quot;y&quot;:0},{&quot;x&quot;:14.106950557494931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12&quot;}},&quot;9d2283b8-1045-41a2-aa84-555d9d81b055&quot;:{&quot;type&quot;:&quot;FIGURE_OBJECT&quot;,&quot;id&quot;:&quot;9d2283b8-1045-41a2-aa84-555d9d81b055&quot;,&quot;relativeTransform&quot;:{&quot;translate&quot;:{&quot;x&quot;:41.443483935207226,&quot;y&quot;:23.826912791463272},&quot;rotate&quot;:0},&quot;opacity&quot;:1,&quot;path&quot;:{&quot;type&quot;:&quot;POLY_LINE&quot;,&quot;points&quot;:[{&quot;x&quot;:-21.42166566138125,&quot;y&quot;:0},{&quot;x&quot;:21.42166566138125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15&quot;}},&quot;523c3361-b016-4fea-9a75-5afa25e4b55f&quot;:{&quot;type&quot;:&quot;FIGURE_OBJECT&quot;,&quot;id&quot;:&quot;523c3361-b016-4fea-9a75-5afa25e4b55f&quot;,&quot;relativeTransform&quot;:{&quot;translate&quot;:{&quot;x&quot;:113.13500666839673,&quot;y&quot;:23.826912791463272},&quot;rotate&quot;:0},&quot;opacity&quot;:1,&quot;path&quot;:{&quot;type&quot;:&quot;POLY_LINE&quot;,&quot;points&quot;:[{&quot;x&quot;:-24.850889405256204,&quot;y&quot;:0},{&quot;x&quot;:24.850889405256204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2&quot;}},&quot;3d928bec-2eb9-46fe-9aa3-ae50cd985a9e&quot;:{&quot;type&quot;:&quot;FIGURE_OBJECT&quot;,&quot;id&quot;:&quot;3d928bec-2eb9-46fe-9aa3-ae50cd985a9e&quot;,&quot;relativeTransform&quot;:{&quot;translate&quot;:{&quot;x&quot;:-112.87966811510708,&quot;y&quot;:15.310960247320354},&quot;rotate&quot;:0},&quot;opacity&quot;:1,&quot;path&quot;:{&quot;type&quot;:&quot;POLY_LINE&quot;,&quot;points&quot;:[{&quot;x&quot;:-11.686207524532222,&quot;y&quot;:0},{&quot;x&quot;:11.686207524532222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22&quot;}},&quot;88bafa97-1fee-4284-85ca-f41e78d76352&quot;:{&quot;type&quot;:&quot;FIGURE_OBJECT&quot;,&quot;id&quot;:&quot;88bafa97-1fee-4284-85ca-f41e78d76352&quot;,&quot;relativeTransform&quot;:{&quot;translate&quot;:{&quot;x&quot;:-88.4835258046955,&quot;y&quot;:15.310960247320354},&quot;rotate&quot;:0},&quot;opacity&quot;:1,&quot;path&quot;:{&quot;type&quot;:&quot;POLY_LINE&quot;,&quot;points&quot;:[{&quot;x&quot;:-8.189251225224256,&quot;y&quot;:0},{&quot;x&quot;:8.189251225224256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25&quot;}},&quot;2e96f8bb-12f6-4f4c-8b1e-5b78dde6dc05&quot;:{&quot;type&quot;:&quot;FIGURE_OBJECT&quot;,&quot;id&quot;:&quot;2e96f8bb-12f6-4f4c-8b1e-5b78dde6dc05&quot;,&quot;relativeTransform&quot;:{&quot;translate&quot;:{&quot;x&quot;:-63.92698224164863,&quot;y&quot;:15.310960247320354},&quot;rotate&quot;:0},&quot;opacity&quot;:1,&quot;path&quot;:{&quot;type&quot;:&quot;POLY_LINE&quot;,&quot;points&quot;:[{&quot;x&quot;:-11.846608777167473,&quot;y&quot;:0},{&quot;x&quot;:11.846608777167473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3&quot;}},&quot;ca0e17b9-1e90-4ad6-b1d4-ec8ce33ce2d9&quot;:{&quot;type&quot;:&quot;FIGURE_OBJECT&quot;,&quot;id&quot;:&quot;ca0e17b9-1e90-4ad6-b1d4-ec8ce33ce2d9&quot;,&quot;relativeTransform&quot;:{&quot;translate&quot;:{&quot;x&quot;:-118.0832325786749,&quot;y&quot;:23.826912791463272},&quot;rotate&quot;:0},&quot;opacity&quot;:1,&quot;path&quot;:{&quot;type&quot;:&quot;POLY_LINE&quot;,&quot;points&quot;:[{&quot;x&quot;:-10.279169826334664,&quot;y&quot;:0},{&quot;x&quot;:10.279169826334664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35&quot;}},&quot;1cbe7718-fe82-4652-bfbd-17b4c660c898&quot;:{&quot;type&quot;:&quot;FIGURE_OBJECT&quot;,&quot;id&quot;:&quot;1cbe7718-fe82-4652-bfbd-17b4c660c898&quot;,&quot;relativeTransform&quot;:{&quot;translate&quot;:{&quot;x&quot;:-90.82672332377064,&quot;y&quot;:-4.03281960897152},&quot;rotate&quot;:0},&quot;opacity&quot;:1,&quot;path&quot;:{&quot;type&quot;:&quot;POLY_LINE&quot;,&quot;points&quot;:[{&quot;x&quot;:22.253880931046847,&quot;y&quot;:0},{&quot;x&quot;:-22.253880931046847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4&quot;}},&quot;525afdaf-45cd-492f-99f0-986fd1493994&quot;:{&quot;type&quot;:&quot;FIGURE_OBJECT&quot;,&quot;id&quot;:&quot;525afdaf-45cd-492f-99f0-986fd1493994&quot;,&quot;relativeTransform&quot;:{&quot;translate&quot;:{&quot;x&quot;:-71.55034175537003,&quot;y&quot;:4.483132935171397},&quot;rotate&quot;:0},&quot;opacity&quot;:1,&quot;path&quot;:{&quot;type&quot;:&quot;POLY_LINE&quot;,&quot;points&quot;:[{&quot;x&quot;:11.686207524532222,&quot;y&quot;:0},{&quot;x&quot;:-11.686207524532222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5&quot;}},&quot;70cea851-3cae-4e85-9dcf-26254e264dbc&quot;:{&quot;type&quot;:&quot;FIGURE_OBJECT&quot;,&quot;id&quot;:&quot;70cea851-3cae-4e85-9dcf-26254e264dbc&quot;,&quot;relativeTransform&quot;:{&quot;translate&quot;:{&quot;x&quot;:-106.73173569646845,&quot;y&quot;:4.483132935171397},&quot;rotate&quot;:0},&quot;opacity&quot;:1,&quot;path&quot;:{&quot;type&quot;:&quot;POLY_LINE&quot;,&quot;points&quot;:[{&quot;x&quot;:11.846608777167473,&quot;y&quot;:0},{&quot;x&quot;:-11.846608777167473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52&quot;}},&quot;6af525d8-ae21-45ce-8c82-2adda7ba95fb&quot;:{&quot;type&quot;:&quot;FIGURE_OBJECT&quot;,&quot;id&quot;:&quot;6af525d8-ae21-45ce-8c82-2adda7ba95fb&quot;,&quot;relativeTransform&quot;:{&quot;translate&quot;:{&quot;x&quot;:-87.82002218170943,&quot;y&quot;:-13.64116949527817},&quot;rotate&quot;:0},&quot;opacity&quot;:1,&quot;path&quot;:{&quot;type&quot;:&quot;POLY_LINE&quot;,&quot;points&quot;:[{&quot;x&quot;:-11.846608777167473,&quot;y&quot;:0},{&quot;x&quot;:11.846608777167473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55&quot;}},&quot;603da382-2faf-4989-bf82-aa13e9c42a7e&quot;:{&quot;type&quot;:&quot;FIGURE_OBJECT&quot;,&quot;id&quot;:&quot;603da382-2faf-4989-bf82-aa13e9c42a7e&quot;,&quot;relativeTransform&quot;:{&quot;translate&quot;:{&quot;x&quot;:-89.64143552293696,&quot;y&quot;:-22.800056375855288},&quot;rotate&quot;:0},&quot;opacity&quot;:1,&quot;path&quot;:{&quot;type&quot;:&quot;POLY_LINE&quot;,&quot;points&quot;:[{&quot;x&quot;:-10.449593005551822,&quot;y&quot;:0},{&quot;x&quot;:10.449593005551822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6&quot;}},&quot;649ded83-e4cf-47c1-9257-9f07e1a3aabf&quot;:{&quot;type&quot;:&quot;FIGURE_OBJECT&quot;,&quot;id&quot;:&quot;649ded83-e4cf-47c1-9257-9f07e1a3aabf&quot;,&quot;relativeTransform&quot;:{&quot;translate&quot;:{&quot;x&quot;:75.57498956924131,&quot;y&quot;:23.826912791463272},&quot;rotate&quot;:0},&quot;opacity&quot;:1,&quot;path&quot;:{&quot;type&quot;:&quot;POLY_LINE&quot;,&quot;points&quot;:[{&quot;x&quot;:-8.189251225224256,&quot;y&quot;:0},{&quot;x&quot;:8.189251225224256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62&quot;}},&quot;9ab5b097-d6f6-4f15-a1fa-e1940dbdd0db&quot;:{&quot;type&quot;:&quot;FIGURE_OBJECT&quot;,&quot;id&quot;:&quot;9ab5b097-d6f6-4f15-a1fa-e1940dbdd0db&quot;,&quot;relativeTransform&quot;:{&quot;translate&quot;:{&quot;x&quot;:36.92299000100575,&quot;y&quot;:15.920905307970376},&quot;rotate&quot;:0},&quot;opacity&quot;:1,&quot;path&quot;:{&quot;type&quot;:&quot;POLY_LINE&quot;,&quot;points&quot;:[{&quot;x&quot;:-14.106950557494931,&quot;y&quot;:0},{&quot;x&quot;:14.106950557494931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65&quot;}},&quot;b8388d29-fe06-490d-8a68-50572375cdcf&quot;:{&quot;type&quot;:&quot;FIGURE_OBJECT&quot;,&quot;id&quot;:&quot;b8388d29-fe06-490d-8a68-50572375cdcf&quot;,&quot;relativeTransform&quot;:{&quot;translate&quot;:{&quot;x&quot;:41.44348393520733,&quot;y&quot;:8.477982865037905},&quot;rotate&quot;:0},&quot;opacity&quot;:1,&quot;path&quot;:{&quot;type&quot;:&quot;POLY_LINE&quot;,&quot;points&quot;:[{&quot;x&quot;:-14.106950557494931,&quot;y&quot;:0},{&quot;x&quot;:14.106950557494931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7&quot;}},&quot;31e0a29e-1fce-46bc-990c-f99580065b02&quot;:{&quot;type&quot;:&quot;FIGURE_OBJECT&quot;,&quot;id&quot;:&quot;31e0a29e-1fce-46bc-990c-f99580065b02&quot;,&quot;relativeTransform&quot;:{&quot;translate&quot;:{&quot;x&quot;:69.66309783009831,&quot;y&quot;:8.477982865037905},&quot;rotate&quot;:0},&quot;opacity&quot;:1,&quot;path&quot;:{&quot;type&quot;:&quot;POLY_LINE&quot;,&quot;points&quot;:[{&quot;x&quot;:-8.887866834620027,&quot;y&quot;:0},{&quot;x&quot;:8.887866834620027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72&quot;}},&quot;e2331caa-93b0-4847-bc44-0afc1cfc61fb&quot;:{&quot;type&quot;:&quot;FIGURE_OBJECT&quot;,&quot;id&quot;:&quot;e2331caa-93b0-4847-bc44-0afc1cfc61fb&quot;,&quot;relativeTransform&quot;:{&quot;translate&quot;:{&quot;x&quot;:53.46051589159208,&quot;y&quot;:0.5719753815447801},&quot;rotate&quot;:0},&quot;opacity&quot;:1,&quot;path&quot;:{&quot;type&quot;:&quot;POLY_LINE&quot;,&quot;points&quot;:[{&quot;x&quot;:-18.80926740999324,&quot;y&quot;:0},{&quot;x&quot;:18.80926740999324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75&quot;}},&quot;95a06921-faf1-4d10-be2a-21217e7becbc&quot;:{&quot;type&quot;:&quot;FIGURE_OBJECT&quot;,&quot;id&quot;:&quot;95a06921-faf1-4d10-be2a-21217e7becbc&quot;,&quot;relativeTransform&quot;:{&quot;translate&quot;:{&quot;x&quot;:58.16283274409038,&quot;y&quot;:-6.870967142035978},&quot;rotate&quot;:0},&quot;opacity&quot;:1,&quot;path&quot;:{&quot;type&quot;:&quot;POLY_LINE&quot;,&quot;points&quot;:[{&quot;x&quot;:-14.106950557494931,&quot;y&quot;:0},{&quot;x&quot;:14.106950557494931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8&quot;}},&quot;fcd47a15-db1b-4f99-80aa-f9439d653cd8&quot;:{&quot;type&quot;:&quot;FIGURE_OBJECT&quot;,&quot;id&quot;:&quot;fcd47a15-db1b-4f99-80aa-f9439d653cd8&quot;,&quot;relativeTransform&quot;:{&quot;translate&quot;:{&quot;x&quot;:4.314209256975107,&quot;y&quot;:23.826912791463272},&quot;rotate&quot;:0},&quot;opacity&quot;:1,&quot;path&quot;:{&quot;type&quot;:&quot;POLY_LINE&quot;,&quot;points&quot;:[{&quot;x&quot;:-11.401907067734273,&quot;y&quot;:0},{&quot;x&quot;:11.401907067734273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85&quot;}},&quot;c3fe122e-0106-478a-aad6-08ac8d7db9ba&quot;:{&quot;type&quot;:&quot;FIGURE_OBJECT&quot;,&quot;id&quot;:&quot;c3fe122e-0106-478a-aad6-08ac8d7db9ba&quot;,&quot;relativeTransform&quot;:{&quot;translate&quot;:{&quot;x&quot;:-88.48362061792204,&quot;y&quot;:-31.766083563040826},&quot;rotate&quot;:0},&quot;opacity&quot;:1,&quot;path&quot;:{&quot;type&quot;:&quot;POLY_LINE&quot;,&quot;points&quot;:[{&quot;x&quot;:-8.189251225224256,&quot;y&quot;:0},{&quot;x&quot;:8.189251225224256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9&quot;}},&quot;925a762d-b0c0-4a11-9f7a-0b6a7bf3cd27&quot;:{&quot;relativeTransform&quot;:{&quot;translate&quot;:{&quot;x&quot;:81.31176321837532,&quot;y&quot;:-52.35191670609808},&quot;rotate&quot;:0,&quot;skewX&quot;:0,&quot;scale&quot;:{&quot;x&quot;:1,&quot;y&quot;:1}},&quot;type&quot;:&quot;FIGURE_OBJECT&quot;,&quot;id&quot;:&quot;925a762d-b0c0-4a11-9f7a-0b6a7bf3cd27&quot;,&quot;parent&quot;:{&quot;type&quot;:&quot;CHILD&quot;,&quot;parentId&quot;:&quot;9b9e0192-258a-4353-ace2-899338407232&quot;,&quot;order&quot;:&quot;8&quot;},&quot;name&quot;:&quot;Nanopore sequencing (simple)&quot;,&quot;displayName&quot;:&quot;Nanopore sequencing (simple)&quot;,&quot;source&quot;:{&quot;id&quot;:&quot;632a23fa6964157864432005&quot;,&quot;type&quot;:&quot;ASSETS&quot;},&quot;isPremium&quot;:true},&quot;21e887e1-86c9-48d8-912c-91224eed7311&quot;:{&quot;type&quot;:&quot;FIGURE_OBJECT&quot;,&quot;id&quot;:&quot;21e887e1-86c9-48d8-912c-91224eed7311&quot;,&quot;name&quot;:&quot;Nanopore&quot;,&quot;relativeTransform&quot;:{&quot;translate&quot;:{&quot;x&quot;:96.19126061713382,&quot;y&quot;:22.311387453069063},&quot;rotate&quot;:0.012862993320372756,&quot;skewX&quot;:0.016243903900101744,&quot;scale&quot;:{&quot;x&quot;:0.10448823437836642,&quot;y&quot;:0.08753049950243647}},&quot;opacity&quot;:1,&quot;image&quot;:{&quot;url&quot;:&quot;https://icons.biorender.com/biorender/5e56c8144b682f00285fd2ed/nanopore.png&quot;,&quot;fallbackUrl&quot;:&quot;https://res.cloudinary.com/dlcjuc3ej/image/upload/v1582745615/xcbqceygzj4bvzmc0qj6.svg#/keystone/api/icons/5e56c8144b682f00285fd2ed/nanopore.svg&quot;,&quot;size&quot;:{&quot;x&quot;:415,&quot;y&quot;:609},&quot;isPremium&quot;:false,&quot;isPacked&quot;:true},&quot;source&quot;:{&quot;id&quot;:&quot;5e56c7724b682f00285fd2d7&quot;,&quot;type&quot;:&quot;ASSETS&quot;},&quot;pathStyles&quot;:[{&quot;type&quot;:&quot;FILL&quot;,&quot;fillStyle&quot;:&quot;rgb(0,0,0)&quot;}],&quot;isLocked&quot;:false,&quot;parent&quot;:{&quot;type&quot;:&quot;CHILD&quot;,&quot;parentId&quot;:&quot;925a762d-b0c0-4a11-9f7a-0b6a7bf3cd27&quot;,&quot;order&quot;:&quot;1&quot;}},&quot;a672bac4-3880-4bc4-856f-82deda84bb87&quot;:{&quot;type&quot;:&quot;FIGURE_OBJECT&quot;,&quot;id&quot;:&quot;a672bac4-3880-4bc4-856f-82deda84bb87&quot;,&quot;name&quot;:&quot;Nanopore (unwinding enzyme)&quot;,&quot;relativeTransform&quot;:{&quot;translate&quot;:{&quot;x&quot;:95.98268468213261,&quot;y&quot;:-9.57568730688443},&quot;rotate&quot;:0.012862993320372737,&quot;skewX&quot;:0.0210185522466482,&quot;scale&quot;:{&quot;x&quot;:0.1073539724929873,&quot;y&quot;:0.11637194230426175}},&quot;opacity&quot;:1,&quot;image&quot;:{&quot;url&quot;:&quot;https://icons.biorender.com/biorender/5e56c89f4b682f00285fd2f2/nanopore-unwinding-enzyme.png&quot;,&quot;fallbackUrl&quot;:&quot;https://res.cloudinary.com/dlcjuc3ej/image/upload/v1582745754/onxnd17agiv4nme8witv.svg#/keystone/api/icons/5e56c89f4b682f00285fd2f2/nanopore-unwinding-enzyme.svg&quot;,&quot;size&quot;:{&quot;x&quot;:335,&quot;y&quot;:244},&quot;isPremium&quot;:false,&quot;isPacked&quot;:true},&quot;source&quot;:{&quot;id&quot;:&quot;5e56c8154b682f00285fd2ee&quot;,&quot;type&quot;:&quot;ASSETS&quot;},&quot;pathStyles&quot;:[{&quot;type&quot;:&quot;FILL&quot;,&quot;fillStyle&quot;:&quot;rgb(0,0,0)&quot;}],&quot;isLocked&quot;:false,&quot;parent&quot;:{&quot;type&quot;:&quot;CHILD&quot;,&quot;parentId&quot;:&quot;925a762d-b0c0-4a11-9f7a-0b6a7bf3cd27&quot;,&quot;order&quot;:&quot;2&quot;}},&quot;7c402725-95f0-4be5-a7ec-ca84bf8058f5&quot;:{&quot;type&quot;:&quot;FIGURE_OBJECT&quot;,&quot;id&quot;:&quot;7c402725-95f0-4be5-a7ec-ca84bf8058f5&quot;,&quot;parent&quot;:{&quot;type&quot;:&quot;CHILD&quot;,&quot;parentId&quot;:&quot;925a762d-b0c0-4a11-9f7a-0b6a7bf3cd27&quot;,&quot;order&quot;:&quot;6&quot;},&quot;relativeTransform&quot;:{&quot;translate&quot;:{&quot;x&quot;:0,&quot;y&quot;:0},&quot;rotate&quot;:0}},&quot;a73a0a6d-c8b8-474a-bfdb-23e9452dd111&quot;:{&quot;type&quot;:&quot;FIGURE_OBJECT&quot;,&quot;id&quot;:&quot;a73a0a6d-c8b8-474a-bfdb-23e9452dd111&quot;,&quot;name&quot;:&quot;Nanopore (DNA)&quot;,&quot;relativeTransform&quot;:{&quot;translate&quot;:{&quot;x&quot;:101.09509640210425,&quot;y&quot;:19.32207307165895},&quot;rotate&quot;:0,&quot;skewX&quot;:0,&quot;scale&quot;:{&quot;x&quot;:0.19070661868190478,&quot;y&quot;:0.1907066186819047}},&quot;opacity&quot;:1,&quot;image&quot;:{&quot;url&quot;:&quot;https://icons.biorender.com/biorender/5e56c8f14b682f00285fd315/nanopore-dna.png&quot;,&quot;fallbackUrl&quot;:&quot;https://res.cloudinary.com/dlcjuc3ej/image/upload/v1582745837/to7itoofhajwco9wslh9.svg#/keystone/api/icons/5e56c8f14b682f00285fd315/nanopore-dna.svg&quot;,&quot;size&quot;:{&quot;x&quot;:888,&quot;y&quot;:1048},&quot;isPremium&quot;:false,&quot;isPacked&quot;:true},&quot;source&quot;:{&quot;id&quot;:&quot;5e56c8a04b682f00285fd307&quot;,&quot;type&quot;:&quot;ASSETS&quot;},&quot;pathStyles&quot;:[{&quot;type&quot;:&quot;FILL&quot;,&quot;fillStyle&quot;:&quot;rgb(0,0,0)&quot;}],&quot;isLocked&quot;:false,&quot;parent&quot;:{&quot;type&quot;:&quot;CHILD&quot;,&quot;parentId&quot;:&quot;7c402725-95f0-4be5-a7ec-ca84bf8058f5&quot;,&quot;order&quot;:&quot;5&quot;}},&quot;93799808-0cd9-4dad-8ecd-70e04a2b4f94&quot;:{&quot;type&quot;:&quot;FIGURE_OBJECT&quot;,&quot;id&quot;:&quot;93799808-0cd9-4dad-8ecd-70e04a2b4f94&quot;,&quot;parent&quot;:{&quot;type&quot;:&quot;CROP&quot;,&quot;parentId&quot;:&quot;7c402725-95f0-4be5-a7ec-ca84bf8058f5&quot;,&quot;order&quot;:&quot;5&quot;},&quot;relativeTransform&quot;:{&quot;translate&quot;:{&quot;x&quot;:102.58804030216638,&quot;y&quot;:3.5606991681775635},&quot;rotate&quot;:0,&quot;skewX&quot;:0,&quot;scale&quot;:{&quot;x&quot;:68.38367319056461,&quot;y&quot;:63.6021055590126}},&quot;path&quot;:{&quot;type&quot;:&quot;RECT&quot;,&quot;size&quot;:{&quot;x&quot;:2,&quot;y&quot;:2}},&quot;pathStyles&quot;:[{&quot;type&quot;:&quot;FILL&quot;,&quot;fillStyle&quot;:&quot;#fff&quot;}],&quot;isFrozen&quot;:true},&quot;e5fefa91-cb21-45fb-adb3-50768a9964c5&quot;:{&quot;type&quot;:&quot;FIGURE_OBJECT&quot;,&quot;id&quot;:&quot;e5fefa91-cb21-45fb-adb3-50768a9964c5&quot;,&quot;relativeTransform&quot;:{&quot;translate&quot;:{&quot;x&quot;:67.1176531222687,&quot;y&quot;:-84.86374213048548},&quot;rotate&quot;:0},&quot;layout&quot;:{&quot;sizeRatio&quot;:{&quot;x&quot;:0.88,&quot;y&quot;:0.88},&quot;keepAspectRatio&quot;:false},&quot;opacity&quot;:1,&quot;path&quot;:{&quot;type&quot;:&quot;RECT&quot;,&quot;size&quot;:{&quot;x&quot;:52.3898640523155,&quot;y&quot;:17.045454545454547},&quot;cornerRounding&quot;:{&quot;type&quot;:&quot;ARC_LENGTH&quot;,&quot;global&quot;:0}},&quot;pathStyles&quot;:[{&quot;type&quot;:&quot;FILL&quot;,&quot;fillStyle&quot;:&quot;rgba(216, 240, 246, 1)&quot;},{&quot;type&quot;:&quot;STROKE&quot;,&quot;strokeStyle&quot;:&quot;rgba(48, 110, 128, 1)&quot;,&quot;lineWidth&quot;:0.7395512418615802,&quot;lineJoin&quot;:&quot;round&quot;}],&quot;isLocked&quot;:false,&quot;parent&quot;:{&quot;type&quot;:&quot;CHILD&quot;,&quot;parentId&quot;:&quot;b932121b-e66f-43b0-947c-a731f73ab320&quot;,&quot;order&quot;:&quot;8&quot;}},&quot;1ea6b75d-28d2-4efc-b135-35c708aa22e9&quot;:{&quot;type&quot;:&quot;FIGURE_OBJECT&quot;,&quot;id&quot;:&quot;1ea6b75d-28d2-4efc-b135-35c708aa22e9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12.58383924308821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46.10308036603764,&quot;y&quot;:15},&quot;targetSize&quot;:{&quot;x&quot;:46.10308036603764,&quot;y&quot;:2},&quot;format&quot;:&quot;BETTER_TEXT&quot;,&quot;verticalAlign&quot;:&quot;TOP&quot;},&quot;parent&quot;:{&quot;type&quot;:&quot;CHILD&quot;,&quot;parentId&quot;:&quot;e5fefa91-cb21-45fb-adb3-50768a9964c5&quot;,&quot;order&quot;:&quot;5&quot;}}}}"/>
  <p:tag name="TRANSPARENTBACKGROUND" val="false"/>
  <p:tag name="VERSION" val="1776176742879"/>
  <p:tag name="TITLE" val="seq_image"/>
  <p:tag name="CREATORNAME" val="Beatriz Fernandez"/>
  <p:tag name="DATEINSERTED" val="177617691168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de35872cc9aa79b639d018"/>
  <p:tag name="BIOJSON" val="{&quot;id&quot;:&quot;60bc71c6-6376-4756-a524-ea8be73869d2&quot;,&quot;objects&quot;:{&quot;60bc71c6-6376-4756-a524-ea8be73869d2&quot;:{&quot;id&quot;:&quot;60bc71c6-6376-4756-a524-ea8be73869d2&quot;,&quot;type&quot;:&quot;FIGURE_OBJECT&quot;,&quot;document&quot;:{&quot;type&quot;:&quot;DOCUMENT_GROUP&quot;,&quot;canvasType&quot;:&quot;FIGURE&quot;,&quot;units&quot;:&quot;in&quot;}},&quot;b1d4e628-f548-455f-b5e1-3ebef2515757&quot;:{&quot;id&quot;:&quot;b1d4e628-f548-455f-b5e1-3ebef2515757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60bc71c6-6376-4756-a524-ea8be73869d2&quot;,&quot;type&quot;:&quot;FRAME&quot;,&quot;order&quot;:&quot;5&quot;}},&quot;9b9e0192-258a-4353-ace2-899338407232&quot;:{&quot;id&quot;:&quot;9b9e0192-258a-4353-ace2-899338407232&quot;,&quot;type&quot;:&quot;FIGURE_OBJECT&quot;,&quot;document&quot;:{&quot;type&quot;:&quot;FIGURE&quot;,&quot;canvasType&quot;:&quot;FIGURE&quot;,&quot;units&quot;:&quot;in&quot;},&quot;parent&quot;:{&quot;parentId&quot;:&quot;60bc71c6-6376-4756-a524-ea8be73869d2&quot;,&quot;type&quot;:&quot;DOCUMENT&quot;,&quot;order&quot;:&quot;5&quot;}},&quot;6159c9a1-1466-4192-aa26-5175a0b75f5d&quot;:{&quot;id&quot;:&quot;6159c9a1-1466-4192-aa26-5175a0b75f5d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9b9e0192-258a-4353-ace2-899338407232&quot;,&quot;order&quot;:&quot;5&quot;}},&quot;303ea281-cfe9-48fb-b9e0-bf6f90ab3956&quot;:{&quot;id&quot;:&quot;303ea281-cfe9-48fb-b9e0-bf6f90ab3956&quot;,&quot;type&quot;:&quot;FIGURE_OBJECT&quot;,&quot;guide&quot;:{&quot;type&quot;:&quot;GRID&quot;,&quot;distance&quot;:0.5,&quot;units&quot;:&quot;in&quot;},&quot;parent&quot;:{&quot;parentId&quot;:&quot;60bc71c6-6376-4756-a524-ea8be73869d2&quot;,&quot;type&quot;:&quot;GUIDE&quot;,&quot;order&quot;:&quot;5&quot;}},&quot;b96e3d93-e048-43ff-9243-630e6875d18a&quot;:{&quot;relativeTransform&quot;:{&quot;translate&quot;:{&quot;x&quot;:-84.33633760662133,&quot;y&quot;:-247.84250964687982},&quot;rotate&quot;:0,&quot;skewX&quot;:0,&quot;scale&quot;:{&quot;x&quot;:1,&quot;y&quot;:1}},&quot;type&quot;:&quot;FIGURE_OBJECT&quot;,&quot;id&quot;:&quot;b96e3d93-e048-43ff-9243-630e6875d18a&quot;,&quot;parent&quot;:{&quot;type&quot;:&quot;CHILD&quot;,&quot;parentId&quot;:&quot;9b9e0192-258a-4353-ace2-899338407232&quot;,&quot;order&quot;:&quot;5&quot;},&quot;name&quot;:&quot;RNA map sequencing&quot;,&quot;displayName&quot;:&quot;RNA map sequencing&quot;,&quot;source&quot;:{&quot;id&quot;:&quot;63407fa472ecc23b36c85f2e&quot;,&quot;type&quot;:&quot;ASSETS&quot;},&quot;isPremium&quot;:true},&quot;cc26443a-202b-4614-950f-0908acac4033&quot;:{&quot;type&quot;:&quot;FIGURE_OBJECT&quot;,&quot;id&quot;:&quot;cc26443a-202b-4614-950f-0908acac4033&quot;,&quot;relativeTransform&quot;:{&quot;translate&quot;:{&quot;x&quot;:-363.02081797561743,&quot;y&quot;:221.13028700237544},&quot;rotate&quot;:0},&quot;opacity&quot;:1,&quot;path&quot;:{&quot;type&quot;:&quot;POLY_LINE&quot;,&quot;points&quot;:[{&quot;x&quot;:-8.948190327793963,&quot;y&quot;:9.281769815138825},{&quot;x&quot;:-8.948190327793963,&quot;y&quot;:-9.281769815138825},{&quot;x&quot;:6.908407992088083,&quot;y&quot;:-9.281769815138825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96e3d93-e048-43ff-9243-630e6875d18a&quot;,&quot;order&quot;:&quot;7&quot;},&quot;connectorInfo&quot;:{&quot;connectedObjects&quot;:[],&quot;type&quot;:&quot;ELBOW&quot;,&quot;offset&quot;:{&quot;x&quot;:0,&quot;y&quot;:0},&quot;bending&quot;:-0.1,&quot;firstElementIsHead&quot;:true,&quot;customized&quot;:false}},&quot;b932121b-e66f-43b0-947c-a731f73ab320&quot;:{&quot;relativeTransform&quot;:{&quot;translate&quot;:{&quot;x&quot;:-302.1238188037735,&quot;y&quot;:315.96390663805704},&quot;rotate&quot;:0},&quot;type&quot;:&quot;FIGURE_OBJECT&quot;,&quot;id&quot;:&quot;b932121b-e66f-43b0-947c-a731f73ab320&quot;,&quot;parent&quot;:{&quot;type&quot;:&quot;CHILD&quot;,&quot;parentId&quot;:&quot;b96e3d93-e048-43ff-9243-630e6875d18a&quot;,&quot;order&quot;:&quot;1&quot;},&quot;name&quot;:&quot;Pre-sliced introns and exons (editable)&quot;,&quot;displayName&quot;:&quot;Pre-sliced introns and exons&quot;,&quot;source&quot;:{&quot;id&quot;:&quot;603298ba59681400a6b4b680&quot;,&quot;type&quot;:&quot;ASSETS&quot;},&quot;isPremium&quot;:true},&quot;48d1234f-6ffd-4738-9153-10deb8545649&quot;:{&quot;type&quot;:&quot;FIGURE_OBJECT&quot;,&quot;id&quot;:&quot;48d1234f-6ffd-4738-9153-10deb8545649&quot;,&quot;relativeTransform&quot;:{&quot;translate&quot;:{&quot;x&quot;:19.474904705088232,&quot;y&quot;:-84.86369834863886},&quot;rotate&quot;:0},&quot;opacity&quot;:1,&quot;path&quot;:{&quot;type&quot;:&quot;POLY_LINE&quot;,&quot;points&quot;:[{&quot;x&quot;:-96.61148919091383,&quot;y&quot;:0},{&quot;x&quot;:92.4209409991372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,&quot;dashArray&quot;:[0,0]}],&quot;isLocked&quot;:false,&quot;parent&quot;:{&quot;type&quot;:&quot;CHILD&quot;,&quot;parentId&quot;:&quot;b932121b-e66f-43b0-947c-a731f73ab320&quot;,&quot;order&quot;:&quot;05&quot;}},&quot;26ee692c-7384-49e9-881d-2265aa09321c&quot;:{&quot;type&quot;:&quot;FIGURE_OBJECT&quot;,&quot;id&quot;:&quot;26ee692c-7384-49e9-881d-2265aa09321c&quot;,&quot;relativeTransform&quot;:{&quot;translate&quot;:{&quot;x&quot;:-29.916724409371266,&quot;y&quot;:-84.86374213048548},&quot;rotate&quot;:0},&quot;layout&quot;:{&quot;sizeRatio&quot;:{&quot;x&quot;:0.88,&quot;y&quot;:0.88},&quot;keepAspectRatio&quot;:false},&quot;opacity&quot;:1,&quot;path&quot;:{&quot;type&quot;:&quot;RECT&quot;,&quot;size&quot;:{&quot;x&quot;:48.893094333962594,&quot;y&quot;:17.045454545454547},&quot;cornerRounding&quot;:{&quot;type&quot;:&quot;ARC_LENGTH&quot;,&quot;global&quot;:0}},&quot;pathStyles&quot;:[{&quot;type&quot;:&quot;FILL&quot;,&quot;fillStyle&quot;:&quot;rgba(216, 240, 246, 1)&quot;},{&quot;type&quot;:&quot;STROKE&quot;,&quot;strokeStyle&quot;:&quot;rgba(48, 110, 128, 1)&quot;,&quot;lineWidth&quot;:0.7395512418615802,&quot;lineJoin&quot;:&quot;round&quot;}],&quot;isLocked&quot;:false,&quot;parent&quot;:{&quot;type&quot;:&quot;CHILD&quot;,&quot;parentId&quot;:&quot;b932121b-e66f-43b0-947c-a731f73ab320&quot;,&quot;order&quot;:&quot;1&quot;}},&quot;10427504-8e71-4250-a8a6-33fe2e67f6a1&quot;:{&quot;type&quot;:&quot;FIGURE_OBJECT&quot;,&quot;id&quot;:&quot;10427504-8e71-4250-a8a6-33fe2e67f6a1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12.58383924308821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43.02592301388709,&quot;y&quot;:15},&quot;targetSize&quot;:{&quot;x&quot;:43.02592301388709,&quot;y&quot;:2},&quot;format&quot;:&quot;BETTER_TEXT&quot;,&quot;verticalAlign&quot;:&quot;TOP&quot;},&quot;parent&quot;:{&quot;type&quot;:&quot;CHILD&quot;,&quot;parentId&quot;:&quot;26ee692c-7384-49e9-881d-2265aa09321c&quot;,&quot;order&quot;:&quot;5&quot;}},&quot;8b7dd6a1-1869-460e-8845-4660531a17cb&quot;:{&quot;type&quot;:&quot;FIGURE_OBJECT&quot;,&quot;id&quot;:&quot;8b7dd6a1-1869-460e-8845-4660531a17cb&quot;,&quot;parent&quot;:{&quot;type&quot;:&quot;CHILD&quot;,&quot;parentId&quot;:&quot;b96e3d93-e048-43ff-9243-630e6875d18a&quot;,&quot;order&quot;:&quot;2&quot;},&quot;relativeTransform&quot;:{&quot;translate&quot;:{&quot;x&quot;:-512.6052103798372,&quot;y&quot;:43.54220832815986},&quot;rotate&quot;:0}},&quot;16f42f49-5ed1-408d-ba08-219eec563b6c&quot;:{&quot;type&quot;:&quot;FIGURE_OBJECT&quot;,&quot;id&quot;:&quot;16f42f49-5ed1-408d-ba08-219eec563b6c&quot;,&quot;relativeTransform&quot;:{&quot;translate&quot;:{&quot;x&quot;:172.04117835477342,&quot;y&quot;:117.52705113178165},&quot;rotate&quot;:0},&quot;opacity&quot;:1,&quot;path&quot;:{&quot;type&quot;:&quot;POLY_LINE&quot;,&quot;points&quot;:[{&quot;x&quot;:-15.353850883818001,&quot;y&quot;:0},{&quot;x&quot;:15.35385088381800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05&quot;},&quot;connectorInfo&quot;:{&quot;connectedObjects&quot;:[],&quot;type&quot;:&quot;LINE&quot;,&quot;offset&quot;:{&quot;x&quot;:0,&quot;y&quot;:0},&quot;bending&quot;:0.1,&quot;firstElementIsHead&quot;:true,&quot;customized&quot;:false}},&quot;2199f358-412d-4f9e-900d-44dccab2eb8b&quot;:{&quot;type&quot;:&quot;FIGURE_OBJECT&quot;,&quot;id&quot;:&quot;2199f358-412d-4f9e-900d-44dccab2eb8b&quot;,&quot;relativeTransform&quot;:{&quot;translate&quot;:{&quot;x&quot;:188.0983014527451,&quot;y&quot;:125.06310319339735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1&quot;},&quot;connectorInfo&quot;:{&quot;connectedObjects&quot;:[],&quot;type&quot;:&quot;LINE&quot;,&quot;offset&quot;:{&quot;x&quot;:0,&quot;y&quot;:0},&quot;bending&quot;:0.1,&quot;firstElementIsHead&quot;:true,&quot;customized&quot;:false}},&quot;782d9856-0958-471e-b6af-fc492fc1c7ab&quot;:{&quot;type&quot;:&quot;FIGURE_OBJECT&quot;,&quot;id&quot;:&quot;782d9856-0958-471e-b6af-fc492fc1c7ab&quot;,&quot;relativeTransform&quot;:{&quot;translate&quot;:{&quot;x&quot;:184.40767999876437,&quot;y&quot;:132.59915525501307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2&quot;},&quot;connectorInfo&quot;:{&quot;connectedObjects&quot;:[],&quot;type&quot;:&quot;LINE&quot;,&quot;offset&quot;:{&quot;x&quot;:0,&quot;y&quot;:0},&quot;bending&quot;:0.1,&quot;firstElementIsHead&quot;:true,&quot;customized&quot;:false}},&quot;0ef9cb4e-d8da-49bb-b905-f32f5cfc7fe9&quot;:{&quot;type&quot;:&quot;FIGURE_OBJECT&quot;,&quot;id&quot;:&quot;0ef9cb4e-d8da-49bb-b905-f32f5cfc7fe9&quot;,&quot;relativeTransform&quot;:{&quot;translate&quot;:{&quot;x&quot;:176.28831280000665,&quot;y&quot;:140.1352073166288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25&quot;},&quot;connectorInfo&quot;:{&quot;connectedObjects&quot;:[],&quot;type&quot;:&quot;LINE&quot;,&quot;offset&quot;:{&quot;x&quot;:0,&quot;y&quot;:0},&quot;bending&quot;:0.1,&quot;firstElementIsHead&quot;:true,&quot;customized&quot;:false}},&quot;c6363c6e-4d48-493f-b65c-468834eadd4f&quot;:{&quot;type&quot;:&quot;FIGURE_OBJECT&quot;,&quot;id&quot;:&quot;c6363c6e-4d48-493f-b65c-468834eadd4f&quot;,&quot;relativeTransform&quot;:{&quot;translate&quot;:{&quot;x&quot;:188.09821984206388,&quot;y&quot;:147.67125937824449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3&quot;},&quot;connectorInfo&quot;:{&quot;connectedObjects&quot;:[],&quot;type&quot;:&quot;LINE&quot;,&quot;offset&quot;:{&quot;x&quot;:0,&quot;y&quot;:0},&quot;bending&quot;:0.1,&quot;firstElementIsHead&quot;:true,&quot;customized&quot;:false}},&quot;1a369be5-b5c5-4787-9f2b-8263d48c8ebd&quot;:{&quot;type&quot;:&quot;FIGURE_OBJECT&quot;,&quot;id&quot;:&quot;1a369be5-b5c5-4787-9f2b-8263d48c8ebd&quot;,&quot;relativeTransform&quot;:{&quot;translate&quot;:{&quot;x&quot;:180.71697693410235,&quot;y&quot;:162.74336350147593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5&quot;},&quot;connectorInfo&quot;:{&quot;connectedObjects&quot;:[],&quot;type&quot;:&quot;LINE&quot;,&quot;offset&quot;:{&quot;x&quot;:0,&quot;y&quot;:0},&quot;bending&quot;:0.1,&quot;firstElementIsHead&quot;:true,&quot;customized&quot;:false}},&quot;437424bf-56b8-4fc2-808f-4094d95774e1&quot;:{&quot;type&quot;:&quot;FIGURE_OBJECT&quot;,&quot;id&quot;:&quot;437424bf-56b8-4fc2-808f-4094d95774e1&quot;,&quot;relativeTransform&quot;:{&quot;translate&quot;:{&quot;x&quot;:166.48658862139692,&quot;y&quot;:155.2073114398602},&quot;rotate&quot;:0},&quot;opacity&quot;:1,&quot;path&quot;:{&quot;type&quot;:&quot;POLY_LINE&quot;,&quot;points&quot;:[{&quot;x&quot;:-9.877007701110603,&quot;y&quot;:0},{&quot;x&quot;:9.877007701110603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55&quot;},&quot;connectorInfo&quot;:{&quot;connectedObjects&quot;:[],&quot;type&quot;:&quot;LINE&quot;,&quot;offset&quot;:{&quot;x&quot;:0,&quot;y&quot;:0},&quot;bending&quot;:0.1,&quot;firstElementIsHead&quot;:true,&quot;customized&quot;:false}},&quot;6a024a35-9c49-426f-a341-992a9ac880b0&quot;:{&quot;type&quot;:&quot;FIGURE_OBJECT&quot;,&quot;id&quot;:&quot;6a024a35-9c49-426f-a341-992a9ac880b0&quot;,&quot;relativeTransform&quot;:{&quot;translate&quot;:{&quot;x&quot;:188.0989257711913,&quot;y&quot;:170.27941556309162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6&quot;},&quot;connectorInfo&quot;:{&quot;connectedObjects&quot;:[],&quot;type&quot;:&quot;LINE&quot;,&quot;offset&quot;:{&quot;x&quot;:0,&quot;y&quot;:0},&quot;bending&quot;:0.1,&quot;firstElementIsHead&quot;:true,&quot;customized&quot;:false}},&quot;936383a3-7b0b-40f1-98a6-9ec67f6a91d7&quot;:{&quot;type&quot;:&quot;FIGURE_OBJECT&quot;,&quot;id&quot;:&quot;936383a3-7b0b-40f1-98a6-9ec67f6a91d7&quot;,&quot;relativeTransform&quot;:{&quot;translate&quot;:{&quot;x&quot;:195.6071307507643,&quot;y&quot;:109.99099907016594},&quot;rotate&quot;:0},&quot;opacity&quot;:1,&quot;path&quot;:{&quot;type&quot;:&quot;POLY_LINE&quot;,&quot;points&quot;:[{&quot;x&quot;:-8.400759155692771,&quot;y&quot;:0},{&quot;x&quot;:8.40075915569277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7&quot;},&quot;connectorInfo&quot;:{&quot;connectedObjects&quot;:[],&quot;type&quot;:&quot;LINE&quot;,&quot;offset&quot;:{&quot;x&quot;:0,&quot;y&quot;:0},&quot;bending&quot;:0.1,&quot;firstElementIsHead&quot;:true,&quot;customized&quot;:false}},&quot;09247a02-d427-4b3d-a8bf-e4c3a750429c&quot;:{&quot;type&quot;:&quot;FIGURE_OBJECT&quot;,&quot;id&quot;:&quot;09247a02-d427-4b3d-a8bf-e4c3a750429c&quot;,&quot;relativeTransform&quot;:{&quot;translate&quot;:{&quot;x&quot;:199.2981118478996,&quot;y&quot;:102.45494700855022},&quot;rotate&quot;:0},&quot;opacity&quot;:1,&quot;path&quot;:{&quot;type&quot;:&quot;POLY_LINE&quot;,&quot;points&quot;:[{&quot;x&quot;:-4.710137792148145,&quot;y&quot;:0},{&quot;x&quot;:4.710137792148145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75&quot;},&quot;connectorInfo&quot;:{&quot;connectedObjects&quot;:[],&quot;type&quot;:&quot;LINE&quot;,&quot;offset&quot;:{&quot;x&quot;:0,&quot;y&quot;:0},&quot;bending&quot;:0.1,&quot;firstElementIsHead&quot;:true,&quot;customized&quot;:false}},&quot;bb40f08f-d932-493c-be87-4592f2fc9ebf&quot;:{&quot;type&quot;:&quot;FIGURE_OBJECT&quot;,&quot;id&quot;:&quot;bb40f08f-d932-493c-be87-4592f2fc9ebf&quot;,&quot;relativeTransform&quot;:{&quot;translate&quot;:{&quot;x&quot;:184.40821114036925,&quot;y&quot;:94.91889494693451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8&quot;},&quot;connectorInfo&quot;:{&quot;connectedObjects&quot;:[],&quot;type&quot;:&quot;LINE&quot;,&quot;offset&quot;:{&quot;x&quot;:0,&quot;y&quot;:0},&quot;bending&quot;:0.1,&quot;firstElementIsHead&quot;:true,&quot;customized&quot;:false}},&quot;0ebc2dbd-56f2-4525-9154-ae46c0fc865d&quot;:{&quot;type&quot;:&quot;FIGURE_OBJECT&quot;,&quot;id&quot;:&quot;0ebc2dbd-56f2-4525-9154-ae46c0fc865d&quot;,&quot;parent&quot;:{&quot;type&quot;:&quot;CHILD&quot;,&quot;parentId&quot;:&quot;b96e3d93-e048-43ff-9243-630e6875d18a&quot;,&quot;order&quot;:&quot;5&quot;},&quot;relativeTransform&quot;:{&quot;translate&quot;:{&quot;x&quot;:-512.6052103798372,&quot;y&quot;:43.54220832815986},&quot;rotate&quot;:0}},&quot;dc3a1746-b880-46b1-a9de-3fa3440d839e&quot;:{&quot;type&quot;:&quot;FIGURE_OBJECT&quot;,&quot;id&quot;:&quot;dc3a1746-b880-46b1-a9de-3fa3440d839e&quot;,&quot;relativeTransform&quot;:{&quot;translate&quot;:{&quot;x&quot;:291.1711650814544,&quot;y&quot;:117.5275031819447},&quot;rotate&quot;:-1.6986101013487643e-16},&quot;opacity&quot;:1,&quot;path&quot;:{&quot;type&quot;:&quot;POLY_LINE&quot;,&quot;points&quot;:[{&quot;x&quot;:12.025748843744207,&quot;y&quot;:0},{&quot;x&quot;:-12.025748843744207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05&quot;},&quot;connectorInfo&quot;:{&quot;connectedObjects&quot;:[],&quot;type&quot;:&quot;LINE&quot;,&quot;offset&quot;:{&quot;x&quot;:0,&quot;y&quot;:0},&quot;bending&quot;:0.1,&quot;firstElementIsHead&quot;:true,&quot;customized&quot;:false}},&quot;206d32ec-ef64-41d7-a870-0e281c1c883a&quot;:{&quot;type&quot;:&quot;FIGURE_OBJECT&quot;,&quot;id&quot;:&quot;206d32ec-ef64-41d7-a870-0e281c1c883a&quot;,&quot;relativeTransform&quot;:{&quot;translate&quot;:{&quot;x&quot;:269.888345340772,&quot;y&quot;:125.06351624594072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1&quot;},&quot;connectorInfo&quot;:{&quot;connectedObjects&quot;:[],&quot;type&quot;:&quot;LINE&quot;,&quot;offset&quot;:{&quot;x&quot;:0,&quot;y&quot;:0},&quot;bending&quot;:0.1,&quot;firstElementIsHead&quot;:true,&quot;customized&quot;:false}},&quot;0f14d77b-9553-443a-8d58-8be8b0fb8787&quot;:{&quot;type&quot;:&quot;FIGURE_OBJECT&quot;,&quot;id&quot;:&quot;0f14d77b-9553-443a-8d58-8be8b0fb8787&quot;,&quot;relativeTransform&quot;:{&quot;translate&quot;:{&quot;x&quot;:265.3094172610062,&quot;y&quot;:132.59952930993674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2&quot;},&quot;connectorInfo&quot;:{&quot;connectedObjects&quot;:[],&quot;type&quot;:&quot;LINE&quot;,&quot;offset&quot;:{&quot;x&quot;:0,&quot;y&quot;:0},&quot;bending&quot;:0.1,&quot;firstElementIsHead&quot;:true,&quot;customized&quot;:false}},&quot;08f8fc87-0b31-43cb-b1cb-7c3fc847f5a3&quot;:{&quot;type&quot;:&quot;FIGURE_OBJECT&quot;,&quot;id&quot;:&quot;08f8fc87-0b31-43cb-b1cb-7c3fc847f5a3&quot;,&quot;relativeTransform&quot;:{&quot;translate&quot;:{&quot;x&quot;:283.4804845808308,&quot;y&quot;:140.1355423739328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25&quot;},&quot;connectorInfo&quot;:{&quot;connectedObjects&quot;:[],&quot;type&quot;:&quot;LINE&quot;,&quot;offset&quot;:{&quot;x&quot;:0,&quot;y&quot;:0},&quot;bending&quot;:0.1,&quot;firstElementIsHead&quot;:true,&quot;customized&quot;:false}},&quot;95875cf0-5349-4f95-b690-b8d601bc62b1&quot;:{&quot;type&quot;:&quot;FIGURE_OBJECT&quot;,&quot;id&quot;:&quot;95875cf0-5349-4f95-b690-b8d601bc62b1&quot;,&quot;relativeTransform&quot;:{&quot;translate&quot;:{&quot;x&quot;:265.3091069266338,&quot;y&quot;:147.67155543792882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3&quot;},&quot;connectorInfo&quot;:{&quot;connectedObjects&quot;:[],&quot;type&quot;:&quot;LINE&quot;,&quot;offset&quot;:{&quot;x&quot;:0,&quot;y&quot;:0},&quot;bending&quot;:0.1,&quot;firstElementIsHead&quot;:true,&quot;customized&quot;:false}},&quot;59ab6e85-0740-494e-b254-92e040d73338&quot;:{&quot;type&quot;:&quot;FIGURE_OBJECT&quot;,&quot;id&quot;:&quot;59ab6e85-0740-494e-b254-92e040d73338&quot;,&quot;relativeTransform&quot;:{&quot;translate&quot;:{&quot;x&quot;:274.4672381997293,&quot;y&quot;:162.74358156592086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5&quot;},&quot;connectorInfo&quot;:{&quot;connectedObjects&quot;:[],&quot;type&quot;:&quot;LINE&quot;,&quot;offset&quot;:{&quot;x&quot;:0,&quot;y&quot;:0},&quot;bending&quot;:0.1,&quot;firstElementIsHead&quot;:true,&quot;customized&quot;:false}},&quot;5b9f0602-cef4-47f8-bcb3-e6a112bfc8bb&quot;:{&quot;type&quot;:&quot;FIGURE_OBJECT&quot;,&quot;id&quot;:&quot;5b9f0602-cef4-47f8-bcb3-e6a112bfc8bb&quot;,&quot;relativeTransform&quot;:{&quot;translate&quot;:{&quot;x&quot;:291.40021996235254,&quot;y&quot;:155.20756850192484},&quot;rotate&quot;:-1.6986101013487643e-16},&quot;opacity&quot;:1,&quot;path&quot;:{&quot;type&quot;:&quot;POLY_LINE&quot;,&quot;points&quot;:[{&quot;x&quot;:12.254702119961328,&quot;y&quot;:0},{&quot;x&quot;:-12.254702119961328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55&quot;},&quot;connectorInfo&quot;:{&quot;connectedObjects&quot;:[],&quot;type&quot;:&quot;LINE&quot;,&quot;offset&quot;:{&quot;x&quot;:0,&quot;y&quot;:0},&quot;bending&quot;:0.1,&quot;firstElementIsHead&quot;:true,&quot;customized&quot;:false}},&quot;9f7aefe2-36c8-4061-99f7-ed185952742d&quot;:{&quot;type&quot;:&quot;FIGURE_OBJECT&quot;,&quot;id&quot;:&quot;9f7aefe2-36c8-4061-99f7-ed185952742d&quot;,&quot;relativeTransform&quot;:{&quot;translate&quot;:{&quot;x&quot;:265.30823105901925,&quot;y&quot;:170.2795946299169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6&quot;},&quot;connectorInfo&quot;:{&quot;connectedObjects&quot;:[],&quot;type&quot;:&quot;LINE&quot;,&quot;offset&quot;:{&quot;x&quot;:0,&quot;y&quot;:0},&quot;bending&quot;:0.1,&quot;firstElementIsHead&quot;:true,&quot;customized&quot;:false}},&quot;5c2bcd77-b26f-48c7-8517-f81efbefb887&quot;:{&quot;type&quot;:&quot;FIGURE_OBJECT&quot;,&quot;id&quot;:&quot;5c2bcd77-b26f-48c7-8517-f81efbefb887&quot;,&quot;relativeTransform&quot;:{&quot;translate&quot;:{&quot;x&quot;:258.68193534046515,&quot;y&quot;:109.99149011794869},&quot;rotate&quot;:-1.6986101013487643e-16},&quot;opacity&quot;:1,&quot;path&quot;:{&quot;type&quot;:&quot;POLY_LINE&quot;,&quot;points&quot;:[{&quot;x&quot;:7.23090967519281,&quot;y&quot;:0},{&quot;x&quot;:-7.2309096751928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7&quot;},&quot;connectorInfo&quot;:{&quot;connectedObjects&quot;:[],&quot;type&quot;:&quot;LINE&quot;,&quot;offset&quot;:{&quot;x&quot;:0,&quot;y&quot;:0},&quot;bending&quot;:0.1,&quot;firstElementIsHead&quot;:true,&quot;customized&quot;:false}},&quot;b6b1084e-b0b5-41ee-b129-0f68e90e45f2&quot;:{&quot;type&quot;:&quot;FIGURE_OBJECT&quot;,&quot;id&quot;:&quot;b6b1084e-b0b5-41ee-b129-0f68e90e45f2&quot;,&quot;relativeTransform&quot;:{&quot;translate&quot;:{&quot;x&quot;:261.8011016531401,&quot;y&quot;:102.45547705395266},&quot;rotate&quot;:-1.6986101013487643e-16},&quot;opacity&quot;:1,&quot;path&quot;:{&quot;type&quot;:&quot;POLY_LINE&quot;,&quot;points&quot;:[{&quot;x&quot;:10.350598011811915,&quot;y&quot;:0},{&quot;x&quot;:-10.350598011811915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75&quot;},&quot;connectorInfo&quot;:{&quot;connectedObjects&quot;:[],&quot;type&quot;:&quot;LINE&quot;,&quot;offset&quot;:{&quot;x&quot;:0,&quot;y&quot;:0},&quot;bending&quot;:0.1,&quot;firstElementIsHead&quot;:true,&quot;customized&quot;:false}},&quot;0a7e41d2-660e-4e39-9d6b-b9ab7f5392fe&quot;:{&quot;type&quot;:&quot;FIGURE_OBJECT&quot;,&quot;id&quot;:&quot;0a7e41d2-660e-4e39-9d6b-b9ab7f5392fe&quot;,&quot;relativeTransform&quot;:{&quot;translate&quot;:{&quot;x&quot;:269.88835431217467,&quot;y&quot;:94.91946398995663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8&quot;},&quot;connectorInfo&quot;:{&quot;connectedObjects&quot;:[],&quot;type&quot;:&quot;LINE&quot;,&quot;offset&quot;:{&quot;x&quot;:0,&quot;y&quot;:0},&quot;bending&quot;:0.1,&quot;firstElementIsHead&quot;:true,&quot;customized&quot;:false}},&quot;46006b8f-4c88-4105-bdeb-8013df0386a1&quot;:{&quot;type&quot;:&quot;FIGURE_OBJECT&quot;,&quot;id&quot;:&quot;46006b8f-4c88-4105-bdeb-8013df0386a1&quot;,&quot;relativeTransform&quot;:{&quot;translate&quot;:{&quot;x&quot;:-67.77905925376835,&quot;y&quot;:-45.041079157915476},&quot;rotate&quot;:0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9b9e0192-258a-4353-ace2-899338407232&quot;,&quot;order&quot;:&quot;6&quot;}},&quot;24fde966-64d8-40a8-ac5a-b97d00e29ddb&quot;:{&quot;type&quot;:&quot;FIGURE_OBJECT&quot;,&quot;id&quot;:&quot;24fde966-64d8-40a8-ac5a-b97d00e29ddb&quot;,&quot;relativeTransform&quot;:{&quot;translate&quot;:{&quot;x&quot;:3.4908584214448584,&quot;y&quot;:-1.2382995116474245},&quot;rotate&quot;:0},&quot;opacity&quot;:1,&quot;path&quot;:{&quot;type&quot;:&quot;POLY_LINE&quot;,&quot;points&quot;:[{&quot;x&quot;:-141.98167441882583,&quot;y&quot;:28.080497724390447},{&quot;x&quot;:-124.9150470995959,&quot;y&quot;:15.660339542130872},{&quot;x&quot;:-93.13229394438183,&quot;y&quot;:-40.13003252784603},{&quot;x&quot;:-49.59253133921675,&quot;y&quot;:17.35201071188839},{&quot;x&quot;:12.408595411691335,&quot;y&quot;:20.18981298229536},{&quot;x&quot;:52.46557685094093,&quot;y&quot;:-14.582174895417065},{&quot;x&quot;:88.39417574432464,&quot;y&quot;:20.052709371433178},{&quot;x&quot;:135.71379287720288,&quot;y&quot;:27.641271458420377}],&quot;closed&quot;:false},&quot;pathStyles&quot;:[{&quot;type&quot;:&quot;FILL&quot;,&quot;fillStyle&quot;:&quot;rgba(0,0,0,0)&quot;},{&quot;type&quot;:&quot;STROKE&quot;,&quot;strokeStyle&quot;:&quot;rgba(79, 96, 156, 1)&quot;,&quot;lineWidth&quot;:3.0362282652613573,&quot;lineJoin&quot;:&quot;round&quot;}],&quot;pathSmoothing&quot;:{&quot;type&quot;:&quot;CATMULL_SMOOTHING&quot;,&quot;smoothing&quot;:0.2},&quot;isLocked&quot;:false,&quot;parent&quot;:{&quot;type&quot;:&quot;CHILD&quot;,&quot;parentId&quot;:&quot;46006b8f-4c88-4105-bdeb-8013df0386a1&quot;,&quot;order&quot;:&quot;5&quot;},&quot;connectorInfo&quot;:{&quot;connectedObjects&quot;:[],&quot;type&quot;:&quot;QUADRATIC&quot;,&quot;offset&quot;:{&quot;x&quot;:0,&quot;y&quot;:0},&quot;bending&quot;:-0.1,&quot;firstElementIsHead&quot;:true,&quot;customized&quot;:true}},&quot;dbcdd7a1-6985-47ac-93d4-411c979d7b15&quot;:{&quot;type&quot;:&quot;FIGURE_OBJECT&quot;,&quot;id&quot;:&quot;dbcdd7a1-6985-47ac-93d4-411c979d7b15&quot;,&quot;relativeTransform&quot;:{&quot;translate&quot;:{&quot;x&quot;:0,&quot;y&quot;:2.6960711798025265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46006b8f-4c88-4105-bdeb-8013df0386a1&quot;,&quot;order&quot;:&quot;2&quot;}},&quot;58f9e9a2-7c84-4230-b7c1-88218adc988e&quot;:{&quot;type&quot;:&quot;FIGURE_OBJECT&quot;,&quot;id&quot;:&quot;58f9e9a2-7c84-4230-b7c1-88218adc988e&quot;,&quot;relativeTransform&quot;:{&quot;translate&quot;:{&quot;x&quot;:0,&quot;y&quot;:31.766083563041047},&quot;rotate&quot;:0},&quot;opacity&quot;:1,&quot;path&quot;:{&quot;type&quot;:&quot;POLY_LINE&quot;,&quot;points&quot;:[{&quot;x&quot;:-138.89474975630085,&quot;y&quot;:0},{&quot;x&quot;:138.89474975630085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02&quot;}},&quot;fc9b6506-c602-4773-a6b6-8f551b30cb9f&quot;:{&quot;type&quot;:&quot;FIGURE_OBJECT&quot;,&quot;id&quot;:&quot;fc9b6506-c602-4773-a6b6-8f551b30cb9f&quot;,&quot;relativeTransform&quot;:{&quot;translate&quot;:{&quot;x&quot;:-33.42089310494606,&quot;y&quot;:23.826912791463272},&quot;rotate&quot;:0},&quot;opacity&quot;:1,&quot;path&quot;:{&quot;type&quot;:&quot;POLY_LINE&quot;,&quot;points&quot;:[{&quot;x&quot;:-21.048973061561796,&quot;y&quot;:0},{&quot;x&quot;:21.048973061561796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05&quot;}},&quot;4c312504-1dbf-431c-b21e-3b3cc4d84cb4&quot;:{&quot;type&quot;:&quot;FIGURE_OBJECT&quot;,&quot;id&quot;:&quot;4c312504-1dbf-431c-b21e-3b3cc4d84cb4&quot;,&quot;relativeTransform&quot;:{&quot;translate&quot;:{&quot;x&quot;:-81.02949826063843,&quot;y&quot;:23.826912791463272},&quot;rotate&quot;:0},&quot;opacity&quot;:1,&quot;path&quot;:{&quot;type&quot;:&quot;POLY_LINE&quot;,&quot;points&quot;:[{&quot;x&quot;:-22.253880931046847,&quot;y&quot;:0},{&quot;x&quot;:22.253880931046847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1&quot;}},&quot;291aac5e-51fd-4ede-8dc9-72c07c66e6e9&quot;:{&quot;type&quot;:&quot;FIGURE_OBJECT&quot;,&quot;id&quot;:&quot;291aac5e-51fd-4ede-8dc9-72c07c66e6e9&quot;,&quot;relativeTransform&quot;:{&quot;translate&quot;:{&quot;x&quot;:69.65738505019742,&quot;y&quot;:15.920905307970376},&quot;rotate&quot;:0},&quot;opacity&quot;:1,&quot;path&quot;:{&quot;type&quot;:&quot;POLY_LINE&quot;,&quot;points&quot;:[{&quot;x&quot;:-14.106950557494931,&quot;y&quot;:0},{&quot;x&quot;:14.106950557494931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12&quot;}},&quot;9d2283b8-1045-41a2-aa84-555d9d81b055&quot;:{&quot;type&quot;:&quot;FIGURE_OBJECT&quot;,&quot;id&quot;:&quot;9d2283b8-1045-41a2-aa84-555d9d81b055&quot;,&quot;relativeTransform&quot;:{&quot;translate&quot;:{&quot;x&quot;:41.443483935207226,&quot;y&quot;:23.826912791463272},&quot;rotate&quot;:0},&quot;opacity&quot;:1,&quot;path&quot;:{&quot;type&quot;:&quot;POLY_LINE&quot;,&quot;points&quot;:[{&quot;x&quot;:-21.42166566138125,&quot;y&quot;:0},{&quot;x&quot;:21.42166566138125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15&quot;}},&quot;523c3361-b016-4fea-9a75-5afa25e4b55f&quot;:{&quot;type&quot;:&quot;FIGURE_OBJECT&quot;,&quot;id&quot;:&quot;523c3361-b016-4fea-9a75-5afa25e4b55f&quot;,&quot;relativeTransform&quot;:{&quot;translate&quot;:{&quot;x&quot;:113.13500666839673,&quot;y&quot;:23.826912791463272},&quot;rotate&quot;:0},&quot;opacity&quot;:1,&quot;path&quot;:{&quot;type&quot;:&quot;POLY_LINE&quot;,&quot;points&quot;:[{&quot;x&quot;:-24.850889405256204,&quot;y&quot;:0},{&quot;x&quot;:24.850889405256204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2&quot;}},&quot;3d928bec-2eb9-46fe-9aa3-ae50cd985a9e&quot;:{&quot;type&quot;:&quot;FIGURE_OBJECT&quot;,&quot;id&quot;:&quot;3d928bec-2eb9-46fe-9aa3-ae50cd985a9e&quot;,&quot;relativeTransform&quot;:{&quot;translate&quot;:{&quot;x&quot;:-112.87966811510708,&quot;y&quot;:15.310960247320354},&quot;rotate&quot;:0},&quot;opacity&quot;:1,&quot;path&quot;:{&quot;type&quot;:&quot;POLY_LINE&quot;,&quot;points&quot;:[{&quot;x&quot;:-11.686207524532222,&quot;y&quot;:0},{&quot;x&quot;:11.686207524532222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22&quot;}},&quot;88bafa97-1fee-4284-85ca-f41e78d76352&quot;:{&quot;type&quot;:&quot;FIGURE_OBJECT&quot;,&quot;id&quot;:&quot;88bafa97-1fee-4284-85ca-f41e78d76352&quot;,&quot;relativeTransform&quot;:{&quot;translate&quot;:{&quot;x&quot;:-88.4835258046955,&quot;y&quot;:15.310960247320354},&quot;rotate&quot;:0},&quot;opacity&quot;:1,&quot;path&quot;:{&quot;type&quot;:&quot;POLY_LINE&quot;,&quot;points&quot;:[{&quot;x&quot;:-8.189251225224256,&quot;y&quot;:0},{&quot;x&quot;:8.189251225224256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25&quot;}},&quot;2e96f8bb-12f6-4f4c-8b1e-5b78dde6dc05&quot;:{&quot;type&quot;:&quot;FIGURE_OBJECT&quot;,&quot;id&quot;:&quot;2e96f8bb-12f6-4f4c-8b1e-5b78dde6dc05&quot;,&quot;relativeTransform&quot;:{&quot;translate&quot;:{&quot;x&quot;:-63.92698224164863,&quot;y&quot;:15.310960247320354},&quot;rotate&quot;:0},&quot;opacity&quot;:1,&quot;path&quot;:{&quot;type&quot;:&quot;POLY_LINE&quot;,&quot;points&quot;:[{&quot;x&quot;:-11.846608777167473,&quot;y&quot;:0},{&quot;x&quot;:11.846608777167473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3&quot;}},&quot;ca0e17b9-1e90-4ad6-b1d4-ec8ce33ce2d9&quot;:{&quot;type&quot;:&quot;FIGURE_OBJECT&quot;,&quot;id&quot;:&quot;ca0e17b9-1e90-4ad6-b1d4-ec8ce33ce2d9&quot;,&quot;relativeTransform&quot;:{&quot;translate&quot;:{&quot;x&quot;:-118.0832325786749,&quot;y&quot;:23.826912791463272},&quot;rotate&quot;:0},&quot;opacity&quot;:1,&quot;path&quot;:{&quot;type&quot;:&quot;POLY_LINE&quot;,&quot;points&quot;:[{&quot;x&quot;:-10.279169826334664,&quot;y&quot;:0},{&quot;x&quot;:10.279169826334664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35&quot;}},&quot;1cbe7718-fe82-4652-bfbd-17b4c660c898&quot;:{&quot;type&quot;:&quot;FIGURE_OBJECT&quot;,&quot;id&quot;:&quot;1cbe7718-fe82-4652-bfbd-17b4c660c898&quot;,&quot;relativeTransform&quot;:{&quot;translate&quot;:{&quot;x&quot;:-90.82672332377064,&quot;y&quot;:-4.03281960897152},&quot;rotate&quot;:0},&quot;opacity&quot;:1,&quot;path&quot;:{&quot;type&quot;:&quot;POLY_LINE&quot;,&quot;points&quot;:[{&quot;x&quot;:22.253880931046847,&quot;y&quot;:0},{&quot;x&quot;:-22.253880931046847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4&quot;}},&quot;525afdaf-45cd-492f-99f0-986fd1493994&quot;:{&quot;type&quot;:&quot;FIGURE_OBJECT&quot;,&quot;id&quot;:&quot;525afdaf-45cd-492f-99f0-986fd1493994&quot;,&quot;relativeTransform&quot;:{&quot;translate&quot;:{&quot;x&quot;:-71.55034175537003,&quot;y&quot;:4.483132935171397},&quot;rotate&quot;:0},&quot;opacity&quot;:1,&quot;path&quot;:{&quot;type&quot;:&quot;POLY_LINE&quot;,&quot;points&quot;:[{&quot;x&quot;:11.686207524532222,&quot;y&quot;:0},{&quot;x&quot;:-11.686207524532222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5&quot;}},&quot;70cea851-3cae-4e85-9dcf-26254e264dbc&quot;:{&quot;type&quot;:&quot;FIGURE_OBJECT&quot;,&quot;id&quot;:&quot;70cea851-3cae-4e85-9dcf-26254e264dbc&quot;,&quot;relativeTransform&quot;:{&quot;translate&quot;:{&quot;x&quot;:-106.73173569646845,&quot;y&quot;:4.483132935171397},&quot;rotate&quot;:0},&quot;opacity&quot;:1,&quot;path&quot;:{&quot;type&quot;:&quot;POLY_LINE&quot;,&quot;points&quot;:[{&quot;x&quot;:11.846608777167473,&quot;y&quot;:0},{&quot;x&quot;:-11.846608777167473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52&quot;}},&quot;6af525d8-ae21-45ce-8c82-2adda7ba95fb&quot;:{&quot;type&quot;:&quot;FIGURE_OBJECT&quot;,&quot;id&quot;:&quot;6af525d8-ae21-45ce-8c82-2adda7ba95fb&quot;,&quot;relativeTransform&quot;:{&quot;translate&quot;:{&quot;x&quot;:-87.82002218170943,&quot;y&quot;:-13.64116949527817},&quot;rotate&quot;:0},&quot;opacity&quot;:1,&quot;path&quot;:{&quot;type&quot;:&quot;POLY_LINE&quot;,&quot;points&quot;:[{&quot;x&quot;:-11.846608777167473,&quot;y&quot;:0},{&quot;x&quot;:11.846608777167473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55&quot;}},&quot;603da382-2faf-4989-bf82-aa13e9c42a7e&quot;:{&quot;type&quot;:&quot;FIGURE_OBJECT&quot;,&quot;id&quot;:&quot;603da382-2faf-4989-bf82-aa13e9c42a7e&quot;,&quot;relativeTransform&quot;:{&quot;translate&quot;:{&quot;x&quot;:-89.64143552293696,&quot;y&quot;:-22.800056375855288},&quot;rotate&quot;:0},&quot;opacity&quot;:1,&quot;path&quot;:{&quot;type&quot;:&quot;POLY_LINE&quot;,&quot;points&quot;:[{&quot;x&quot;:-10.449593005551822,&quot;y&quot;:0},{&quot;x&quot;:10.449593005551822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6&quot;}},&quot;649ded83-e4cf-47c1-9257-9f07e1a3aabf&quot;:{&quot;type&quot;:&quot;FIGURE_OBJECT&quot;,&quot;id&quot;:&quot;649ded83-e4cf-47c1-9257-9f07e1a3aabf&quot;,&quot;relativeTransform&quot;:{&quot;translate&quot;:{&quot;x&quot;:75.57498956924131,&quot;y&quot;:23.826912791463272},&quot;rotate&quot;:0},&quot;opacity&quot;:1,&quot;path&quot;:{&quot;type&quot;:&quot;POLY_LINE&quot;,&quot;points&quot;:[{&quot;x&quot;:-8.189251225224256,&quot;y&quot;:0},{&quot;x&quot;:8.189251225224256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62&quot;}},&quot;9ab5b097-d6f6-4f15-a1fa-e1940dbdd0db&quot;:{&quot;type&quot;:&quot;FIGURE_OBJECT&quot;,&quot;id&quot;:&quot;9ab5b097-d6f6-4f15-a1fa-e1940dbdd0db&quot;,&quot;relativeTransform&quot;:{&quot;translate&quot;:{&quot;x&quot;:36.92299000100575,&quot;y&quot;:15.920905307970376},&quot;rotate&quot;:0},&quot;opacity&quot;:1,&quot;path&quot;:{&quot;type&quot;:&quot;POLY_LINE&quot;,&quot;points&quot;:[{&quot;x&quot;:-14.106950557494931,&quot;y&quot;:0},{&quot;x&quot;:14.106950557494931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65&quot;}},&quot;b8388d29-fe06-490d-8a68-50572375cdcf&quot;:{&quot;type&quot;:&quot;FIGURE_OBJECT&quot;,&quot;id&quot;:&quot;b8388d29-fe06-490d-8a68-50572375cdcf&quot;,&quot;relativeTransform&quot;:{&quot;translate&quot;:{&quot;x&quot;:41.44348393520733,&quot;y&quot;:8.477982865037905},&quot;rotate&quot;:0},&quot;opacity&quot;:1,&quot;path&quot;:{&quot;type&quot;:&quot;POLY_LINE&quot;,&quot;points&quot;:[{&quot;x&quot;:-14.106950557494931,&quot;y&quot;:0},{&quot;x&quot;:14.106950557494931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7&quot;}},&quot;31e0a29e-1fce-46bc-990c-f99580065b02&quot;:{&quot;type&quot;:&quot;FIGURE_OBJECT&quot;,&quot;id&quot;:&quot;31e0a29e-1fce-46bc-990c-f99580065b02&quot;,&quot;relativeTransform&quot;:{&quot;translate&quot;:{&quot;x&quot;:69.66309783009831,&quot;y&quot;:8.477982865037905},&quot;rotate&quot;:0},&quot;opacity&quot;:1,&quot;path&quot;:{&quot;type&quot;:&quot;POLY_LINE&quot;,&quot;points&quot;:[{&quot;x&quot;:-8.887866834620027,&quot;y&quot;:0},{&quot;x&quot;:8.887866834620027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72&quot;}},&quot;e2331caa-93b0-4847-bc44-0afc1cfc61fb&quot;:{&quot;type&quot;:&quot;FIGURE_OBJECT&quot;,&quot;id&quot;:&quot;e2331caa-93b0-4847-bc44-0afc1cfc61fb&quot;,&quot;relativeTransform&quot;:{&quot;translate&quot;:{&quot;x&quot;:53.46051589159208,&quot;y&quot;:0.5719753815447801},&quot;rotate&quot;:0},&quot;opacity&quot;:1,&quot;path&quot;:{&quot;type&quot;:&quot;POLY_LINE&quot;,&quot;points&quot;:[{&quot;x&quot;:-18.80926740999324,&quot;y&quot;:0},{&quot;x&quot;:18.80926740999324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75&quot;}},&quot;95a06921-faf1-4d10-be2a-21217e7becbc&quot;:{&quot;type&quot;:&quot;FIGURE_OBJECT&quot;,&quot;id&quot;:&quot;95a06921-faf1-4d10-be2a-21217e7becbc&quot;,&quot;relativeTransform&quot;:{&quot;translate&quot;:{&quot;x&quot;:58.16283274409038,&quot;y&quot;:-6.870967142035978},&quot;rotate&quot;:0},&quot;opacity&quot;:1,&quot;path&quot;:{&quot;type&quot;:&quot;POLY_LINE&quot;,&quot;points&quot;:[{&quot;x&quot;:-14.106950557494931,&quot;y&quot;:0},{&quot;x&quot;:14.106950557494931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8&quot;}},&quot;fcd47a15-db1b-4f99-80aa-f9439d653cd8&quot;:{&quot;type&quot;:&quot;FIGURE_OBJECT&quot;,&quot;id&quot;:&quot;fcd47a15-db1b-4f99-80aa-f9439d653cd8&quot;,&quot;relativeTransform&quot;:{&quot;translate&quot;:{&quot;x&quot;:4.314209256975107,&quot;y&quot;:23.826912791463272},&quot;rotate&quot;:0},&quot;opacity&quot;:1,&quot;path&quot;:{&quot;type&quot;:&quot;POLY_LINE&quot;,&quot;points&quot;:[{&quot;x&quot;:-11.401907067734273,&quot;y&quot;:0},{&quot;x&quot;:11.401907067734273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85&quot;}},&quot;c3fe122e-0106-478a-aad6-08ac8d7db9ba&quot;:{&quot;type&quot;:&quot;FIGURE_OBJECT&quot;,&quot;id&quot;:&quot;c3fe122e-0106-478a-aad6-08ac8d7db9ba&quot;,&quot;relativeTransform&quot;:{&quot;translate&quot;:{&quot;x&quot;:-88.48362061792204,&quot;y&quot;:-31.766083563040826},&quot;rotate&quot;:0},&quot;opacity&quot;:1,&quot;path&quot;:{&quot;type&quot;:&quot;POLY_LINE&quot;,&quot;points&quot;:[{&quot;x&quot;:-8.189251225224256,&quot;y&quot;:0},{&quot;x&quot;:8.189251225224256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9&quot;}},&quot;925a762d-b0c0-4a11-9f7a-0b6a7bf3cd27&quot;:{&quot;relativeTransform&quot;:{&quot;translate&quot;:{&quot;x&quot;:81.31176321837532,&quot;y&quot;:-52.35191670609808},&quot;rotate&quot;:0,&quot;skewX&quot;:0,&quot;scale&quot;:{&quot;x&quot;:1,&quot;y&quot;:1}},&quot;type&quot;:&quot;FIGURE_OBJECT&quot;,&quot;id&quot;:&quot;925a762d-b0c0-4a11-9f7a-0b6a7bf3cd27&quot;,&quot;parent&quot;:{&quot;type&quot;:&quot;CHILD&quot;,&quot;parentId&quot;:&quot;9b9e0192-258a-4353-ace2-899338407232&quot;,&quot;order&quot;:&quot;8&quot;},&quot;name&quot;:&quot;Nanopore sequencing (simple)&quot;,&quot;displayName&quot;:&quot;Nanopore sequencing (simple)&quot;,&quot;source&quot;:{&quot;id&quot;:&quot;632a23fa6964157864432005&quot;,&quot;type&quot;:&quot;ASSETS&quot;},&quot;isPremium&quot;:true},&quot;21e887e1-86c9-48d8-912c-91224eed7311&quot;:{&quot;type&quot;:&quot;FIGURE_OBJECT&quot;,&quot;id&quot;:&quot;21e887e1-86c9-48d8-912c-91224eed7311&quot;,&quot;name&quot;:&quot;Nanopore&quot;,&quot;relativeTransform&quot;:{&quot;translate&quot;:{&quot;x&quot;:96.19126061713382,&quot;y&quot;:22.311387453069063},&quot;rotate&quot;:0.012862993320372756,&quot;skewX&quot;:0.016243903900101744,&quot;scale&quot;:{&quot;x&quot;:0.10448823437836642,&quot;y&quot;:0.08753049950243647}},&quot;opacity&quot;:1,&quot;image&quot;:{&quot;url&quot;:&quot;https://icons.biorender.com/biorender/5e56c8144b682f00285fd2ed/nanopore.png&quot;,&quot;fallbackUrl&quot;:&quot;https://res.cloudinary.com/dlcjuc3ej/image/upload/v1582745615/xcbqceygzj4bvzmc0qj6.svg#/keystone/api/icons/5e56c8144b682f00285fd2ed/nanopore.svg&quot;,&quot;size&quot;:{&quot;x&quot;:415,&quot;y&quot;:609},&quot;isPremium&quot;:false,&quot;isPacked&quot;:true},&quot;source&quot;:{&quot;id&quot;:&quot;5e56c7724b682f00285fd2d7&quot;,&quot;type&quot;:&quot;ASSETS&quot;},&quot;pathStyles&quot;:[{&quot;type&quot;:&quot;FILL&quot;,&quot;fillStyle&quot;:&quot;rgb(0,0,0)&quot;}],&quot;isLocked&quot;:false,&quot;parent&quot;:{&quot;type&quot;:&quot;CHILD&quot;,&quot;parentId&quot;:&quot;925a762d-b0c0-4a11-9f7a-0b6a7bf3cd27&quot;,&quot;order&quot;:&quot;1&quot;}},&quot;a672bac4-3880-4bc4-856f-82deda84bb87&quot;:{&quot;type&quot;:&quot;FIGURE_OBJECT&quot;,&quot;id&quot;:&quot;a672bac4-3880-4bc4-856f-82deda84bb87&quot;,&quot;name&quot;:&quot;Nanopore (unwinding enzyme)&quot;,&quot;relativeTransform&quot;:{&quot;translate&quot;:{&quot;x&quot;:95.98268468213261,&quot;y&quot;:-9.57568730688443},&quot;rotate&quot;:0.012862993320372737,&quot;skewX&quot;:0.0210185522466482,&quot;scale&quot;:{&quot;x&quot;:0.1073539724929873,&quot;y&quot;:0.11637194230426175}},&quot;opacity&quot;:1,&quot;image&quot;:{&quot;url&quot;:&quot;https://icons.biorender.com/biorender/5e56c89f4b682f00285fd2f2/nanopore-unwinding-enzyme.png&quot;,&quot;fallbackUrl&quot;:&quot;https://res.cloudinary.com/dlcjuc3ej/image/upload/v1582745754/onxnd17agiv4nme8witv.svg#/keystone/api/icons/5e56c89f4b682f00285fd2f2/nanopore-unwinding-enzyme.svg&quot;,&quot;size&quot;:{&quot;x&quot;:335,&quot;y&quot;:244},&quot;isPremium&quot;:false,&quot;isPacked&quot;:true},&quot;source&quot;:{&quot;id&quot;:&quot;5e56c8154b682f00285fd2ee&quot;,&quot;type&quot;:&quot;ASSETS&quot;},&quot;pathStyles&quot;:[{&quot;type&quot;:&quot;FILL&quot;,&quot;fillStyle&quot;:&quot;rgb(0,0,0)&quot;}],&quot;isLocked&quot;:false,&quot;parent&quot;:{&quot;type&quot;:&quot;CHILD&quot;,&quot;parentId&quot;:&quot;925a762d-b0c0-4a11-9f7a-0b6a7bf3cd27&quot;,&quot;order&quot;:&quot;2&quot;}},&quot;7c402725-95f0-4be5-a7ec-ca84bf8058f5&quot;:{&quot;type&quot;:&quot;FIGURE_OBJECT&quot;,&quot;id&quot;:&quot;7c402725-95f0-4be5-a7ec-ca84bf8058f5&quot;,&quot;parent&quot;:{&quot;type&quot;:&quot;CHILD&quot;,&quot;parentId&quot;:&quot;925a762d-b0c0-4a11-9f7a-0b6a7bf3cd27&quot;,&quot;order&quot;:&quot;6&quot;},&quot;relativeTransform&quot;:{&quot;translate&quot;:{&quot;x&quot;:0,&quot;y&quot;:0},&quot;rotate&quot;:0}},&quot;a73a0a6d-c8b8-474a-bfdb-23e9452dd111&quot;:{&quot;type&quot;:&quot;FIGURE_OBJECT&quot;,&quot;id&quot;:&quot;a73a0a6d-c8b8-474a-bfdb-23e9452dd111&quot;,&quot;name&quot;:&quot;Nanopore (DNA)&quot;,&quot;relativeTransform&quot;:{&quot;translate&quot;:{&quot;x&quot;:101.09509640210425,&quot;y&quot;:19.32207307165895},&quot;rotate&quot;:0,&quot;skewX&quot;:0,&quot;scale&quot;:{&quot;x&quot;:0.19070661868190478,&quot;y&quot;:0.1907066186819047}},&quot;opacity&quot;:1,&quot;image&quot;:{&quot;url&quot;:&quot;https://icons.biorender.com/biorender/5e56c8f14b682f00285fd315/nanopore-dna.png&quot;,&quot;fallbackUrl&quot;:&quot;https://res.cloudinary.com/dlcjuc3ej/image/upload/v1582745837/to7itoofhajwco9wslh9.svg#/keystone/api/icons/5e56c8f14b682f00285fd315/nanopore-dna.svg&quot;,&quot;size&quot;:{&quot;x&quot;:888,&quot;y&quot;:1048},&quot;isPremium&quot;:false,&quot;isPacked&quot;:true},&quot;source&quot;:{&quot;id&quot;:&quot;5e56c8a04b682f00285fd307&quot;,&quot;type&quot;:&quot;ASSETS&quot;},&quot;pathStyles&quot;:[{&quot;type&quot;:&quot;FILL&quot;,&quot;fillStyle&quot;:&quot;rgb(0,0,0)&quot;}],&quot;isLocked&quot;:false,&quot;parent&quot;:{&quot;type&quot;:&quot;CHILD&quot;,&quot;parentId&quot;:&quot;7c402725-95f0-4be5-a7ec-ca84bf8058f5&quot;,&quot;order&quot;:&quot;5&quot;}},&quot;93799808-0cd9-4dad-8ecd-70e04a2b4f94&quot;:{&quot;type&quot;:&quot;FIGURE_OBJECT&quot;,&quot;id&quot;:&quot;93799808-0cd9-4dad-8ecd-70e04a2b4f94&quot;,&quot;parent&quot;:{&quot;type&quot;:&quot;CROP&quot;,&quot;parentId&quot;:&quot;7c402725-95f0-4be5-a7ec-ca84bf8058f5&quot;,&quot;order&quot;:&quot;5&quot;},&quot;relativeTransform&quot;:{&quot;translate&quot;:{&quot;x&quot;:102.58804030216638,&quot;y&quot;:3.5606991681775635},&quot;rotate&quot;:0,&quot;skewX&quot;:0,&quot;scale&quot;:{&quot;x&quot;:68.38367319056461,&quot;y&quot;:63.6021055590126}},&quot;path&quot;:{&quot;type&quot;:&quot;RECT&quot;,&quot;size&quot;:{&quot;x&quot;:2,&quot;y&quot;:2}},&quot;pathStyles&quot;:[{&quot;type&quot;:&quot;FILL&quot;,&quot;fillStyle&quot;:&quot;#fff&quot;}],&quot;isFrozen&quot;:true},&quot;e5fefa91-cb21-45fb-adb3-50768a9964c5&quot;:{&quot;type&quot;:&quot;FIGURE_OBJECT&quot;,&quot;id&quot;:&quot;e5fefa91-cb21-45fb-adb3-50768a9964c5&quot;,&quot;relativeTransform&quot;:{&quot;translate&quot;:{&quot;x&quot;:67.1176531222687,&quot;y&quot;:-84.86374213048548},&quot;rotate&quot;:0},&quot;layout&quot;:{&quot;sizeRatio&quot;:{&quot;x&quot;:0.88,&quot;y&quot;:0.88},&quot;keepAspectRatio&quot;:false},&quot;opacity&quot;:1,&quot;path&quot;:{&quot;type&quot;:&quot;RECT&quot;,&quot;size&quot;:{&quot;x&quot;:52.3898640523155,&quot;y&quot;:17.045454545454547},&quot;cornerRounding&quot;:{&quot;type&quot;:&quot;ARC_LENGTH&quot;,&quot;global&quot;:0}},&quot;pathStyles&quot;:[{&quot;type&quot;:&quot;FILL&quot;,&quot;fillStyle&quot;:&quot;rgba(216, 240, 246, 1)&quot;},{&quot;type&quot;:&quot;STROKE&quot;,&quot;strokeStyle&quot;:&quot;rgba(48, 110, 128, 1)&quot;,&quot;lineWidth&quot;:0.7395512418615802,&quot;lineJoin&quot;:&quot;round&quot;}],&quot;isLocked&quot;:false,&quot;parent&quot;:{&quot;type&quot;:&quot;CHILD&quot;,&quot;parentId&quot;:&quot;b932121b-e66f-43b0-947c-a731f73ab320&quot;,&quot;order&quot;:&quot;8&quot;}},&quot;1ea6b75d-28d2-4efc-b135-35c708aa22e9&quot;:{&quot;type&quot;:&quot;FIGURE_OBJECT&quot;,&quot;id&quot;:&quot;1ea6b75d-28d2-4efc-b135-35c708aa22e9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12.58383924308821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46.10308036603764,&quot;y&quot;:15},&quot;targetSize&quot;:{&quot;x&quot;:46.10308036603764,&quot;y&quot;:2},&quot;format&quot;:&quot;BETTER_TEXT&quot;,&quot;verticalAlign&quot;:&quot;TOP&quot;},&quot;parent&quot;:{&quot;type&quot;:&quot;CHILD&quot;,&quot;parentId&quot;:&quot;e5fefa91-cb21-45fb-adb3-50768a9964c5&quot;,&quot;order&quot;:&quot;5&quot;}}}}"/>
  <p:tag name="TRANSPARENTBACKGROUND" val="false"/>
  <p:tag name="VERSION" val="1776176742879"/>
  <p:tag name="TITLE" val="seq_image"/>
  <p:tag name="CREATORNAME" val="Beatriz Fernandez"/>
  <p:tag name="DATEINSERTED" val="177617691168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de35872cc9aa79b639d018"/>
  <p:tag name="BIOJSON" val="{&quot;id&quot;:&quot;60bc71c6-6376-4756-a524-ea8be73869d2&quot;,&quot;objects&quot;:{&quot;60bc71c6-6376-4756-a524-ea8be73869d2&quot;:{&quot;id&quot;:&quot;60bc71c6-6376-4756-a524-ea8be73869d2&quot;,&quot;type&quot;:&quot;FIGURE_OBJECT&quot;,&quot;document&quot;:{&quot;type&quot;:&quot;DOCUMENT_GROUP&quot;,&quot;canvasType&quot;:&quot;FIGURE&quot;,&quot;units&quot;:&quot;in&quot;}},&quot;b1d4e628-f548-455f-b5e1-3ebef2515757&quot;:{&quot;id&quot;:&quot;b1d4e628-f548-455f-b5e1-3ebef2515757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60bc71c6-6376-4756-a524-ea8be73869d2&quot;,&quot;type&quot;:&quot;FRAME&quot;,&quot;order&quot;:&quot;5&quot;}},&quot;9b9e0192-258a-4353-ace2-899338407232&quot;:{&quot;id&quot;:&quot;9b9e0192-258a-4353-ace2-899338407232&quot;,&quot;type&quot;:&quot;FIGURE_OBJECT&quot;,&quot;document&quot;:{&quot;type&quot;:&quot;FIGURE&quot;,&quot;canvasType&quot;:&quot;FIGURE&quot;,&quot;units&quot;:&quot;in&quot;},&quot;parent&quot;:{&quot;parentId&quot;:&quot;60bc71c6-6376-4756-a524-ea8be73869d2&quot;,&quot;type&quot;:&quot;DOCUMENT&quot;,&quot;order&quot;:&quot;5&quot;}},&quot;6159c9a1-1466-4192-aa26-5175a0b75f5d&quot;:{&quot;id&quot;:&quot;6159c9a1-1466-4192-aa26-5175a0b75f5d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9b9e0192-258a-4353-ace2-899338407232&quot;,&quot;order&quot;:&quot;5&quot;}},&quot;303ea281-cfe9-48fb-b9e0-bf6f90ab3956&quot;:{&quot;id&quot;:&quot;303ea281-cfe9-48fb-b9e0-bf6f90ab3956&quot;,&quot;type&quot;:&quot;FIGURE_OBJECT&quot;,&quot;guide&quot;:{&quot;type&quot;:&quot;GRID&quot;,&quot;distance&quot;:0.5,&quot;units&quot;:&quot;in&quot;},&quot;parent&quot;:{&quot;parentId&quot;:&quot;60bc71c6-6376-4756-a524-ea8be73869d2&quot;,&quot;type&quot;:&quot;GUIDE&quot;,&quot;order&quot;:&quot;5&quot;}},&quot;b96e3d93-e048-43ff-9243-630e6875d18a&quot;:{&quot;relativeTransform&quot;:{&quot;translate&quot;:{&quot;x&quot;:-84.33633760662133,&quot;y&quot;:-247.84250964687982},&quot;rotate&quot;:0,&quot;skewX&quot;:0,&quot;scale&quot;:{&quot;x&quot;:1,&quot;y&quot;:1}},&quot;type&quot;:&quot;FIGURE_OBJECT&quot;,&quot;id&quot;:&quot;b96e3d93-e048-43ff-9243-630e6875d18a&quot;,&quot;parent&quot;:{&quot;type&quot;:&quot;CHILD&quot;,&quot;parentId&quot;:&quot;9b9e0192-258a-4353-ace2-899338407232&quot;,&quot;order&quot;:&quot;5&quot;},&quot;name&quot;:&quot;RNA map sequencing&quot;,&quot;displayName&quot;:&quot;RNA map sequencing&quot;,&quot;source&quot;:{&quot;id&quot;:&quot;63407fa472ecc23b36c85f2e&quot;,&quot;type&quot;:&quot;ASSETS&quot;},&quot;isPremium&quot;:true},&quot;cc26443a-202b-4614-950f-0908acac4033&quot;:{&quot;type&quot;:&quot;FIGURE_OBJECT&quot;,&quot;id&quot;:&quot;cc26443a-202b-4614-950f-0908acac4033&quot;,&quot;relativeTransform&quot;:{&quot;translate&quot;:{&quot;x&quot;:-363.02081797561743,&quot;y&quot;:221.13028700237544},&quot;rotate&quot;:0},&quot;opacity&quot;:1,&quot;path&quot;:{&quot;type&quot;:&quot;POLY_LINE&quot;,&quot;points&quot;:[{&quot;x&quot;:-8.948190327793963,&quot;y&quot;:9.281769815138825},{&quot;x&quot;:-8.948190327793963,&quot;y&quot;:-9.281769815138825},{&quot;x&quot;:6.908407992088083,&quot;y&quot;:-9.281769815138825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96e3d93-e048-43ff-9243-630e6875d18a&quot;,&quot;order&quot;:&quot;7&quot;},&quot;connectorInfo&quot;:{&quot;connectedObjects&quot;:[],&quot;type&quot;:&quot;ELBOW&quot;,&quot;offset&quot;:{&quot;x&quot;:0,&quot;y&quot;:0},&quot;bending&quot;:-0.1,&quot;firstElementIsHead&quot;:true,&quot;customized&quot;:false}},&quot;b932121b-e66f-43b0-947c-a731f73ab320&quot;:{&quot;relativeTransform&quot;:{&quot;translate&quot;:{&quot;x&quot;:-302.1238188037735,&quot;y&quot;:315.96390663805704},&quot;rotate&quot;:0},&quot;type&quot;:&quot;FIGURE_OBJECT&quot;,&quot;id&quot;:&quot;b932121b-e66f-43b0-947c-a731f73ab320&quot;,&quot;parent&quot;:{&quot;type&quot;:&quot;CHILD&quot;,&quot;parentId&quot;:&quot;b96e3d93-e048-43ff-9243-630e6875d18a&quot;,&quot;order&quot;:&quot;1&quot;},&quot;name&quot;:&quot;Pre-sliced introns and exons (editable)&quot;,&quot;displayName&quot;:&quot;Pre-sliced introns and exons&quot;,&quot;source&quot;:{&quot;id&quot;:&quot;603298ba59681400a6b4b680&quot;,&quot;type&quot;:&quot;ASSETS&quot;},&quot;isPremium&quot;:true},&quot;48d1234f-6ffd-4738-9153-10deb8545649&quot;:{&quot;type&quot;:&quot;FIGURE_OBJECT&quot;,&quot;id&quot;:&quot;48d1234f-6ffd-4738-9153-10deb8545649&quot;,&quot;relativeTransform&quot;:{&quot;translate&quot;:{&quot;x&quot;:19.474904705088232,&quot;y&quot;:-84.86369834863886},&quot;rotate&quot;:0},&quot;opacity&quot;:1,&quot;path&quot;:{&quot;type&quot;:&quot;POLY_LINE&quot;,&quot;points&quot;:[{&quot;x&quot;:-96.61148919091383,&quot;y&quot;:0},{&quot;x&quot;:92.4209409991372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,&quot;dashArray&quot;:[0,0]}],&quot;isLocked&quot;:false,&quot;parent&quot;:{&quot;type&quot;:&quot;CHILD&quot;,&quot;parentId&quot;:&quot;b932121b-e66f-43b0-947c-a731f73ab320&quot;,&quot;order&quot;:&quot;05&quot;}},&quot;26ee692c-7384-49e9-881d-2265aa09321c&quot;:{&quot;type&quot;:&quot;FIGURE_OBJECT&quot;,&quot;id&quot;:&quot;26ee692c-7384-49e9-881d-2265aa09321c&quot;,&quot;relativeTransform&quot;:{&quot;translate&quot;:{&quot;x&quot;:-29.916724409371266,&quot;y&quot;:-84.86374213048548},&quot;rotate&quot;:0},&quot;layout&quot;:{&quot;sizeRatio&quot;:{&quot;x&quot;:0.88,&quot;y&quot;:0.88},&quot;keepAspectRatio&quot;:false},&quot;opacity&quot;:1,&quot;path&quot;:{&quot;type&quot;:&quot;RECT&quot;,&quot;size&quot;:{&quot;x&quot;:48.893094333962594,&quot;y&quot;:17.045454545454547},&quot;cornerRounding&quot;:{&quot;type&quot;:&quot;ARC_LENGTH&quot;,&quot;global&quot;:0}},&quot;pathStyles&quot;:[{&quot;type&quot;:&quot;FILL&quot;,&quot;fillStyle&quot;:&quot;rgba(216, 240, 246, 1)&quot;},{&quot;type&quot;:&quot;STROKE&quot;,&quot;strokeStyle&quot;:&quot;rgba(48, 110, 128, 1)&quot;,&quot;lineWidth&quot;:0.7395512418615802,&quot;lineJoin&quot;:&quot;round&quot;}],&quot;isLocked&quot;:false,&quot;parent&quot;:{&quot;type&quot;:&quot;CHILD&quot;,&quot;parentId&quot;:&quot;b932121b-e66f-43b0-947c-a731f73ab320&quot;,&quot;order&quot;:&quot;1&quot;}},&quot;10427504-8e71-4250-a8a6-33fe2e67f6a1&quot;:{&quot;type&quot;:&quot;FIGURE_OBJECT&quot;,&quot;id&quot;:&quot;10427504-8e71-4250-a8a6-33fe2e67f6a1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12.58383924308821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43.02592301388709,&quot;y&quot;:15},&quot;targetSize&quot;:{&quot;x&quot;:43.02592301388709,&quot;y&quot;:2},&quot;format&quot;:&quot;BETTER_TEXT&quot;,&quot;verticalAlign&quot;:&quot;TOP&quot;},&quot;parent&quot;:{&quot;type&quot;:&quot;CHILD&quot;,&quot;parentId&quot;:&quot;26ee692c-7384-49e9-881d-2265aa09321c&quot;,&quot;order&quot;:&quot;5&quot;}},&quot;8b7dd6a1-1869-460e-8845-4660531a17cb&quot;:{&quot;type&quot;:&quot;FIGURE_OBJECT&quot;,&quot;id&quot;:&quot;8b7dd6a1-1869-460e-8845-4660531a17cb&quot;,&quot;parent&quot;:{&quot;type&quot;:&quot;CHILD&quot;,&quot;parentId&quot;:&quot;b96e3d93-e048-43ff-9243-630e6875d18a&quot;,&quot;order&quot;:&quot;2&quot;},&quot;relativeTransform&quot;:{&quot;translate&quot;:{&quot;x&quot;:-512.6052103798372,&quot;y&quot;:43.54220832815986},&quot;rotate&quot;:0}},&quot;16f42f49-5ed1-408d-ba08-219eec563b6c&quot;:{&quot;type&quot;:&quot;FIGURE_OBJECT&quot;,&quot;id&quot;:&quot;16f42f49-5ed1-408d-ba08-219eec563b6c&quot;,&quot;relativeTransform&quot;:{&quot;translate&quot;:{&quot;x&quot;:172.04117835477342,&quot;y&quot;:117.52705113178165},&quot;rotate&quot;:0},&quot;opacity&quot;:1,&quot;path&quot;:{&quot;type&quot;:&quot;POLY_LINE&quot;,&quot;points&quot;:[{&quot;x&quot;:-15.353850883818001,&quot;y&quot;:0},{&quot;x&quot;:15.35385088381800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05&quot;},&quot;connectorInfo&quot;:{&quot;connectedObjects&quot;:[],&quot;type&quot;:&quot;LINE&quot;,&quot;offset&quot;:{&quot;x&quot;:0,&quot;y&quot;:0},&quot;bending&quot;:0.1,&quot;firstElementIsHead&quot;:true,&quot;customized&quot;:false}},&quot;2199f358-412d-4f9e-900d-44dccab2eb8b&quot;:{&quot;type&quot;:&quot;FIGURE_OBJECT&quot;,&quot;id&quot;:&quot;2199f358-412d-4f9e-900d-44dccab2eb8b&quot;,&quot;relativeTransform&quot;:{&quot;translate&quot;:{&quot;x&quot;:188.0983014527451,&quot;y&quot;:125.06310319339735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1&quot;},&quot;connectorInfo&quot;:{&quot;connectedObjects&quot;:[],&quot;type&quot;:&quot;LINE&quot;,&quot;offset&quot;:{&quot;x&quot;:0,&quot;y&quot;:0},&quot;bending&quot;:0.1,&quot;firstElementIsHead&quot;:true,&quot;customized&quot;:false}},&quot;782d9856-0958-471e-b6af-fc492fc1c7ab&quot;:{&quot;type&quot;:&quot;FIGURE_OBJECT&quot;,&quot;id&quot;:&quot;782d9856-0958-471e-b6af-fc492fc1c7ab&quot;,&quot;relativeTransform&quot;:{&quot;translate&quot;:{&quot;x&quot;:184.40767999876437,&quot;y&quot;:132.59915525501307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2&quot;},&quot;connectorInfo&quot;:{&quot;connectedObjects&quot;:[],&quot;type&quot;:&quot;LINE&quot;,&quot;offset&quot;:{&quot;x&quot;:0,&quot;y&quot;:0},&quot;bending&quot;:0.1,&quot;firstElementIsHead&quot;:true,&quot;customized&quot;:false}},&quot;0ef9cb4e-d8da-49bb-b905-f32f5cfc7fe9&quot;:{&quot;type&quot;:&quot;FIGURE_OBJECT&quot;,&quot;id&quot;:&quot;0ef9cb4e-d8da-49bb-b905-f32f5cfc7fe9&quot;,&quot;relativeTransform&quot;:{&quot;translate&quot;:{&quot;x&quot;:176.28831280000665,&quot;y&quot;:140.1352073166288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25&quot;},&quot;connectorInfo&quot;:{&quot;connectedObjects&quot;:[],&quot;type&quot;:&quot;LINE&quot;,&quot;offset&quot;:{&quot;x&quot;:0,&quot;y&quot;:0},&quot;bending&quot;:0.1,&quot;firstElementIsHead&quot;:true,&quot;customized&quot;:false}},&quot;c6363c6e-4d48-493f-b65c-468834eadd4f&quot;:{&quot;type&quot;:&quot;FIGURE_OBJECT&quot;,&quot;id&quot;:&quot;c6363c6e-4d48-493f-b65c-468834eadd4f&quot;,&quot;relativeTransform&quot;:{&quot;translate&quot;:{&quot;x&quot;:188.09821984206388,&quot;y&quot;:147.67125937824449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3&quot;},&quot;connectorInfo&quot;:{&quot;connectedObjects&quot;:[],&quot;type&quot;:&quot;LINE&quot;,&quot;offset&quot;:{&quot;x&quot;:0,&quot;y&quot;:0},&quot;bending&quot;:0.1,&quot;firstElementIsHead&quot;:true,&quot;customized&quot;:false}},&quot;1a369be5-b5c5-4787-9f2b-8263d48c8ebd&quot;:{&quot;type&quot;:&quot;FIGURE_OBJECT&quot;,&quot;id&quot;:&quot;1a369be5-b5c5-4787-9f2b-8263d48c8ebd&quot;,&quot;relativeTransform&quot;:{&quot;translate&quot;:{&quot;x&quot;:180.71697693410235,&quot;y&quot;:162.74336350147593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5&quot;},&quot;connectorInfo&quot;:{&quot;connectedObjects&quot;:[],&quot;type&quot;:&quot;LINE&quot;,&quot;offset&quot;:{&quot;x&quot;:0,&quot;y&quot;:0},&quot;bending&quot;:0.1,&quot;firstElementIsHead&quot;:true,&quot;customized&quot;:false}},&quot;437424bf-56b8-4fc2-808f-4094d95774e1&quot;:{&quot;type&quot;:&quot;FIGURE_OBJECT&quot;,&quot;id&quot;:&quot;437424bf-56b8-4fc2-808f-4094d95774e1&quot;,&quot;relativeTransform&quot;:{&quot;translate&quot;:{&quot;x&quot;:166.48658862139692,&quot;y&quot;:155.2073114398602},&quot;rotate&quot;:0},&quot;opacity&quot;:1,&quot;path&quot;:{&quot;type&quot;:&quot;POLY_LINE&quot;,&quot;points&quot;:[{&quot;x&quot;:-9.877007701110603,&quot;y&quot;:0},{&quot;x&quot;:9.877007701110603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55&quot;},&quot;connectorInfo&quot;:{&quot;connectedObjects&quot;:[],&quot;type&quot;:&quot;LINE&quot;,&quot;offset&quot;:{&quot;x&quot;:0,&quot;y&quot;:0},&quot;bending&quot;:0.1,&quot;firstElementIsHead&quot;:true,&quot;customized&quot;:false}},&quot;6a024a35-9c49-426f-a341-992a9ac880b0&quot;:{&quot;type&quot;:&quot;FIGURE_OBJECT&quot;,&quot;id&quot;:&quot;6a024a35-9c49-426f-a341-992a9ac880b0&quot;,&quot;relativeTransform&quot;:{&quot;translate&quot;:{&quot;x&quot;:188.0989257711913,&quot;y&quot;:170.27941556309162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6&quot;},&quot;connectorInfo&quot;:{&quot;connectedObjects&quot;:[],&quot;type&quot;:&quot;LINE&quot;,&quot;offset&quot;:{&quot;x&quot;:0,&quot;y&quot;:0},&quot;bending&quot;:0.1,&quot;firstElementIsHead&quot;:true,&quot;customized&quot;:false}},&quot;936383a3-7b0b-40f1-98a6-9ec67f6a91d7&quot;:{&quot;type&quot;:&quot;FIGURE_OBJECT&quot;,&quot;id&quot;:&quot;936383a3-7b0b-40f1-98a6-9ec67f6a91d7&quot;,&quot;relativeTransform&quot;:{&quot;translate&quot;:{&quot;x&quot;:195.6071307507643,&quot;y&quot;:109.99099907016594},&quot;rotate&quot;:0},&quot;opacity&quot;:1,&quot;path&quot;:{&quot;type&quot;:&quot;POLY_LINE&quot;,&quot;points&quot;:[{&quot;x&quot;:-8.400759155692771,&quot;y&quot;:0},{&quot;x&quot;:8.40075915569277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7&quot;},&quot;connectorInfo&quot;:{&quot;connectedObjects&quot;:[],&quot;type&quot;:&quot;LINE&quot;,&quot;offset&quot;:{&quot;x&quot;:0,&quot;y&quot;:0},&quot;bending&quot;:0.1,&quot;firstElementIsHead&quot;:true,&quot;customized&quot;:false}},&quot;09247a02-d427-4b3d-a8bf-e4c3a750429c&quot;:{&quot;type&quot;:&quot;FIGURE_OBJECT&quot;,&quot;id&quot;:&quot;09247a02-d427-4b3d-a8bf-e4c3a750429c&quot;,&quot;relativeTransform&quot;:{&quot;translate&quot;:{&quot;x&quot;:199.2981118478996,&quot;y&quot;:102.45494700855022},&quot;rotate&quot;:0},&quot;opacity&quot;:1,&quot;path&quot;:{&quot;type&quot;:&quot;POLY_LINE&quot;,&quot;points&quot;:[{&quot;x&quot;:-4.710137792148145,&quot;y&quot;:0},{&quot;x&quot;:4.710137792148145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75&quot;},&quot;connectorInfo&quot;:{&quot;connectedObjects&quot;:[],&quot;type&quot;:&quot;LINE&quot;,&quot;offset&quot;:{&quot;x&quot;:0,&quot;y&quot;:0},&quot;bending&quot;:0.1,&quot;firstElementIsHead&quot;:true,&quot;customized&quot;:false}},&quot;bb40f08f-d932-493c-be87-4592f2fc9ebf&quot;:{&quot;type&quot;:&quot;FIGURE_OBJECT&quot;,&quot;id&quot;:&quot;bb40f08f-d932-493c-be87-4592f2fc9ebf&quot;,&quot;relativeTransform&quot;:{&quot;translate&quot;:{&quot;x&quot;:184.40821114036925,&quot;y&quot;:94.91889494693451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8b7dd6a1-1869-460e-8845-4660531a17cb&quot;,&quot;order&quot;:&quot;8&quot;},&quot;connectorInfo&quot;:{&quot;connectedObjects&quot;:[],&quot;type&quot;:&quot;LINE&quot;,&quot;offset&quot;:{&quot;x&quot;:0,&quot;y&quot;:0},&quot;bending&quot;:0.1,&quot;firstElementIsHead&quot;:true,&quot;customized&quot;:false}},&quot;0ebc2dbd-56f2-4525-9154-ae46c0fc865d&quot;:{&quot;type&quot;:&quot;FIGURE_OBJECT&quot;,&quot;id&quot;:&quot;0ebc2dbd-56f2-4525-9154-ae46c0fc865d&quot;,&quot;parent&quot;:{&quot;type&quot;:&quot;CHILD&quot;,&quot;parentId&quot;:&quot;b96e3d93-e048-43ff-9243-630e6875d18a&quot;,&quot;order&quot;:&quot;5&quot;},&quot;relativeTransform&quot;:{&quot;translate&quot;:{&quot;x&quot;:-512.6052103798372,&quot;y&quot;:43.54220832815986},&quot;rotate&quot;:0}},&quot;dc3a1746-b880-46b1-a9de-3fa3440d839e&quot;:{&quot;type&quot;:&quot;FIGURE_OBJECT&quot;,&quot;id&quot;:&quot;dc3a1746-b880-46b1-a9de-3fa3440d839e&quot;,&quot;relativeTransform&quot;:{&quot;translate&quot;:{&quot;x&quot;:291.1711650814544,&quot;y&quot;:117.5275031819447},&quot;rotate&quot;:-1.6986101013487643e-16},&quot;opacity&quot;:1,&quot;path&quot;:{&quot;type&quot;:&quot;POLY_LINE&quot;,&quot;points&quot;:[{&quot;x&quot;:12.025748843744207,&quot;y&quot;:0},{&quot;x&quot;:-12.025748843744207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05&quot;},&quot;connectorInfo&quot;:{&quot;connectedObjects&quot;:[],&quot;type&quot;:&quot;LINE&quot;,&quot;offset&quot;:{&quot;x&quot;:0,&quot;y&quot;:0},&quot;bending&quot;:0.1,&quot;firstElementIsHead&quot;:true,&quot;customized&quot;:false}},&quot;206d32ec-ef64-41d7-a870-0e281c1c883a&quot;:{&quot;type&quot;:&quot;FIGURE_OBJECT&quot;,&quot;id&quot;:&quot;206d32ec-ef64-41d7-a870-0e281c1c883a&quot;,&quot;relativeTransform&quot;:{&quot;translate&quot;:{&quot;x&quot;:269.888345340772,&quot;y&quot;:125.06351624594072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1&quot;},&quot;connectorInfo&quot;:{&quot;connectedObjects&quot;:[],&quot;type&quot;:&quot;LINE&quot;,&quot;offset&quot;:{&quot;x&quot;:0,&quot;y&quot;:0},&quot;bending&quot;:0.1,&quot;firstElementIsHead&quot;:true,&quot;customized&quot;:false}},&quot;0f14d77b-9553-443a-8d58-8be8b0fb8787&quot;:{&quot;type&quot;:&quot;FIGURE_OBJECT&quot;,&quot;id&quot;:&quot;0f14d77b-9553-443a-8d58-8be8b0fb8787&quot;,&quot;relativeTransform&quot;:{&quot;translate&quot;:{&quot;x&quot;:265.3094172610062,&quot;y&quot;:132.59952930993674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2&quot;},&quot;connectorInfo&quot;:{&quot;connectedObjects&quot;:[],&quot;type&quot;:&quot;LINE&quot;,&quot;offset&quot;:{&quot;x&quot;:0,&quot;y&quot;:0},&quot;bending&quot;:0.1,&quot;firstElementIsHead&quot;:true,&quot;customized&quot;:false}},&quot;08f8fc87-0b31-43cb-b1cb-7c3fc847f5a3&quot;:{&quot;type&quot;:&quot;FIGURE_OBJECT&quot;,&quot;id&quot;:&quot;08f8fc87-0b31-43cb-b1cb-7c3fc847f5a3&quot;,&quot;relativeTransform&quot;:{&quot;translate&quot;:{&quot;x&quot;:283.4804845808308,&quot;y&quot;:140.1355423739328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25&quot;},&quot;connectorInfo&quot;:{&quot;connectedObjects&quot;:[],&quot;type&quot;:&quot;LINE&quot;,&quot;offset&quot;:{&quot;x&quot;:0,&quot;y&quot;:0},&quot;bending&quot;:0.1,&quot;firstElementIsHead&quot;:true,&quot;customized&quot;:false}},&quot;95875cf0-5349-4f95-b690-b8d601bc62b1&quot;:{&quot;type&quot;:&quot;FIGURE_OBJECT&quot;,&quot;id&quot;:&quot;95875cf0-5349-4f95-b690-b8d601bc62b1&quot;,&quot;relativeTransform&quot;:{&quot;translate&quot;:{&quot;x&quot;:265.3091069266338,&quot;y&quot;:147.67155543792882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3&quot;},&quot;connectorInfo&quot;:{&quot;connectedObjects&quot;:[],&quot;type&quot;:&quot;LINE&quot;,&quot;offset&quot;:{&quot;x&quot;:0,&quot;y&quot;:0},&quot;bending&quot;:0.1,&quot;firstElementIsHead&quot;:true,&quot;customized&quot;:false}},&quot;59ab6e85-0740-494e-b254-92e040d73338&quot;:{&quot;type&quot;:&quot;FIGURE_OBJECT&quot;,&quot;id&quot;:&quot;59ab6e85-0740-494e-b254-92e040d73338&quot;,&quot;relativeTransform&quot;:{&quot;translate&quot;:{&quot;x&quot;:274.4672381997293,&quot;y&quot;:162.74358156592086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5&quot;},&quot;connectorInfo&quot;:{&quot;connectedObjects&quot;:[],&quot;type&quot;:&quot;LINE&quot;,&quot;offset&quot;:{&quot;x&quot;:0,&quot;y&quot;:0},&quot;bending&quot;:0.1,&quot;firstElementIsHead&quot;:true,&quot;customized&quot;:false}},&quot;5b9f0602-cef4-47f8-bcb3-e6a112bfc8bb&quot;:{&quot;type&quot;:&quot;FIGURE_OBJECT&quot;,&quot;id&quot;:&quot;5b9f0602-cef4-47f8-bcb3-e6a112bfc8bb&quot;,&quot;relativeTransform&quot;:{&quot;translate&quot;:{&quot;x&quot;:291.40021996235254,&quot;y&quot;:155.20756850192484},&quot;rotate&quot;:-1.6986101013487643e-16},&quot;opacity&quot;:1,&quot;path&quot;:{&quot;type&quot;:&quot;POLY_LINE&quot;,&quot;points&quot;:[{&quot;x&quot;:12.254702119961328,&quot;y&quot;:0},{&quot;x&quot;:-12.254702119961328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55&quot;},&quot;connectorInfo&quot;:{&quot;connectedObjects&quot;:[],&quot;type&quot;:&quot;LINE&quot;,&quot;offset&quot;:{&quot;x&quot;:0,&quot;y&quot;:0},&quot;bending&quot;:0.1,&quot;firstElementIsHead&quot;:true,&quot;customized&quot;:false}},&quot;9f7aefe2-36c8-4061-99f7-ed185952742d&quot;:{&quot;type&quot;:&quot;FIGURE_OBJECT&quot;,&quot;id&quot;:&quot;9f7aefe2-36c8-4061-99f7-ed185952742d&quot;,&quot;relativeTransform&quot;:{&quot;translate&quot;:{&quot;x&quot;:265.30823105901925,&quot;y&quot;:170.2795946299169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6&quot;},&quot;connectorInfo&quot;:{&quot;connectedObjects&quot;:[],&quot;type&quot;:&quot;LINE&quot;,&quot;offset&quot;:{&quot;x&quot;:0,&quot;y&quot;:0},&quot;bending&quot;:0.1,&quot;firstElementIsHead&quot;:true,&quot;customized&quot;:false}},&quot;5c2bcd77-b26f-48c7-8517-f81efbefb887&quot;:{&quot;type&quot;:&quot;FIGURE_OBJECT&quot;,&quot;id&quot;:&quot;5c2bcd77-b26f-48c7-8517-f81efbefb887&quot;,&quot;relativeTransform&quot;:{&quot;translate&quot;:{&quot;x&quot;:258.68193534046515,&quot;y&quot;:109.99149011794869},&quot;rotate&quot;:-1.6986101013487643e-16},&quot;opacity&quot;:1,&quot;path&quot;:{&quot;type&quot;:&quot;POLY_LINE&quot;,&quot;points&quot;:[{&quot;x&quot;:7.23090967519281,&quot;y&quot;:0},{&quot;x&quot;:-7.2309096751928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7&quot;},&quot;connectorInfo&quot;:{&quot;connectedObjects&quot;:[],&quot;type&quot;:&quot;LINE&quot;,&quot;offset&quot;:{&quot;x&quot;:0,&quot;y&quot;:0},&quot;bending&quot;:0.1,&quot;firstElementIsHead&quot;:true,&quot;customized&quot;:false}},&quot;b6b1084e-b0b5-41ee-b129-0f68e90e45f2&quot;:{&quot;type&quot;:&quot;FIGURE_OBJECT&quot;,&quot;id&quot;:&quot;b6b1084e-b0b5-41ee-b129-0f68e90e45f2&quot;,&quot;relativeTransform&quot;:{&quot;translate&quot;:{&quot;x&quot;:261.8011016531401,&quot;y&quot;:102.45547705395266},&quot;rotate&quot;:-1.6986101013487643e-16},&quot;opacity&quot;:1,&quot;path&quot;:{&quot;type&quot;:&quot;POLY_LINE&quot;,&quot;points&quot;:[{&quot;x&quot;:10.350598011811915,&quot;y&quot;:0},{&quot;x&quot;:-10.350598011811915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75&quot;},&quot;connectorInfo&quot;:{&quot;connectedObjects&quot;:[],&quot;type&quot;:&quot;LINE&quot;,&quot;offset&quot;:{&quot;x&quot;:0,&quot;y&quot;:0},&quot;bending&quot;:0.1,&quot;firstElementIsHead&quot;:true,&quot;customized&quot;:false}},&quot;0a7e41d2-660e-4e39-9d6b-b9ab7f5392fe&quot;:{&quot;type&quot;:&quot;FIGURE_OBJECT&quot;,&quot;id&quot;:&quot;0a7e41d2-660e-4e39-9d6b-b9ab7f5392fe&quot;,&quot;relativeTransform&quot;:{&quot;translate&quot;:{&quot;x&quot;:269.88835431217467,&quot;y&quot;:94.91946398995663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48, 110, 128, 1)&quot;,&quot;lineWidth&quot;:1.5729799053860263,&quot;lineJoin&quot;:&quot;round&quot;}],&quot;isLocked&quot;:false,&quot;parent&quot;:{&quot;type&quot;:&quot;CHILD&quot;,&quot;parentId&quot;:&quot;0ebc2dbd-56f2-4525-9154-ae46c0fc865d&quot;,&quot;order&quot;:&quot;8&quot;},&quot;connectorInfo&quot;:{&quot;connectedObjects&quot;:[],&quot;type&quot;:&quot;LINE&quot;,&quot;offset&quot;:{&quot;x&quot;:0,&quot;y&quot;:0},&quot;bending&quot;:0.1,&quot;firstElementIsHead&quot;:true,&quot;customized&quot;:false}},&quot;46006b8f-4c88-4105-bdeb-8013df0386a1&quot;:{&quot;type&quot;:&quot;FIGURE_OBJECT&quot;,&quot;id&quot;:&quot;46006b8f-4c88-4105-bdeb-8013df0386a1&quot;,&quot;relativeTransform&quot;:{&quot;translate&quot;:{&quot;x&quot;:-67.77905925376835,&quot;y&quot;:-45.041079157915476},&quot;rotate&quot;:0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9b9e0192-258a-4353-ace2-899338407232&quot;,&quot;order&quot;:&quot;6&quot;}},&quot;24fde966-64d8-40a8-ac5a-b97d00e29ddb&quot;:{&quot;type&quot;:&quot;FIGURE_OBJECT&quot;,&quot;id&quot;:&quot;24fde966-64d8-40a8-ac5a-b97d00e29ddb&quot;,&quot;relativeTransform&quot;:{&quot;translate&quot;:{&quot;x&quot;:3.4908584214448584,&quot;y&quot;:-1.2382995116474245},&quot;rotate&quot;:0},&quot;opacity&quot;:1,&quot;path&quot;:{&quot;type&quot;:&quot;POLY_LINE&quot;,&quot;points&quot;:[{&quot;x&quot;:-141.98167441882583,&quot;y&quot;:28.080497724390447},{&quot;x&quot;:-124.9150470995959,&quot;y&quot;:15.660339542130872},{&quot;x&quot;:-93.13229394438183,&quot;y&quot;:-40.13003252784603},{&quot;x&quot;:-49.59253133921675,&quot;y&quot;:17.35201071188839},{&quot;x&quot;:12.408595411691335,&quot;y&quot;:20.18981298229536},{&quot;x&quot;:52.46557685094093,&quot;y&quot;:-14.582174895417065},{&quot;x&quot;:88.39417574432464,&quot;y&quot;:20.052709371433178},{&quot;x&quot;:135.71379287720288,&quot;y&quot;:27.641271458420377}],&quot;closed&quot;:false},&quot;pathStyles&quot;:[{&quot;type&quot;:&quot;FILL&quot;,&quot;fillStyle&quot;:&quot;rgba(0,0,0,0)&quot;},{&quot;type&quot;:&quot;STROKE&quot;,&quot;strokeStyle&quot;:&quot;rgba(79, 96, 156, 1)&quot;,&quot;lineWidth&quot;:3.0362282652613573,&quot;lineJoin&quot;:&quot;round&quot;}],&quot;pathSmoothing&quot;:{&quot;type&quot;:&quot;CATMULL_SMOOTHING&quot;,&quot;smoothing&quot;:0.2},&quot;isLocked&quot;:false,&quot;parent&quot;:{&quot;type&quot;:&quot;CHILD&quot;,&quot;parentId&quot;:&quot;46006b8f-4c88-4105-bdeb-8013df0386a1&quot;,&quot;order&quot;:&quot;5&quot;},&quot;connectorInfo&quot;:{&quot;connectedObjects&quot;:[],&quot;type&quot;:&quot;QUADRATIC&quot;,&quot;offset&quot;:{&quot;x&quot;:0,&quot;y&quot;:0},&quot;bending&quot;:-0.1,&quot;firstElementIsHead&quot;:true,&quot;customized&quot;:true}},&quot;dbcdd7a1-6985-47ac-93d4-411c979d7b15&quot;:{&quot;type&quot;:&quot;FIGURE_OBJECT&quot;,&quot;id&quot;:&quot;dbcdd7a1-6985-47ac-93d4-411c979d7b15&quot;,&quot;relativeTransform&quot;:{&quot;translate&quot;:{&quot;x&quot;:0,&quot;y&quot;:2.6960711798025265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46006b8f-4c88-4105-bdeb-8013df0386a1&quot;,&quot;order&quot;:&quot;2&quot;}},&quot;58f9e9a2-7c84-4230-b7c1-88218adc988e&quot;:{&quot;type&quot;:&quot;FIGURE_OBJECT&quot;,&quot;id&quot;:&quot;58f9e9a2-7c84-4230-b7c1-88218adc988e&quot;,&quot;relativeTransform&quot;:{&quot;translate&quot;:{&quot;x&quot;:0,&quot;y&quot;:31.766083563041047},&quot;rotate&quot;:0},&quot;opacity&quot;:1,&quot;path&quot;:{&quot;type&quot;:&quot;POLY_LINE&quot;,&quot;points&quot;:[{&quot;x&quot;:-138.89474975630085,&quot;y&quot;:0},{&quot;x&quot;:138.89474975630085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02&quot;}},&quot;fc9b6506-c602-4773-a6b6-8f551b30cb9f&quot;:{&quot;type&quot;:&quot;FIGURE_OBJECT&quot;,&quot;id&quot;:&quot;fc9b6506-c602-4773-a6b6-8f551b30cb9f&quot;,&quot;relativeTransform&quot;:{&quot;translate&quot;:{&quot;x&quot;:-33.42089310494606,&quot;y&quot;:23.826912791463272},&quot;rotate&quot;:0},&quot;opacity&quot;:1,&quot;path&quot;:{&quot;type&quot;:&quot;POLY_LINE&quot;,&quot;points&quot;:[{&quot;x&quot;:-21.048973061561796,&quot;y&quot;:0},{&quot;x&quot;:21.048973061561796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05&quot;}},&quot;4c312504-1dbf-431c-b21e-3b3cc4d84cb4&quot;:{&quot;type&quot;:&quot;FIGURE_OBJECT&quot;,&quot;id&quot;:&quot;4c312504-1dbf-431c-b21e-3b3cc4d84cb4&quot;,&quot;relativeTransform&quot;:{&quot;translate&quot;:{&quot;x&quot;:-81.02949826063843,&quot;y&quot;:23.826912791463272},&quot;rotate&quot;:0},&quot;opacity&quot;:1,&quot;path&quot;:{&quot;type&quot;:&quot;POLY_LINE&quot;,&quot;points&quot;:[{&quot;x&quot;:-22.253880931046847,&quot;y&quot;:0},{&quot;x&quot;:22.253880931046847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1&quot;}},&quot;291aac5e-51fd-4ede-8dc9-72c07c66e6e9&quot;:{&quot;type&quot;:&quot;FIGURE_OBJECT&quot;,&quot;id&quot;:&quot;291aac5e-51fd-4ede-8dc9-72c07c66e6e9&quot;,&quot;relativeTransform&quot;:{&quot;translate&quot;:{&quot;x&quot;:69.65738505019742,&quot;y&quot;:15.920905307970376},&quot;rotate&quot;:0},&quot;opacity&quot;:1,&quot;path&quot;:{&quot;type&quot;:&quot;POLY_LINE&quot;,&quot;points&quot;:[{&quot;x&quot;:-14.106950557494931,&quot;y&quot;:0},{&quot;x&quot;:14.106950557494931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12&quot;}},&quot;9d2283b8-1045-41a2-aa84-555d9d81b055&quot;:{&quot;type&quot;:&quot;FIGURE_OBJECT&quot;,&quot;id&quot;:&quot;9d2283b8-1045-41a2-aa84-555d9d81b055&quot;,&quot;relativeTransform&quot;:{&quot;translate&quot;:{&quot;x&quot;:41.443483935207226,&quot;y&quot;:23.826912791463272},&quot;rotate&quot;:0},&quot;opacity&quot;:1,&quot;path&quot;:{&quot;type&quot;:&quot;POLY_LINE&quot;,&quot;points&quot;:[{&quot;x&quot;:-21.42166566138125,&quot;y&quot;:0},{&quot;x&quot;:21.42166566138125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15&quot;}},&quot;523c3361-b016-4fea-9a75-5afa25e4b55f&quot;:{&quot;type&quot;:&quot;FIGURE_OBJECT&quot;,&quot;id&quot;:&quot;523c3361-b016-4fea-9a75-5afa25e4b55f&quot;,&quot;relativeTransform&quot;:{&quot;translate&quot;:{&quot;x&quot;:113.13500666839673,&quot;y&quot;:23.826912791463272},&quot;rotate&quot;:0},&quot;opacity&quot;:1,&quot;path&quot;:{&quot;type&quot;:&quot;POLY_LINE&quot;,&quot;points&quot;:[{&quot;x&quot;:-24.850889405256204,&quot;y&quot;:0},{&quot;x&quot;:24.850889405256204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2&quot;}},&quot;3d928bec-2eb9-46fe-9aa3-ae50cd985a9e&quot;:{&quot;type&quot;:&quot;FIGURE_OBJECT&quot;,&quot;id&quot;:&quot;3d928bec-2eb9-46fe-9aa3-ae50cd985a9e&quot;,&quot;relativeTransform&quot;:{&quot;translate&quot;:{&quot;x&quot;:-112.87966811510708,&quot;y&quot;:15.310960247320354},&quot;rotate&quot;:0},&quot;opacity&quot;:1,&quot;path&quot;:{&quot;type&quot;:&quot;POLY_LINE&quot;,&quot;points&quot;:[{&quot;x&quot;:-11.686207524532222,&quot;y&quot;:0},{&quot;x&quot;:11.686207524532222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22&quot;}},&quot;88bafa97-1fee-4284-85ca-f41e78d76352&quot;:{&quot;type&quot;:&quot;FIGURE_OBJECT&quot;,&quot;id&quot;:&quot;88bafa97-1fee-4284-85ca-f41e78d76352&quot;,&quot;relativeTransform&quot;:{&quot;translate&quot;:{&quot;x&quot;:-88.4835258046955,&quot;y&quot;:15.310960247320354},&quot;rotate&quot;:0},&quot;opacity&quot;:1,&quot;path&quot;:{&quot;type&quot;:&quot;POLY_LINE&quot;,&quot;points&quot;:[{&quot;x&quot;:-8.189251225224256,&quot;y&quot;:0},{&quot;x&quot;:8.189251225224256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25&quot;}},&quot;2e96f8bb-12f6-4f4c-8b1e-5b78dde6dc05&quot;:{&quot;type&quot;:&quot;FIGURE_OBJECT&quot;,&quot;id&quot;:&quot;2e96f8bb-12f6-4f4c-8b1e-5b78dde6dc05&quot;,&quot;relativeTransform&quot;:{&quot;translate&quot;:{&quot;x&quot;:-63.92698224164863,&quot;y&quot;:15.310960247320354},&quot;rotate&quot;:0},&quot;opacity&quot;:1,&quot;path&quot;:{&quot;type&quot;:&quot;POLY_LINE&quot;,&quot;points&quot;:[{&quot;x&quot;:-11.846608777167473,&quot;y&quot;:0},{&quot;x&quot;:11.846608777167473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3&quot;}},&quot;ca0e17b9-1e90-4ad6-b1d4-ec8ce33ce2d9&quot;:{&quot;type&quot;:&quot;FIGURE_OBJECT&quot;,&quot;id&quot;:&quot;ca0e17b9-1e90-4ad6-b1d4-ec8ce33ce2d9&quot;,&quot;relativeTransform&quot;:{&quot;translate&quot;:{&quot;x&quot;:-118.0832325786749,&quot;y&quot;:23.826912791463272},&quot;rotate&quot;:0},&quot;opacity&quot;:1,&quot;path&quot;:{&quot;type&quot;:&quot;POLY_LINE&quot;,&quot;points&quot;:[{&quot;x&quot;:-10.279169826334664,&quot;y&quot;:0},{&quot;x&quot;:10.279169826334664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35&quot;}},&quot;1cbe7718-fe82-4652-bfbd-17b4c660c898&quot;:{&quot;type&quot;:&quot;FIGURE_OBJECT&quot;,&quot;id&quot;:&quot;1cbe7718-fe82-4652-bfbd-17b4c660c898&quot;,&quot;relativeTransform&quot;:{&quot;translate&quot;:{&quot;x&quot;:-90.82672332377064,&quot;y&quot;:-4.03281960897152},&quot;rotate&quot;:0},&quot;opacity&quot;:1,&quot;path&quot;:{&quot;type&quot;:&quot;POLY_LINE&quot;,&quot;points&quot;:[{&quot;x&quot;:22.253880931046847,&quot;y&quot;:0},{&quot;x&quot;:-22.253880931046847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4&quot;}},&quot;525afdaf-45cd-492f-99f0-986fd1493994&quot;:{&quot;type&quot;:&quot;FIGURE_OBJECT&quot;,&quot;id&quot;:&quot;525afdaf-45cd-492f-99f0-986fd1493994&quot;,&quot;relativeTransform&quot;:{&quot;translate&quot;:{&quot;x&quot;:-71.55034175537003,&quot;y&quot;:4.483132935171397},&quot;rotate&quot;:0},&quot;opacity&quot;:1,&quot;path&quot;:{&quot;type&quot;:&quot;POLY_LINE&quot;,&quot;points&quot;:[{&quot;x&quot;:11.686207524532222,&quot;y&quot;:0},{&quot;x&quot;:-11.686207524532222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5&quot;}},&quot;70cea851-3cae-4e85-9dcf-26254e264dbc&quot;:{&quot;type&quot;:&quot;FIGURE_OBJECT&quot;,&quot;id&quot;:&quot;70cea851-3cae-4e85-9dcf-26254e264dbc&quot;,&quot;relativeTransform&quot;:{&quot;translate&quot;:{&quot;x&quot;:-106.73173569646845,&quot;y&quot;:4.483132935171397},&quot;rotate&quot;:0},&quot;opacity&quot;:1,&quot;path&quot;:{&quot;type&quot;:&quot;POLY_LINE&quot;,&quot;points&quot;:[{&quot;x&quot;:11.846608777167473,&quot;y&quot;:0},{&quot;x&quot;:-11.846608777167473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52&quot;}},&quot;6af525d8-ae21-45ce-8c82-2adda7ba95fb&quot;:{&quot;type&quot;:&quot;FIGURE_OBJECT&quot;,&quot;id&quot;:&quot;6af525d8-ae21-45ce-8c82-2adda7ba95fb&quot;,&quot;relativeTransform&quot;:{&quot;translate&quot;:{&quot;x&quot;:-87.82002218170943,&quot;y&quot;:-13.64116949527817},&quot;rotate&quot;:0},&quot;opacity&quot;:1,&quot;path&quot;:{&quot;type&quot;:&quot;POLY_LINE&quot;,&quot;points&quot;:[{&quot;x&quot;:-11.846608777167473,&quot;y&quot;:0},{&quot;x&quot;:11.846608777167473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55&quot;}},&quot;603da382-2faf-4989-bf82-aa13e9c42a7e&quot;:{&quot;type&quot;:&quot;FIGURE_OBJECT&quot;,&quot;id&quot;:&quot;603da382-2faf-4989-bf82-aa13e9c42a7e&quot;,&quot;relativeTransform&quot;:{&quot;translate&quot;:{&quot;x&quot;:-89.64143552293696,&quot;y&quot;:-22.800056375855288},&quot;rotate&quot;:0},&quot;opacity&quot;:1,&quot;path&quot;:{&quot;type&quot;:&quot;POLY_LINE&quot;,&quot;points&quot;:[{&quot;x&quot;:-10.449593005551822,&quot;y&quot;:0},{&quot;x&quot;:10.449593005551822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6&quot;}},&quot;649ded83-e4cf-47c1-9257-9f07e1a3aabf&quot;:{&quot;type&quot;:&quot;FIGURE_OBJECT&quot;,&quot;id&quot;:&quot;649ded83-e4cf-47c1-9257-9f07e1a3aabf&quot;,&quot;relativeTransform&quot;:{&quot;translate&quot;:{&quot;x&quot;:75.57498956924131,&quot;y&quot;:23.826912791463272},&quot;rotate&quot;:0},&quot;opacity&quot;:1,&quot;path&quot;:{&quot;type&quot;:&quot;POLY_LINE&quot;,&quot;points&quot;:[{&quot;x&quot;:-8.189251225224256,&quot;y&quot;:0},{&quot;x&quot;:8.189251225224256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62&quot;}},&quot;9ab5b097-d6f6-4f15-a1fa-e1940dbdd0db&quot;:{&quot;type&quot;:&quot;FIGURE_OBJECT&quot;,&quot;id&quot;:&quot;9ab5b097-d6f6-4f15-a1fa-e1940dbdd0db&quot;,&quot;relativeTransform&quot;:{&quot;translate&quot;:{&quot;x&quot;:36.92299000100575,&quot;y&quot;:15.920905307970376},&quot;rotate&quot;:0},&quot;opacity&quot;:1,&quot;path&quot;:{&quot;type&quot;:&quot;POLY_LINE&quot;,&quot;points&quot;:[{&quot;x&quot;:-14.106950557494931,&quot;y&quot;:0},{&quot;x&quot;:14.106950557494931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65&quot;}},&quot;b8388d29-fe06-490d-8a68-50572375cdcf&quot;:{&quot;type&quot;:&quot;FIGURE_OBJECT&quot;,&quot;id&quot;:&quot;b8388d29-fe06-490d-8a68-50572375cdcf&quot;,&quot;relativeTransform&quot;:{&quot;translate&quot;:{&quot;x&quot;:41.44348393520733,&quot;y&quot;:8.477982865037905},&quot;rotate&quot;:0},&quot;opacity&quot;:1,&quot;path&quot;:{&quot;type&quot;:&quot;POLY_LINE&quot;,&quot;points&quot;:[{&quot;x&quot;:-14.106950557494931,&quot;y&quot;:0},{&quot;x&quot;:14.106950557494931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7&quot;}},&quot;31e0a29e-1fce-46bc-990c-f99580065b02&quot;:{&quot;type&quot;:&quot;FIGURE_OBJECT&quot;,&quot;id&quot;:&quot;31e0a29e-1fce-46bc-990c-f99580065b02&quot;,&quot;relativeTransform&quot;:{&quot;translate&quot;:{&quot;x&quot;:69.66309783009831,&quot;y&quot;:8.477982865037905},&quot;rotate&quot;:0},&quot;opacity&quot;:1,&quot;path&quot;:{&quot;type&quot;:&quot;POLY_LINE&quot;,&quot;points&quot;:[{&quot;x&quot;:-8.887866834620027,&quot;y&quot;:0},{&quot;x&quot;:8.887866834620027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72&quot;}},&quot;e2331caa-93b0-4847-bc44-0afc1cfc61fb&quot;:{&quot;type&quot;:&quot;FIGURE_OBJECT&quot;,&quot;id&quot;:&quot;e2331caa-93b0-4847-bc44-0afc1cfc61fb&quot;,&quot;relativeTransform&quot;:{&quot;translate&quot;:{&quot;x&quot;:53.46051589159208,&quot;y&quot;:0.5719753815447801},&quot;rotate&quot;:0},&quot;opacity&quot;:1,&quot;path&quot;:{&quot;type&quot;:&quot;POLY_LINE&quot;,&quot;points&quot;:[{&quot;x&quot;:-18.80926740999324,&quot;y&quot;:0},{&quot;x&quot;:18.80926740999324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75&quot;}},&quot;95a06921-faf1-4d10-be2a-21217e7becbc&quot;:{&quot;type&quot;:&quot;FIGURE_OBJECT&quot;,&quot;id&quot;:&quot;95a06921-faf1-4d10-be2a-21217e7becbc&quot;,&quot;relativeTransform&quot;:{&quot;translate&quot;:{&quot;x&quot;:58.16283274409038,&quot;y&quot;:-6.870967142035978},&quot;rotate&quot;:0},&quot;opacity&quot;:1,&quot;path&quot;:{&quot;type&quot;:&quot;POLY_LINE&quot;,&quot;points&quot;:[{&quot;x&quot;:-14.106950557494931,&quot;y&quot;:0},{&quot;x&quot;:14.106950557494931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8&quot;}},&quot;fcd47a15-db1b-4f99-80aa-f9439d653cd8&quot;:{&quot;type&quot;:&quot;FIGURE_OBJECT&quot;,&quot;id&quot;:&quot;fcd47a15-db1b-4f99-80aa-f9439d653cd8&quot;,&quot;relativeTransform&quot;:{&quot;translate&quot;:{&quot;x&quot;:4.314209256975107,&quot;y&quot;:23.826912791463272},&quot;rotate&quot;:0},&quot;opacity&quot;:1,&quot;path&quot;:{&quot;type&quot;:&quot;POLY_LINE&quot;,&quot;points&quot;:[{&quot;x&quot;:-11.401907067734273,&quot;y&quot;:0},{&quot;x&quot;:11.401907067734273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85&quot;}},&quot;c3fe122e-0106-478a-aad6-08ac8d7db9ba&quot;:{&quot;type&quot;:&quot;FIGURE_OBJECT&quot;,&quot;id&quot;:&quot;c3fe122e-0106-478a-aad6-08ac8d7db9ba&quot;,&quot;relativeTransform&quot;:{&quot;translate&quot;:{&quot;x&quot;:-88.48362061792204,&quot;y&quot;:-31.766083563040826},&quot;rotate&quot;:0},&quot;opacity&quot;:1,&quot;path&quot;:{&quot;type&quot;:&quot;POLY_LINE&quot;,&quot;points&quot;:[{&quot;x&quot;:-8.189251225224256,&quot;y&quot;:0},{&quot;x&quot;:8.189251225224256,&quot;y&quot;:0}],&quot;closed&quot;:false},&quot;pathStyles&quot;:[{&quot;type&quot;:&quot;FILL&quot;,&quot;fillStyle&quot;:&quot;rgba(0,0,0,0)&quot;},{&quot;type&quot;:&quot;STROKE&quot;,&quot;strokeStyle&quot;:&quot;rgba(79, 96, 156, 1)&quot;,&quot;lineWidth&quot;:2.526074198842819,&quot;lineJoin&quot;:&quot;round&quot;}],&quot;isLocked&quot;:false,&quot;parent&quot;:{&quot;type&quot;:&quot;CHILD&quot;,&quot;parentId&quot;:&quot;dbcdd7a1-6985-47ac-93d4-411c979d7b15&quot;,&quot;order&quot;:&quot;9&quot;}},&quot;925a762d-b0c0-4a11-9f7a-0b6a7bf3cd27&quot;:{&quot;relativeTransform&quot;:{&quot;translate&quot;:{&quot;x&quot;:81.31176321837532,&quot;y&quot;:-52.35191670609808},&quot;rotate&quot;:0,&quot;skewX&quot;:0,&quot;scale&quot;:{&quot;x&quot;:1,&quot;y&quot;:1}},&quot;type&quot;:&quot;FIGURE_OBJECT&quot;,&quot;id&quot;:&quot;925a762d-b0c0-4a11-9f7a-0b6a7bf3cd27&quot;,&quot;parent&quot;:{&quot;type&quot;:&quot;CHILD&quot;,&quot;parentId&quot;:&quot;9b9e0192-258a-4353-ace2-899338407232&quot;,&quot;order&quot;:&quot;8&quot;},&quot;name&quot;:&quot;Nanopore sequencing (simple)&quot;,&quot;displayName&quot;:&quot;Nanopore sequencing (simple)&quot;,&quot;source&quot;:{&quot;id&quot;:&quot;632a23fa6964157864432005&quot;,&quot;type&quot;:&quot;ASSETS&quot;},&quot;isPremium&quot;:true},&quot;21e887e1-86c9-48d8-912c-91224eed7311&quot;:{&quot;type&quot;:&quot;FIGURE_OBJECT&quot;,&quot;id&quot;:&quot;21e887e1-86c9-48d8-912c-91224eed7311&quot;,&quot;name&quot;:&quot;Nanopore&quot;,&quot;relativeTransform&quot;:{&quot;translate&quot;:{&quot;x&quot;:96.19126061713382,&quot;y&quot;:22.311387453069063},&quot;rotate&quot;:0.012862993320372756,&quot;skewX&quot;:0.016243903900101744,&quot;scale&quot;:{&quot;x&quot;:0.10448823437836642,&quot;y&quot;:0.08753049950243647}},&quot;opacity&quot;:1,&quot;image&quot;:{&quot;url&quot;:&quot;https://icons.biorender.com/biorender/5e56c8144b682f00285fd2ed/nanopore.png&quot;,&quot;fallbackUrl&quot;:&quot;https://res.cloudinary.com/dlcjuc3ej/image/upload/v1582745615/xcbqceygzj4bvzmc0qj6.svg#/keystone/api/icons/5e56c8144b682f00285fd2ed/nanopore.svg&quot;,&quot;size&quot;:{&quot;x&quot;:415,&quot;y&quot;:609},&quot;isPremium&quot;:false,&quot;isPacked&quot;:true},&quot;source&quot;:{&quot;id&quot;:&quot;5e56c7724b682f00285fd2d7&quot;,&quot;type&quot;:&quot;ASSETS&quot;},&quot;pathStyles&quot;:[{&quot;type&quot;:&quot;FILL&quot;,&quot;fillStyle&quot;:&quot;rgb(0,0,0)&quot;}],&quot;isLocked&quot;:false,&quot;parent&quot;:{&quot;type&quot;:&quot;CHILD&quot;,&quot;parentId&quot;:&quot;925a762d-b0c0-4a11-9f7a-0b6a7bf3cd27&quot;,&quot;order&quot;:&quot;1&quot;}},&quot;a672bac4-3880-4bc4-856f-82deda84bb87&quot;:{&quot;type&quot;:&quot;FIGURE_OBJECT&quot;,&quot;id&quot;:&quot;a672bac4-3880-4bc4-856f-82deda84bb87&quot;,&quot;name&quot;:&quot;Nanopore (unwinding enzyme)&quot;,&quot;relativeTransform&quot;:{&quot;translate&quot;:{&quot;x&quot;:95.98268468213261,&quot;y&quot;:-9.57568730688443},&quot;rotate&quot;:0.012862993320372737,&quot;skewX&quot;:0.0210185522466482,&quot;scale&quot;:{&quot;x&quot;:0.1073539724929873,&quot;y&quot;:0.11637194230426175}},&quot;opacity&quot;:1,&quot;image&quot;:{&quot;url&quot;:&quot;https://icons.biorender.com/biorender/5e56c89f4b682f00285fd2f2/nanopore-unwinding-enzyme.png&quot;,&quot;fallbackUrl&quot;:&quot;https://res.cloudinary.com/dlcjuc3ej/image/upload/v1582745754/onxnd17agiv4nme8witv.svg#/keystone/api/icons/5e56c89f4b682f00285fd2f2/nanopore-unwinding-enzyme.svg&quot;,&quot;size&quot;:{&quot;x&quot;:335,&quot;y&quot;:244},&quot;isPremium&quot;:false,&quot;isPacked&quot;:true},&quot;source&quot;:{&quot;id&quot;:&quot;5e56c8154b682f00285fd2ee&quot;,&quot;type&quot;:&quot;ASSETS&quot;},&quot;pathStyles&quot;:[{&quot;type&quot;:&quot;FILL&quot;,&quot;fillStyle&quot;:&quot;rgb(0,0,0)&quot;}],&quot;isLocked&quot;:false,&quot;parent&quot;:{&quot;type&quot;:&quot;CHILD&quot;,&quot;parentId&quot;:&quot;925a762d-b0c0-4a11-9f7a-0b6a7bf3cd27&quot;,&quot;order&quot;:&quot;2&quot;}},&quot;7c402725-95f0-4be5-a7ec-ca84bf8058f5&quot;:{&quot;type&quot;:&quot;FIGURE_OBJECT&quot;,&quot;id&quot;:&quot;7c402725-95f0-4be5-a7ec-ca84bf8058f5&quot;,&quot;parent&quot;:{&quot;type&quot;:&quot;CHILD&quot;,&quot;parentId&quot;:&quot;925a762d-b0c0-4a11-9f7a-0b6a7bf3cd27&quot;,&quot;order&quot;:&quot;6&quot;},&quot;relativeTransform&quot;:{&quot;translate&quot;:{&quot;x&quot;:0,&quot;y&quot;:0},&quot;rotate&quot;:0}},&quot;a73a0a6d-c8b8-474a-bfdb-23e9452dd111&quot;:{&quot;type&quot;:&quot;FIGURE_OBJECT&quot;,&quot;id&quot;:&quot;a73a0a6d-c8b8-474a-bfdb-23e9452dd111&quot;,&quot;name&quot;:&quot;Nanopore (DNA)&quot;,&quot;relativeTransform&quot;:{&quot;translate&quot;:{&quot;x&quot;:101.09509640210425,&quot;y&quot;:19.32207307165895},&quot;rotate&quot;:0,&quot;skewX&quot;:0,&quot;scale&quot;:{&quot;x&quot;:0.19070661868190478,&quot;y&quot;:0.1907066186819047}},&quot;opacity&quot;:1,&quot;image&quot;:{&quot;url&quot;:&quot;https://icons.biorender.com/biorender/5e56c8f14b682f00285fd315/nanopore-dna.png&quot;,&quot;fallbackUrl&quot;:&quot;https://res.cloudinary.com/dlcjuc3ej/image/upload/v1582745837/to7itoofhajwco9wslh9.svg#/keystone/api/icons/5e56c8f14b682f00285fd315/nanopore-dna.svg&quot;,&quot;size&quot;:{&quot;x&quot;:888,&quot;y&quot;:1048},&quot;isPremium&quot;:false,&quot;isPacked&quot;:true},&quot;source&quot;:{&quot;id&quot;:&quot;5e56c8a04b682f00285fd307&quot;,&quot;type&quot;:&quot;ASSETS&quot;},&quot;pathStyles&quot;:[{&quot;type&quot;:&quot;FILL&quot;,&quot;fillStyle&quot;:&quot;rgb(0,0,0)&quot;}],&quot;isLocked&quot;:false,&quot;parent&quot;:{&quot;type&quot;:&quot;CHILD&quot;,&quot;parentId&quot;:&quot;7c402725-95f0-4be5-a7ec-ca84bf8058f5&quot;,&quot;order&quot;:&quot;5&quot;}},&quot;93799808-0cd9-4dad-8ecd-70e04a2b4f94&quot;:{&quot;type&quot;:&quot;FIGURE_OBJECT&quot;,&quot;id&quot;:&quot;93799808-0cd9-4dad-8ecd-70e04a2b4f94&quot;,&quot;parent&quot;:{&quot;type&quot;:&quot;CROP&quot;,&quot;parentId&quot;:&quot;7c402725-95f0-4be5-a7ec-ca84bf8058f5&quot;,&quot;order&quot;:&quot;5&quot;},&quot;relativeTransform&quot;:{&quot;translate&quot;:{&quot;x&quot;:102.58804030216638,&quot;y&quot;:3.5606991681775635},&quot;rotate&quot;:0,&quot;skewX&quot;:0,&quot;scale&quot;:{&quot;x&quot;:68.38367319056461,&quot;y&quot;:63.6021055590126}},&quot;path&quot;:{&quot;type&quot;:&quot;RECT&quot;,&quot;size&quot;:{&quot;x&quot;:2,&quot;y&quot;:2}},&quot;pathStyles&quot;:[{&quot;type&quot;:&quot;FILL&quot;,&quot;fillStyle&quot;:&quot;#fff&quot;}],&quot;isFrozen&quot;:true},&quot;e5fefa91-cb21-45fb-adb3-50768a9964c5&quot;:{&quot;type&quot;:&quot;FIGURE_OBJECT&quot;,&quot;id&quot;:&quot;e5fefa91-cb21-45fb-adb3-50768a9964c5&quot;,&quot;relativeTransform&quot;:{&quot;translate&quot;:{&quot;x&quot;:67.1176531222687,&quot;y&quot;:-84.86374213048548},&quot;rotate&quot;:0},&quot;layout&quot;:{&quot;sizeRatio&quot;:{&quot;x&quot;:0.88,&quot;y&quot;:0.88},&quot;keepAspectRatio&quot;:false},&quot;opacity&quot;:1,&quot;path&quot;:{&quot;type&quot;:&quot;RECT&quot;,&quot;size&quot;:{&quot;x&quot;:52.3898640523155,&quot;y&quot;:17.045454545454547},&quot;cornerRounding&quot;:{&quot;type&quot;:&quot;ARC_LENGTH&quot;,&quot;global&quot;:0}},&quot;pathStyles&quot;:[{&quot;type&quot;:&quot;FILL&quot;,&quot;fillStyle&quot;:&quot;rgba(216, 240, 246, 1)&quot;},{&quot;type&quot;:&quot;STROKE&quot;,&quot;strokeStyle&quot;:&quot;rgba(48, 110, 128, 1)&quot;,&quot;lineWidth&quot;:0.7395512418615802,&quot;lineJoin&quot;:&quot;round&quot;}],&quot;isLocked&quot;:false,&quot;parent&quot;:{&quot;type&quot;:&quot;CHILD&quot;,&quot;parentId&quot;:&quot;b932121b-e66f-43b0-947c-a731f73ab320&quot;,&quot;order&quot;:&quot;8&quot;}},&quot;1ea6b75d-28d2-4efc-b135-35c708aa22e9&quot;:{&quot;type&quot;:&quot;FIGURE_OBJECT&quot;,&quot;id&quot;:&quot;1ea6b75d-28d2-4efc-b135-35c708aa22e9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12.58383924308821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46.10308036603764,&quot;y&quot;:15},&quot;targetSize&quot;:{&quot;x&quot;:46.10308036603764,&quot;y&quot;:2},&quot;format&quot;:&quot;BETTER_TEXT&quot;,&quot;verticalAlign&quot;:&quot;TOP&quot;},&quot;parent&quot;:{&quot;type&quot;:&quot;CHILD&quot;,&quot;parentId&quot;:&quot;e5fefa91-cb21-45fb-adb3-50768a9964c5&quot;,&quot;order&quot;:&quot;5&quot;}}}}"/>
  <p:tag name="TRANSPARENTBACKGROUND" val="false"/>
  <p:tag name="VERSION" val="1776176742879"/>
  <p:tag name="TITLE" val="seq_image"/>
  <p:tag name="CREATORNAME" val="Beatriz Fernandez"/>
  <p:tag name="DATEINSERTED" val="177617691168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de5100be94156bf77f4c44"/>
  <p:tag name="BIOJSON" val="{&quot;id&quot;:&quot;88372c26-2253-4046-919a-7a24662373cb&quot;,&quot;objects&quot;:{&quot;88372c26-2253-4046-919a-7a24662373cb&quot;:{&quot;id&quot;:&quot;88372c26-2253-4046-919a-7a24662373cb&quot;,&quot;type&quot;:&quot;FIGURE_OBJECT&quot;,&quot;document&quot;:{&quot;type&quot;:&quot;DOCUMENT_GROUP&quot;,&quot;canvasType&quot;:&quot;FIGURE&quot;,&quot;units&quot;:&quot;in&quot;}},&quot;d4c5bb83-5440-4b10-9ed5-a9ab55184f19&quot;:{&quot;id&quot;:&quot;d4c5bb83-5440-4b10-9ed5-a9ab55184f19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88372c26-2253-4046-919a-7a24662373cb&quot;,&quot;type&quot;:&quot;FRAME&quot;,&quot;order&quot;:&quot;5&quot;}},&quot;bf0613c7-bc0b-4d53-959f-ca93202df818&quot;:{&quot;id&quot;:&quot;bf0613c7-bc0b-4d53-959f-ca93202df818&quot;,&quot;type&quot;:&quot;FIGURE_OBJECT&quot;,&quot;document&quot;:{&quot;type&quot;:&quot;FIGURE&quot;,&quot;canvasType&quot;:&quot;FIGURE&quot;,&quot;units&quot;:&quot;in&quot;},&quot;parent&quot;:{&quot;parentId&quot;:&quot;88372c26-2253-4046-919a-7a24662373cb&quot;,&quot;type&quot;:&quot;DOCUMENT&quot;,&quot;order&quot;:&quot;5&quot;}},&quot;80d132b1-5867-4b5e-bb46-0d6ef04ea2fe&quot;:{&quot;id&quot;:&quot;80d132b1-5867-4b5e-bb46-0d6ef04ea2fe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bf0613c7-bc0b-4d53-959f-ca93202df818&quot;,&quot;order&quot;:&quot;5&quot;}},&quot;0b883e53-d308-445a-96e1-020e21d85a79&quot;:{&quot;id&quot;:&quot;0b883e53-d308-445a-96e1-020e21d85a79&quot;,&quot;type&quot;:&quot;FIGURE_OBJECT&quot;,&quot;guide&quot;:{&quot;type&quot;:&quot;GRID&quot;,&quot;distance&quot;:0.5,&quot;units&quot;:&quot;in&quot;},&quot;parent&quot;:{&quot;parentId&quot;:&quot;88372c26-2253-4046-919a-7a24662373cb&quot;,&quot;type&quot;:&quot;GUIDE&quot;,&quot;order&quot;:&quot;5&quot;}},&quot;44a1297f-c512-43e4-91e4-2ce1dcc52146&quot;:{&quot;id&quot;:&quot;44a1297f-c512-43e4-91e4-2ce1dcc52146&quot;,&quot;name&quot;:&quot;Lymphocyte (T-cell)&quot;,&quot;displayName&quot;:&quot;T-cell&quot;,&quot;type&quot;:&quot;FIGURE_OBJECT&quot;,&quot;relativeTransform&quot;:{&quot;translate&quot;:{&quot;x&quot;:-332.125335929738,&quot;y&quot;:-65.34094715932176},&quot;rotate&quot;:0,&quot;skewX&quot;:0,&quot;scale&quot;:{&quot;x&quot;:1.9304788848816123,&quot;y&quot;:1.9304788848816123}},&quot;image&quot;:{&quot;url&quot;:&quot;https://icons.cdn.biorender.com/biorender/61533259e75ac20029699c0c/61532fe8e75ac20029699b8c.png&quot;,&quot;isPremium&quot;:false,&quot;isOrgIcon&quot;:false,&quot;size&quot;:{&quot;x&quot;:100,&quot;y&quot;:102.83687943262412},&quot;fallbackUrl&quot;:&quot;sources/icons/61533259e75ac20029699c0c/61532fe8e75ac20029699b8c.svg&quot;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5&quot;}},&quot;4189d661-2fba-4111-bbc9-62b78b5dece9&quot;:{&quot;id&quot;:&quot;4189d661-2fba-4111-bbc9-62b78b5dece9&quot;,&quot;name&quot;:&quot;Lymphocyte (T-cell)&quot;,&quot;displayName&quot;:&quot;T-cell&quot;,&quot;type&quot;:&quot;FIGURE_OBJECT&quot;,&quot;relativeTransform&quot;:{&quot;translate&quot;:{&quot;x&quot;:-117.08059937351851,&quot;y&quot;:-65.34066644232013},&quot;rotate&quot;:0,&quot;skewX&quot;:0,&quot;scale&quot;:{&quot;x&quot;:1.9304788848816123,&quot;y&quot;:1.9304788848816123}},&quot;image&quot;:{&quot;url&quot;:&quot;https://icons.cdn.biorender.com/biorender/61532fe8e75ac20029699b8c/20210928151717/image/61532fe8e75ac20029699b8c.png&quot;,&quot;isPremium&quot;:false,&quot;isOrgIcon&quot;:false,&quot;size&quot;:{&quot;x&quot;:100,&quot;y&quot;:102.83687943262412}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7&quot;}},&quot;0bf65e8e-aa97-400d-96de-e6cdd2f77b45&quot;:{&quot;id&quot;:&quot;0bf65e8e-aa97-400d-96de-e6cdd2f77b45&quot;,&quot;name&quot;:&quot;Lymphocyte (T-cell)&quot;,&quot;displayName&quot;:&quot;T-cell&quot;,&quot;type&quot;:&quot;FIGURE_OBJECT&quot;,&quot;relativeTransform&quot;:{&quot;translate&quot;:{&quot;x&quot;:111.63378628644881,&quot;y&quot;:-65.34094715932176},&quot;rotate&quot;:0,&quot;skewX&quot;:0,&quot;scale&quot;:{&quot;x&quot;:1.9304788848816123,&quot;y&quot;:1.9304788848816123}},&quot;image&quot;:{&quot;url&quot;:&quot;https://icons.cdn.biorender.com/biorender/61533248e75ac20029699c02/61532fe8e75ac20029699b8c.png&quot;,&quot;isPremium&quot;:false,&quot;isOrgIcon&quot;:false,&quot;size&quot;:{&quot;x&quot;:100,&quot;y&quot;:102.83687943262412},&quot;fallbackUrl&quot;:&quot;sources/icons/61533248e75ac20029699c02/61532fe8e75ac20029699b8c.svg&quot;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8&quot;}},&quot;adf22e99-3051-419c-9494-5ccd36af0fa6&quot;:{&quot;id&quot;:&quot;adf22e99-3051-419c-9494-5ccd36af0fa6&quot;,&quot;name&quot;:&quot;Lymphocyte (T-cell)&quot;,&quot;displayName&quot;:&quot;T-cell&quot;,&quot;type&quot;:&quot;FIGURE_OBJECT&quot;,&quot;relativeTransform&quot;:{&quot;translate&quot;:{&quot;x&quot;:340.34810176716576,&quot;y&quot;:-65.34070153194534},&quot;rotate&quot;:0,&quot;skewX&quot;:0,&quot;scale&quot;:{&quot;x&quot;:1.9304788848816123,&quot;y&quot;:1.9304788848816123}},&quot;image&quot;:{&quot;url&quot;:&quot;https://icons.cdn.biorender.com/biorender/61533248e75ac20029699c05/61532fe8e75ac20029699b8c.png&quot;,&quot;isPremium&quot;:false,&quot;isOrgIcon&quot;:false,&quot;size&quot;:{&quot;x&quot;:100,&quot;y&quot;:102.83687943262412},&quot;fallbackUrl&quot;:&quot;sources/icons/61533248e75ac20029699c05/61532fe8e75ac20029699b8c.svg&quot;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9&quot;}}}}"/>
  <p:tag name="TRANSPARENTBACKGROUND" val="false"/>
  <p:tag name="VERSION" val="1776177495133"/>
  <p:tag name="TITLE" val="Untitled"/>
  <p:tag name="CREATORNAME" val="Beatriz Fernandez"/>
  <p:tag name="DATEINSERTED" val="177617751522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de5100be94156bf77f4c44"/>
  <p:tag name="BIOJSON" val="{&quot;id&quot;:&quot;88372c26-2253-4046-919a-7a24662373cb&quot;,&quot;objects&quot;:{&quot;88372c26-2253-4046-919a-7a24662373cb&quot;:{&quot;id&quot;:&quot;88372c26-2253-4046-919a-7a24662373cb&quot;,&quot;type&quot;:&quot;FIGURE_OBJECT&quot;,&quot;document&quot;:{&quot;type&quot;:&quot;DOCUMENT_GROUP&quot;,&quot;canvasType&quot;:&quot;FIGURE&quot;,&quot;units&quot;:&quot;in&quot;}},&quot;d4c5bb83-5440-4b10-9ed5-a9ab55184f19&quot;:{&quot;id&quot;:&quot;d4c5bb83-5440-4b10-9ed5-a9ab55184f19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88372c26-2253-4046-919a-7a24662373cb&quot;,&quot;type&quot;:&quot;FRAME&quot;,&quot;order&quot;:&quot;5&quot;}},&quot;bf0613c7-bc0b-4d53-959f-ca93202df818&quot;:{&quot;id&quot;:&quot;bf0613c7-bc0b-4d53-959f-ca93202df818&quot;,&quot;type&quot;:&quot;FIGURE_OBJECT&quot;,&quot;document&quot;:{&quot;type&quot;:&quot;FIGURE&quot;,&quot;canvasType&quot;:&quot;FIGURE&quot;,&quot;units&quot;:&quot;in&quot;},&quot;parent&quot;:{&quot;parentId&quot;:&quot;88372c26-2253-4046-919a-7a24662373cb&quot;,&quot;type&quot;:&quot;DOCUMENT&quot;,&quot;order&quot;:&quot;5&quot;}},&quot;80d132b1-5867-4b5e-bb46-0d6ef04ea2fe&quot;:{&quot;id&quot;:&quot;80d132b1-5867-4b5e-bb46-0d6ef04ea2fe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bf0613c7-bc0b-4d53-959f-ca93202df818&quot;,&quot;order&quot;:&quot;5&quot;}},&quot;0b883e53-d308-445a-96e1-020e21d85a79&quot;:{&quot;id&quot;:&quot;0b883e53-d308-445a-96e1-020e21d85a79&quot;,&quot;type&quot;:&quot;FIGURE_OBJECT&quot;,&quot;guide&quot;:{&quot;type&quot;:&quot;GRID&quot;,&quot;distance&quot;:0.5,&quot;units&quot;:&quot;in&quot;},&quot;parent&quot;:{&quot;parentId&quot;:&quot;88372c26-2253-4046-919a-7a24662373cb&quot;,&quot;type&quot;:&quot;GUIDE&quot;,&quot;order&quot;:&quot;5&quot;}},&quot;44a1297f-c512-43e4-91e4-2ce1dcc52146&quot;:{&quot;id&quot;:&quot;44a1297f-c512-43e4-91e4-2ce1dcc52146&quot;,&quot;name&quot;:&quot;Lymphocyte (T-cell)&quot;,&quot;displayName&quot;:&quot;T-cell&quot;,&quot;type&quot;:&quot;FIGURE_OBJECT&quot;,&quot;relativeTransform&quot;:{&quot;translate&quot;:{&quot;x&quot;:-332.125335929738,&quot;y&quot;:-65.34094715932176},&quot;rotate&quot;:0,&quot;skewX&quot;:0,&quot;scale&quot;:{&quot;x&quot;:1.9304788848816123,&quot;y&quot;:1.9304788848816123}},&quot;image&quot;:{&quot;url&quot;:&quot;https://icons.cdn.biorender.com/biorender/61533259e75ac20029699c0c/61532fe8e75ac20029699b8c.png&quot;,&quot;isPremium&quot;:false,&quot;isOrgIcon&quot;:false,&quot;size&quot;:{&quot;x&quot;:100,&quot;y&quot;:102.83687943262412},&quot;fallbackUrl&quot;:&quot;sources/icons/61533259e75ac20029699c0c/61532fe8e75ac20029699b8c.svg&quot;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5&quot;}},&quot;4189d661-2fba-4111-bbc9-62b78b5dece9&quot;:{&quot;id&quot;:&quot;4189d661-2fba-4111-bbc9-62b78b5dece9&quot;,&quot;name&quot;:&quot;Lymphocyte (T-cell)&quot;,&quot;displayName&quot;:&quot;T-cell&quot;,&quot;type&quot;:&quot;FIGURE_OBJECT&quot;,&quot;relativeTransform&quot;:{&quot;translate&quot;:{&quot;x&quot;:-117.08059937351851,&quot;y&quot;:-65.34066644232013},&quot;rotate&quot;:0,&quot;skewX&quot;:0,&quot;scale&quot;:{&quot;x&quot;:1.9304788848816123,&quot;y&quot;:1.9304788848816123}},&quot;image&quot;:{&quot;url&quot;:&quot;https://icons.cdn.biorender.com/biorender/61532fe8e75ac20029699b8c/20210928151717/image/61532fe8e75ac20029699b8c.png&quot;,&quot;isPremium&quot;:false,&quot;isOrgIcon&quot;:false,&quot;size&quot;:{&quot;x&quot;:100,&quot;y&quot;:102.83687943262412}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7&quot;}},&quot;0bf65e8e-aa97-400d-96de-e6cdd2f77b45&quot;:{&quot;id&quot;:&quot;0bf65e8e-aa97-400d-96de-e6cdd2f77b45&quot;,&quot;name&quot;:&quot;Lymphocyte (T-cell)&quot;,&quot;displayName&quot;:&quot;T-cell&quot;,&quot;type&quot;:&quot;FIGURE_OBJECT&quot;,&quot;relativeTransform&quot;:{&quot;translate&quot;:{&quot;x&quot;:111.63378628644881,&quot;y&quot;:-65.34094715932176},&quot;rotate&quot;:0,&quot;skewX&quot;:0,&quot;scale&quot;:{&quot;x&quot;:1.9304788848816123,&quot;y&quot;:1.9304788848816123}},&quot;image&quot;:{&quot;url&quot;:&quot;https://icons.cdn.biorender.com/biorender/61533248e75ac20029699c02/61532fe8e75ac20029699b8c.png&quot;,&quot;isPremium&quot;:false,&quot;isOrgIcon&quot;:false,&quot;size&quot;:{&quot;x&quot;:100,&quot;y&quot;:102.83687943262412},&quot;fallbackUrl&quot;:&quot;sources/icons/61533248e75ac20029699c02/61532fe8e75ac20029699b8c.svg&quot;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8&quot;}},&quot;adf22e99-3051-419c-9494-5ccd36af0fa6&quot;:{&quot;id&quot;:&quot;adf22e99-3051-419c-9494-5ccd36af0fa6&quot;,&quot;name&quot;:&quot;Lymphocyte (T-cell)&quot;,&quot;displayName&quot;:&quot;T-cell&quot;,&quot;type&quot;:&quot;FIGURE_OBJECT&quot;,&quot;relativeTransform&quot;:{&quot;translate&quot;:{&quot;x&quot;:340.34810176716576,&quot;y&quot;:-65.34070153194534},&quot;rotate&quot;:0,&quot;skewX&quot;:0,&quot;scale&quot;:{&quot;x&quot;:1.9304788848816123,&quot;y&quot;:1.9304788848816123}},&quot;image&quot;:{&quot;url&quot;:&quot;https://icons.cdn.biorender.com/biorender/61533248e75ac20029699c05/61532fe8e75ac20029699b8c.png&quot;,&quot;isPremium&quot;:false,&quot;isOrgIcon&quot;:false,&quot;size&quot;:{&quot;x&quot;:100,&quot;y&quot;:102.83687943262412},&quot;fallbackUrl&quot;:&quot;sources/icons/61533248e75ac20029699c05/61532fe8e75ac20029699b8c.svg&quot;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9&quot;}}}}"/>
  <p:tag name="TRANSPARENTBACKGROUND" val="false"/>
  <p:tag name="VERSION" val="1776177495133"/>
  <p:tag name="TITLE" val="Untitled"/>
  <p:tag name="CREATORNAME" val="Beatriz Fernandez"/>
  <p:tag name="DATEINSERTED" val="1776177515228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de5100be94156bf77f4c44"/>
  <p:tag name="BIOJSON" val="{&quot;id&quot;:&quot;88372c26-2253-4046-919a-7a24662373cb&quot;,&quot;objects&quot;:{&quot;88372c26-2253-4046-919a-7a24662373cb&quot;:{&quot;id&quot;:&quot;88372c26-2253-4046-919a-7a24662373cb&quot;,&quot;type&quot;:&quot;FIGURE_OBJECT&quot;,&quot;document&quot;:{&quot;type&quot;:&quot;DOCUMENT_GROUP&quot;,&quot;canvasType&quot;:&quot;FIGURE&quot;,&quot;units&quot;:&quot;in&quot;}},&quot;d4c5bb83-5440-4b10-9ed5-a9ab55184f19&quot;:{&quot;id&quot;:&quot;d4c5bb83-5440-4b10-9ed5-a9ab55184f19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88372c26-2253-4046-919a-7a24662373cb&quot;,&quot;type&quot;:&quot;FRAME&quot;,&quot;order&quot;:&quot;5&quot;}},&quot;bf0613c7-bc0b-4d53-959f-ca93202df818&quot;:{&quot;id&quot;:&quot;bf0613c7-bc0b-4d53-959f-ca93202df818&quot;,&quot;type&quot;:&quot;FIGURE_OBJECT&quot;,&quot;document&quot;:{&quot;type&quot;:&quot;FIGURE&quot;,&quot;canvasType&quot;:&quot;FIGURE&quot;,&quot;units&quot;:&quot;in&quot;},&quot;parent&quot;:{&quot;parentId&quot;:&quot;88372c26-2253-4046-919a-7a24662373cb&quot;,&quot;type&quot;:&quot;DOCUMENT&quot;,&quot;order&quot;:&quot;5&quot;}},&quot;80d132b1-5867-4b5e-bb46-0d6ef04ea2fe&quot;:{&quot;id&quot;:&quot;80d132b1-5867-4b5e-bb46-0d6ef04ea2fe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bf0613c7-bc0b-4d53-959f-ca93202df818&quot;,&quot;order&quot;:&quot;5&quot;}},&quot;0b883e53-d308-445a-96e1-020e21d85a79&quot;:{&quot;id&quot;:&quot;0b883e53-d308-445a-96e1-020e21d85a79&quot;,&quot;type&quot;:&quot;FIGURE_OBJECT&quot;,&quot;guide&quot;:{&quot;type&quot;:&quot;GRID&quot;,&quot;distance&quot;:0.5,&quot;units&quot;:&quot;in&quot;},&quot;parent&quot;:{&quot;parentId&quot;:&quot;88372c26-2253-4046-919a-7a24662373cb&quot;,&quot;type&quot;:&quot;GUIDE&quot;,&quot;order&quot;:&quot;5&quot;}},&quot;44a1297f-c512-43e4-91e4-2ce1dcc52146&quot;:{&quot;id&quot;:&quot;44a1297f-c512-43e4-91e4-2ce1dcc52146&quot;,&quot;name&quot;:&quot;Lymphocyte (T-cell)&quot;,&quot;displayName&quot;:&quot;T-cell&quot;,&quot;type&quot;:&quot;FIGURE_OBJECT&quot;,&quot;relativeTransform&quot;:{&quot;translate&quot;:{&quot;x&quot;:-332.125335929738,&quot;y&quot;:-65.34094715932176},&quot;rotate&quot;:0,&quot;skewX&quot;:0,&quot;scale&quot;:{&quot;x&quot;:1.9304788848816123,&quot;y&quot;:1.9304788848816123}},&quot;image&quot;:{&quot;url&quot;:&quot;https://icons.cdn.biorender.com/biorender/61533259e75ac20029699c0c/61532fe8e75ac20029699b8c.png&quot;,&quot;isPremium&quot;:false,&quot;isOrgIcon&quot;:false,&quot;size&quot;:{&quot;x&quot;:100,&quot;y&quot;:102.83687943262412},&quot;fallbackUrl&quot;:&quot;sources/icons/61533259e75ac20029699c0c/61532fe8e75ac20029699b8c.svg&quot;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5&quot;}},&quot;4189d661-2fba-4111-bbc9-62b78b5dece9&quot;:{&quot;id&quot;:&quot;4189d661-2fba-4111-bbc9-62b78b5dece9&quot;,&quot;name&quot;:&quot;Lymphocyte (T-cell)&quot;,&quot;displayName&quot;:&quot;T-cell&quot;,&quot;type&quot;:&quot;FIGURE_OBJECT&quot;,&quot;relativeTransform&quot;:{&quot;translate&quot;:{&quot;x&quot;:-117.08059937351851,&quot;y&quot;:-65.34066644232013},&quot;rotate&quot;:0,&quot;skewX&quot;:0,&quot;scale&quot;:{&quot;x&quot;:1.9304788848816123,&quot;y&quot;:1.9304788848816123}},&quot;image&quot;:{&quot;url&quot;:&quot;https://icons.cdn.biorender.com/biorender/61532fe8e75ac20029699b8c/20210928151717/image/61532fe8e75ac20029699b8c.png&quot;,&quot;isPremium&quot;:false,&quot;isOrgIcon&quot;:false,&quot;size&quot;:{&quot;x&quot;:100,&quot;y&quot;:102.83687943262412}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7&quot;}},&quot;0bf65e8e-aa97-400d-96de-e6cdd2f77b45&quot;:{&quot;id&quot;:&quot;0bf65e8e-aa97-400d-96de-e6cdd2f77b45&quot;,&quot;name&quot;:&quot;Lymphocyte (T-cell)&quot;,&quot;displayName&quot;:&quot;T-cell&quot;,&quot;type&quot;:&quot;FIGURE_OBJECT&quot;,&quot;relativeTransform&quot;:{&quot;translate&quot;:{&quot;x&quot;:111.63378628644881,&quot;y&quot;:-65.34094715932176},&quot;rotate&quot;:0,&quot;skewX&quot;:0,&quot;scale&quot;:{&quot;x&quot;:1.9304788848816123,&quot;y&quot;:1.9304788848816123}},&quot;image&quot;:{&quot;url&quot;:&quot;https://icons.cdn.biorender.com/biorender/61533248e75ac20029699c02/61532fe8e75ac20029699b8c.png&quot;,&quot;isPremium&quot;:false,&quot;isOrgIcon&quot;:false,&quot;size&quot;:{&quot;x&quot;:100,&quot;y&quot;:102.83687943262412},&quot;fallbackUrl&quot;:&quot;sources/icons/61533248e75ac20029699c02/61532fe8e75ac20029699b8c.svg&quot;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8&quot;}},&quot;adf22e99-3051-419c-9494-5ccd36af0fa6&quot;:{&quot;id&quot;:&quot;adf22e99-3051-419c-9494-5ccd36af0fa6&quot;,&quot;name&quot;:&quot;Lymphocyte (T-cell)&quot;,&quot;displayName&quot;:&quot;T-cell&quot;,&quot;type&quot;:&quot;FIGURE_OBJECT&quot;,&quot;relativeTransform&quot;:{&quot;translate&quot;:{&quot;x&quot;:340.34810176716576,&quot;y&quot;:-65.34070153194534},&quot;rotate&quot;:0,&quot;skewX&quot;:0,&quot;scale&quot;:{&quot;x&quot;:1.9304788848816123,&quot;y&quot;:1.9304788848816123}},&quot;image&quot;:{&quot;url&quot;:&quot;https://icons.cdn.biorender.com/biorender/61533248e75ac20029699c05/61532fe8e75ac20029699b8c.png&quot;,&quot;isPremium&quot;:false,&quot;isOrgIcon&quot;:false,&quot;size&quot;:{&quot;x&quot;:100,&quot;y&quot;:102.83687943262412},&quot;fallbackUrl&quot;:&quot;sources/icons/61533248e75ac20029699c05/61532fe8e75ac20029699b8c.svg&quot;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9&quot;}}}}"/>
  <p:tag name="TRANSPARENTBACKGROUND" val="false"/>
  <p:tag name="VERSION" val="1776177495133"/>
  <p:tag name="TITLE" val="Untitled"/>
  <p:tag name="CREATORNAME" val="Beatriz Fernandez"/>
  <p:tag name="DATEINSERTED" val="177617751522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de5100be94156bf77f4c44"/>
  <p:tag name="BIOJSON" val="{&quot;id&quot;:&quot;88372c26-2253-4046-919a-7a24662373cb&quot;,&quot;objects&quot;:{&quot;88372c26-2253-4046-919a-7a24662373cb&quot;:{&quot;id&quot;:&quot;88372c26-2253-4046-919a-7a24662373cb&quot;,&quot;type&quot;:&quot;FIGURE_OBJECT&quot;,&quot;document&quot;:{&quot;type&quot;:&quot;DOCUMENT_GROUP&quot;,&quot;canvasType&quot;:&quot;FIGURE&quot;,&quot;units&quot;:&quot;in&quot;}},&quot;d4c5bb83-5440-4b10-9ed5-a9ab55184f19&quot;:{&quot;id&quot;:&quot;d4c5bb83-5440-4b10-9ed5-a9ab55184f19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88372c26-2253-4046-919a-7a24662373cb&quot;,&quot;type&quot;:&quot;FRAME&quot;,&quot;order&quot;:&quot;5&quot;}},&quot;bf0613c7-bc0b-4d53-959f-ca93202df818&quot;:{&quot;id&quot;:&quot;bf0613c7-bc0b-4d53-959f-ca93202df818&quot;,&quot;type&quot;:&quot;FIGURE_OBJECT&quot;,&quot;document&quot;:{&quot;type&quot;:&quot;FIGURE&quot;,&quot;canvasType&quot;:&quot;FIGURE&quot;,&quot;units&quot;:&quot;in&quot;},&quot;parent&quot;:{&quot;parentId&quot;:&quot;88372c26-2253-4046-919a-7a24662373cb&quot;,&quot;type&quot;:&quot;DOCUMENT&quot;,&quot;order&quot;:&quot;5&quot;}},&quot;80d132b1-5867-4b5e-bb46-0d6ef04ea2fe&quot;:{&quot;id&quot;:&quot;80d132b1-5867-4b5e-bb46-0d6ef04ea2fe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bf0613c7-bc0b-4d53-959f-ca93202df818&quot;,&quot;order&quot;:&quot;5&quot;}},&quot;0b883e53-d308-445a-96e1-020e21d85a79&quot;:{&quot;id&quot;:&quot;0b883e53-d308-445a-96e1-020e21d85a79&quot;,&quot;type&quot;:&quot;FIGURE_OBJECT&quot;,&quot;guide&quot;:{&quot;type&quot;:&quot;GRID&quot;,&quot;distance&quot;:0.5,&quot;units&quot;:&quot;in&quot;},&quot;parent&quot;:{&quot;parentId&quot;:&quot;88372c26-2253-4046-919a-7a24662373cb&quot;,&quot;type&quot;:&quot;GUIDE&quot;,&quot;order&quot;:&quot;5&quot;}},&quot;44a1297f-c512-43e4-91e4-2ce1dcc52146&quot;:{&quot;id&quot;:&quot;44a1297f-c512-43e4-91e4-2ce1dcc52146&quot;,&quot;name&quot;:&quot;Lymphocyte (T-cell)&quot;,&quot;displayName&quot;:&quot;T-cell&quot;,&quot;type&quot;:&quot;FIGURE_OBJECT&quot;,&quot;relativeTransform&quot;:{&quot;translate&quot;:{&quot;x&quot;:-332.125335929738,&quot;y&quot;:-65.34094715932176},&quot;rotate&quot;:0,&quot;skewX&quot;:0,&quot;scale&quot;:{&quot;x&quot;:1.9304788848816123,&quot;y&quot;:1.9304788848816123}},&quot;image&quot;:{&quot;url&quot;:&quot;https://icons.cdn.biorender.com/biorender/61533259e75ac20029699c0c/61532fe8e75ac20029699b8c.png&quot;,&quot;isPremium&quot;:false,&quot;isOrgIcon&quot;:false,&quot;size&quot;:{&quot;x&quot;:100,&quot;y&quot;:102.83687943262412},&quot;fallbackUrl&quot;:&quot;sources/icons/61533259e75ac20029699c0c/61532fe8e75ac20029699b8c.svg&quot;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5&quot;}},&quot;4189d661-2fba-4111-bbc9-62b78b5dece9&quot;:{&quot;id&quot;:&quot;4189d661-2fba-4111-bbc9-62b78b5dece9&quot;,&quot;name&quot;:&quot;Lymphocyte (T-cell)&quot;,&quot;displayName&quot;:&quot;T-cell&quot;,&quot;type&quot;:&quot;FIGURE_OBJECT&quot;,&quot;relativeTransform&quot;:{&quot;translate&quot;:{&quot;x&quot;:-117.08059937351851,&quot;y&quot;:-65.34066644232013},&quot;rotate&quot;:0,&quot;skewX&quot;:0,&quot;scale&quot;:{&quot;x&quot;:1.9304788848816123,&quot;y&quot;:1.9304788848816123}},&quot;image&quot;:{&quot;url&quot;:&quot;https://icons.cdn.biorender.com/biorender/61532fe8e75ac20029699b8c/20210928151717/image/61532fe8e75ac20029699b8c.png&quot;,&quot;isPremium&quot;:false,&quot;isOrgIcon&quot;:false,&quot;size&quot;:{&quot;x&quot;:100,&quot;y&quot;:102.83687943262412}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7&quot;}},&quot;0bf65e8e-aa97-400d-96de-e6cdd2f77b45&quot;:{&quot;id&quot;:&quot;0bf65e8e-aa97-400d-96de-e6cdd2f77b45&quot;,&quot;name&quot;:&quot;Lymphocyte (T-cell)&quot;,&quot;displayName&quot;:&quot;T-cell&quot;,&quot;type&quot;:&quot;FIGURE_OBJECT&quot;,&quot;relativeTransform&quot;:{&quot;translate&quot;:{&quot;x&quot;:111.63378628644881,&quot;y&quot;:-65.34094715932176},&quot;rotate&quot;:0,&quot;skewX&quot;:0,&quot;scale&quot;:{&quot;x&quot;:1.9304788848816123,&quot;y&quot;:1.9304788848816123}},&quot;image&quot;:{&quot;url&quot;:&quot;https://icons.cdn.biorender.com/biorender/61533248e75ac20029699c02/61532fe8e75ac20029699b8c.png&quot;,&quot;isPremium&quot;:false,&quot;isOrgIcon&quot;:false,&quot;size&quot;:{&quot;x&quot;:100,&quot;y&quot;:102.83687943262412},&quot;fallbackUrl&quot;:&quot;sources/icons/61533248e75ac20029699c02/61532fe8e75ac20029699b8c.svg&quot;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8&quot;}},&quot;adf22e99-3051-419c-9494-5ccd36af0fa6&quot;:{&quot;id&quot;:&quot;adf22e99-3051-419c-9494-5ccd36af0fa6&quot;,&quot;name&quot;:&quot;Lymphocyte (T-cell)&quot;,&quot;displayName&quot;:&quot;T-cell&quot;,&quot;type&quot;:&quot;FIGURE_OBJECT&quot;,&quot;relativeTransform&quot;:{&quot;translate&quot;:{&quot;x&quot;:340.34810176716576,&quot;y&quot;:-65.34070153194534},&quot;rotate&quot;:0,&quot;skewX&quot;:0,&quot;scale&quot;:{&quot;x&quot;:1.9304788848816123,&quot;y&quot;:1.9304788848816123}},&quot;image&quot;:{&quot;url&quot;:&quot;https://icons.cdn.biorender.com/biorender/61533248e75ac20029699c05/61532fe8e75ac20029699b8c.png&quot;,&quot;isPremium&quot;:false,&quot;isOrgIcon&quot;:false,&quot;size&quot;:{&quot;x&quot;:100,&quot;y&quot;:102.83687943262412},&quot;fallbackUrl&quot;:&quot;sources/icons/61533248e75ac20029699c05/61532fe8e75ac20029699b8c.svg&quot;},&quot;source&quot;:{&quot;id&quot;:&quot;61532fe8e75ac20029699b8c&quot;,&quot;version&quot;:&quot;20210928151717&quot;,&quot;type&quot;:&quot;ASSETS&quot;},&quot;isPremium&quot;:false,&quot;parent&quot;:{&quot;type&quot;:&quot;CHILD&quot;,&quot;parentId&quot;:&quot;bf0613c7-bc0b-4d53-959f-ca93202df818&quot;,&quot;order&quot;:&quot;9&quot;}}}}"/>
  <p:tag name="TRANSPARENTBACKGROUND" val="false"/>
  <p:tag name="VERSION" val="1776177495133"/>
  <p:tag name="TITLE" val="Untitled"/>
  <p:tag name="CREATORNAME" val="Beatriz Fernandez"/>
  <p:tag name="DATEINSERTED" val="177617751522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57715C7-DD1A-4C71-90D0-09484C6778C4}">
  <we:reference id="wa200006038" version="1.0.0.5" store="en-US" storeType="OMEX"/>
  <we:alternateReferences>
    <we:reference id="wa200006038" version="1.0.0.5" store="en-US" storeType="OMEX"/>
  </we:alternateReferences>
  <we:properties>
    <we:property name="pptx_export_from_biorender" value="false"/>
    <we:property name="has-user-completed-add" value="true"/>
  </we:properties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1" runtimeId="Taskpane.Url"/>
    </a:ext>
  </we:extLst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4015</TotalTime>
  <Words>5546</Words>
  <Application>Microsoft Office PowerPoint</Application>
  <PresentationFormat>Widescreen</PresentationFormat>
  <Paragraphs>819</Paragraphs>
  <Slides>55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6" baseType="lpstr">
      <vt:lpstr>-apple-system</vt:lpstr>
      <vt:lpstr>Arial</vt:lpstr>
      <vt:lpstr>Calibri</vt:lpstr>
      <vt:lpstr>Calibri Light</vt:lpstr>
      <vt:lpstr>Candara Light</vt:lpstr>
      <vt:lpstr>Courier New</vt:lpstr>
      <vt:lpstr>Google Sans</vt:lpstr>
      <vt:lpstr>Harding</vt:lpstr>
      <vt:lpstr>Source Sans Pro</vt:lpstr>
      <vt:lpstr>Wingdings</vt:lpstr>
      <vt:lpstr>Office Theme</vt:lpstr>
      <vt:lpstr>Interplay between repressive chromatin marks</vt:lpstr>
      <vt:lpstr>Epigenetic regulation of gene expression</vt:lpstr>
      <vt:lpstr>Repressive chromatin marks</vt:lpstr>
      <vt:lpstr>Crosstalk between DNA methylation and H3K27me3</vt:lpstr>
      <vt:lpstr>PowerPoint Presentation</vt:lpstr>
      <vt:lpstr>Functional compensation of repressive systems to safeguard transcriptional silencing</vt:lpstr>
      <vt:lpstr>Functional co-operation between epigenetic players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Aberrant DNA methylation patterns in cancer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DNA methylation</vt:lpstr>
      <vt:lpstr>How to represent 5mC/5hmC?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Interplay between repressive chromatin marks</dc:title>
  <dc:creator>Fernandez Ruiz, Beatriz</dc:creator>
  <cp:lastModifiedBy>Beatriz Fernández Ruiz</cp:lastModifiedBy>
  <cp:revision>48</cp:revision>
  <dcterms:created xsi:type="dcterms:W3CDTF">2025-10-09T19:05:15Z</dcterms:created>
  <dcterms:modified xsi:type="dcterms:W3CDTF">2026-09-01T10:22:20Z</dcterms:modified>
</cp:coreProperties>
</file>